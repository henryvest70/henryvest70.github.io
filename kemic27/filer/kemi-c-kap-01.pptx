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custSel addSld modSld">
      <pc:chgData name="Henry Valdemar Vest" userId="f5b1f0ec-4051-405f-83b3-0c678f78df49" providerId="ADAL" clId="{0B671710-12AA-4A9C-8982-6D6CBD054718}" dt="2026-09-24T09:09:54.125" v="27" actId="20577"/>
      <pc:docMkLst>
        <pc:docMk/>
      </pc:docMkLst>
      <pc:sldChg chg="modSp mod">
        <pc:chgData name="Henry Valdemar Vest" userId="f5b1f0ec-4051-405f-83b3-0c678f78df49" providerId="ADAL" clId="{0B671710-12AA-4A9C-8982-6D6CBD054718}" dt="2026-09-24T09:09:54.125" v="27" actId="20577"/>
        <pc:sldMkLst>
          <pc:docMk/>
          <pc:sldMk cId="4045504061" sldId="256"/>
        </pc:sldMkLst>
        <pc:spChg chg="mod">
          <ac:chgData name="Henry Valdemar Vest" userId="f5b1f0ec-4051-405f-83b3-0c678f78df49" providerId="ADAL" clId="{0B671710-12AA-4A9C-8982-6D6CBD054718}" dt="2026-09-24T09:09:54.125" v="27" actId="20577"/>
          <ac:spMkLst>
            <pc:docMk/>
            <pc:sldMk cId="4045504061" sldId="256"/>
            <ac:spMk id="2" creationId="{225DB703-9FB8-DF79-9874-14AF9CEC7159}"/>
          </ac:spMkLst>
        </pc:spChg>
      </pc:sldChg>
      <pc:sldChg chg="delSp add setBg">
        <pc:chgData name="Henry Valdemar Vest" userId="f5b1f0ec-4051-405f-83b3-0c678f78df49" providerId="ADAL" clId="{0B671710-12AA-4A9C-8982-6D6CBD054718}" dt="2026-09-15T08:47:25.838" v="0"/>
        <pc:sldMkLst>
          <pc:docMk/>
          <pc:sldMk cId="1846845519" sldId="264"/>
        </pc:sldMkLst>
      </pc:sldChg>
      <pc:sldChg chg="add">
        <pc:chgData name="Henry Valdemar Vest" userId="f5b1f0ec-4051-405f-83b3-0c678f78df49" providerId="ADAL" clId="{0B671710-12AA-4A9C-8982-6D6CBD054718}" dt="2026-09-15T08:50:48.786" v="1"/>
        <pc:sldMkLst>
          <pc:docMk/>
          <pc:sldMk cId="3618166847" sldId="267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EBDCD9-AC8F-40D9-9D7C-B040441DB614}" type="doc">
      <dgm:prSet loTypeId="urn:microsoft.com/office/officeart/2005/8/layout/vList2" loCatId="list" qsTypeId="urn:microsoft.com/office/officeart/2005/8/quickstyle/simple1#3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BF17FF57-76CD-4637-941D-37E263B9C168}">
      <dgm:prSet/>
      <dgm:spPr/>
      <dgm:t>
        <a:bodyPr/>
        <a:lstStyle/>
        <a:p>
          <a:r>
            <a:rPr lang="da-DK"/>
            <a:t>Hvad er stof?</a:t>
          </a:r>
          <a:endParaRPr lang="en-US"/>
        </a:p>
      </dgm:t>
    </dgm:pt>
    <dgm:pt modelId="{F197CF5F-D8E8-41A0-8C53-A353277DB431}" type="parTrans" cxnId="{0D67554C-2986-4422-AAD1-D12E11A5C295}">
      <dgm:prSet/>
      <dgm:spPr/>
      <dgm:t>
        <a:bodyPr/>
        <a:lstStyle/>
        <a:p>
          <a:endParaRPr lang="en-US"/>
        </a:p>
      </dgm:t>
    </dgm:pt>
    <dgm:pt modelId="{CAE30136-B7FA-4DA5-A04C-1E840BB667B6}" type="sibTrans" cxnId="{0D67554C-2986-4422-AAD1-D12E11A5C295}">
      <dgm:prSet/>
      <dgm:spPr/>
      <dgm:t>
        <a:bodyPr/>
        <a:lstStyle/>
        <a:p>
          <a:endParaRPr lang="en-US"/>
        </a:p>
      </dgm:t>
    </dgm:pt>
    <dgm:pt modelId="{0B84BA8F-A5AD-4F08-BC8C-F81033EB3B58}">
      <dgm:prSet/>
      <dgm:spPr/>
      <dgm:t>
        <a:bodyPr/>
        <a:lstStyle/>
        <a:p>
          <a:r>
            <a:rPr lang="da-DK"/>
            <a:t>Giv eksempler på stof.</a:t>
          </a:r>
          <a:endParaRPr lang="en-US"/>
        </a:p>
      </dgm:t>
    </dgm:pt>
    <dgm:pt modelId="{D8B69F2D-413D-4CF4-AF30-45FF9FE54F73}" type="parTrans" cxnId="{B587FC59-C606-481A-8D15-D7DA9513C112}">
      <dgm:prSet/>
      <dgm:spPr/>
      <dgm:t>
        <a:bodyPr/>
        <a:lstStyle/>
        <a:p>
          <a:endParaRPr lang="en-US"/>
        </a:p>
      </dgm:t>
    </dgm:pt>
    <dgm:pt modelId="{9DCE85A7-038E-4E5D-87D8-5195D7575D09}" type="sibTrans" cxnId="{B587FC59-C606-481A-8D15-D7DA9513C112}">
      <dgm:prSet/>
      <dgm:spPr/>
      <dgm:t>
        <a:bodyPr/>
        <a:lstStyle/>
        <a:p>
          <a:endParaRPr lang="en-US"/>
        </a:p>
      </dgm:t>
    </dgm:pt>
    <dgm:pt modelId="{BF7B7524-9944-40C5-AFFA-92ACB231AA09}">
      <dgm:prSet/>
      <dgm:spPr/>
      <dgm:t>
        <a:bodyPr/>
        <a:lstStyle/>
        <a:p>
          <a:r>
            <a:rPr lang="da-DK"/>
            <a:t>Hvad består stof af?</a:t>
          </a:r>
          <a:endParaRPr lang="en-US"/>
        </a:p>
      </dgm:t>
    </dgm:pt>
    <dgm:pt modelId="{C7FFABA7-ACFC-430C-8156-EA99AC005E2C}" type="parTrans" cxnId="{89C487D6-A8AC-4D79-96B0-F788DF8F5717}">
      <dgm:prSet/>
      <dgm:spPr/>
      <dgm:t>
        <a:bodyPr/>
        <a:lstStyle/>
        <a:p>
          <a:endParaRPr lang="en-US"/>
        </a:p>
      </dgm:t>
    </dgm:pt>
    <dgm:pt modelId="{DACDEE37-720A-4A41-AB23-AB9F36D24A8D}" type="sibTrans" cxnId="{89C487D6-A8AC-4D79-96B0-F788DF8F5717}">
      <dgm:prSet/>
      <dgm:spPr/>
      <dgm:t>
        <a:bodyPr/>
        <a:lstStyle/>
        <a:p>
          <a:endParaRPr lang="en-US"/>
        </a:p>
      </dgm:t>
    </dgm:pt>
    <dgm:pt modelId="{EB313566-81E1-4F73-ACBA-F842579EE8D3}" type="pres">
      <dgm:prSet presAssocID="{F8EBDCD9-AC8F-40D9-9D7C-B040441DB614}" presName="linear" presStyleCnt="0">
        <dgm:presLayoutVars>
          <dgm:animLvl val="lvl"/>
          <dgm:resizeHandles val="exact"/>
        </dgm:presLayoutVars>
      </dgm:prSet>
      <dgm:spPr/>
    </dgm:pt>
    <dgm:pt modelId="{9F64B91C-0C0D-4B99-89A9-E2A7B6844073}" type="pres">
      <dgm:prSet presAssocID="{BF17FF57-76CD-4637-941D-37E263B9C16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FB6A5FD-181B-4A74-8559-2D8E7CC9753F}" type="pres">
      <dgm:prSet presAssocID="{CAE30136-B7FA-4DA5-A04C-1E840BB667B6}" presName="spacer" presStyleCnt="0"/>
      <dgm:spPr/>
    </dgm:pt>
    <dgm:pt modelId="{33AF38B0-CA39-474A-8D3D-46E9F85F0A2C}" type="pres">
      <dgm:prSet presAssocID="{0B84BA8F-A5AD-4F08-BC8C-F81033EB3B5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82EC30E-C550-49F2-8F6A-68A9CEE579E3}" type="pres">
      <dgm:prSet presAssocID="{9DCE85A7-038E-4E5D-87D8-5195D7575D09}" presName="spacer" presStyleCnt="0"/>
      <dgm:spPr/>
    </dgm:pt>
    <dgm:pt modelId="{8E9CEE1F-0D24-4852-804A-B3A6F6C944B6}" type="pres">
      <dgm:prSet presAssocID="{BF7B7524-9944-40C5-AFFA-92ACB231AA0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C354A31-3966-4276-89DB-44E9AB242747}" type="presOf" srcId="{0B84BA8F-A5AD-4F08-BC8C-F81033EB3B58}" destId="{33AF38B0-CA39-474A-8D3D-46E9F85F0A2C}" srcOrd="0" destOrd="0" presId="urn:microsoft.com/office/officeart/2005/8/layout/vList2"/>
    <dgm:cxn modelId="{5FF4E33B-E892-4D8A-87EA-AD3E3B772A5B}" type="presOf" srcId="{F8EBDCD9-AC8F-40D9-9D7C-B040441DB614}" destId="{EB313566-81E1-4F73-ACBA-F842579EE8D3}" srcOrd="0" destOrd="0" presId="urn:microsoft.com/office/officeart/2005/8/layout/vList2"/>
    <dgm:cxn modelId="{0D67554C-2986-4422-AAD1-D12E11A5C295}" srcId="{F8EBDCD9-AC8F-40D9-9D7C-B040441DB614}" destId="{BF17FF57-76CD-4637-941D-37E263B9C168}" srcOrd="0" destOrd="0" parTransId="{F197CF5F-D8E8-41A0-8C53-A353277DB431}" sibTransId="{CAE30136-B7FA-4DA5-A04C-1E840BB667B6}"/>
    <dgm:cxn modelId="{B587FC59-C606-481A-8D15-D7DA9513C112}" srcId="{F8EBDCD9-AC8F-40D9-9D7C-B040441DB614}" destId="{0B84BA8F-A5AD-4F08-BC8C-F81033EB3B58}" srcOrd="1" destOrd="0" parTransId="{D8B69F2D-413D-4CF4-AF30-45FF9FE54F73}" sibTransId="{9DCE85A7-038E-4E5D-87D8-5195D7575D09}"/>
    <dgm:cxn modelId="{1BC92D96-3DDE-47B8-ADDA-6CB668E5243D}" type="presOf" srcId="{BF7B7524-9944-40C5-AFFA-92ACB231AA09}" destId="{8E9CEE1F-0D24-4852-804A-B3A6F6C944B6}" srcOrd="0" destOrd="0" presId="urn:microsoft.com/office/officeart/2005/8/layout/vList2"/>
    <dgm:cxn modelId="{AE23F7AA-6AA5-4166-9B12-94A3E9320150}" type="presOf" srcId="{BF17FF57-76CD-4637-941D-37E263B9C168}" destId="{9F64B91C-0C0D-4B99-89A9-E2A7B6844073}" srcOrd="0" destOrd="0" presId="urn:microsoft.com/office/officeart/2005/8/layout/vList2"/>
    <dgm:cxn modelId="{89C487D6-A8AC-4D79-96B0-F788DF8F5717}" srcId="{F8EBDCD9-AC8F-40D9-9D7C-B040441DB614}" destId="{BF7B7524-9944-40C5-AFFA-92ACB231AA09}" srcOrd="2" destOrd="0" parTransId="{C7FFABA7-ACFC-430C-8156-EA99AC005E2C}" sibTransId="{DACDEE37-720A-4A41-AB23-AB9F36D24A8D}"/>
    <dgm:cxn modelId="{84CF27D4-DDF6-4727-8551-FD85B9EF2100}" type="presParOf" srcId="{EB313566-81E1-4F73-ACBA-F842579EE8D3}" destId="{9F64B91C-0C0D-4B99-89A9-E2A7B6844073}" srcOrd="0" destOrd="0" presId="urn:microsoft.com/office/officeart/2005/8/layout/vList2"/>
    <dgm:cxn modelId="{E0E24DD5-8A82-4006-9198-9A64DE68CCF9}" type="presParOf" srcId="{EB313566-81E1-4F73-ACBA-F842579EE8D3}" destId="{8FB6A5FD-181B-4A74-8559-2D8E7CC9753F}" srcOrd="1" destOrd="0" presId="urn:microsoft.com/office/officeart/2005/8/layout/vList2"/>
    <dgm:cxn modelId="{150DB3C5-F369-420D-A5C7-8207AAF2D7D4}" type="presParOf" srcId="{EB313566-81E1-4F73-ACBA-F842579EE8D3}" destId="{33AF38B0-CA39-474A-8D3D-46E9F85F0A2C}" srcOrd="2" destOrd="0" presId="urn:microsoft.com/office/officeart/2005/8/layout/vList2"/>
    <dgm:cxn modelId="{8484246B-823F-46BF-B8E7-FB6DE280CCDC}" type="presParOf" srcId="{EB313566-81E1-4F73-ACBA-F842579EE8D3}" destId="{182EC30E-C550-49F2-8F6A-68A9CEE579E3}" srcOrd="3" destOrd="0" presId="urn:microsoft.com/office/officeart/2005/8/layout/vList2"/>
    <dgm:cxn modelId="{A4913945-6E0B-4B1E-9B0E-4DC63499C7A9}" type="presParOf" srcId="{EB313566-81E1-4F73-ACBA-F842579EE8D3}" destId="{8E9CEE1F-0D24-4852-804A-B3A6F6C944B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44E963-0F4F-4067-BD60-87772B582F5B}" type="doc">
      <dgm:prSet loTypeId="urn:microsoft.com/office/officeart/2018/5/layout/IconCircleLabelList" loCatId="icon" qsTypeId="urn:microsoft.com/office/officeart/2005/8/quickstyle/simple1#5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AF6EB27-4AA2-4370-944B-7825280DE95F}">
      <dgm:prSet/>
      <dgm:spPr/>
      <dgm:t>
        <a:bodyPr/>
        <a:lstStyle/>
        <a:p>
          <a:pPr>
            <a:defRPr cap="all"/>
          </a:pPr>
          <a:r>
            <a:rPr lang="da-DK"/>
            <a:t>Find opgavearket ”opgaver kapitel 01.docx” på Lectio (under Dokumenter)</a:t>
          </a:r>
          <a:endParaRPr lang="en-US"/>
        </a:p>
      </dgm:t>
    </dgm:pt>
    <dgm:pt modelId="{6A1A35B4-6737-4A22-88A0-F2183FDAB21E}" type="parTrans" cxnId="{1D8FFF58-46F3-4D79-A4DB-A83F0DC88C3D}">
      <dgm:prSet/>
      <dgm:spPr/>
      <dgm:t>
        <a:bodyPr/>
        <a:lstStyle/>
        <a:p>
          <a:endParaRPr lang="en-US"/>
        </a:p>
      </dgm:t>
    </dgm:pt>
    <dgm:pt modelId="{382CBB1F-32DE-4340-A300-54078164F7BB}" type="sibTrans" cxnId="{1D8FFF58-46F3-4D79-A4DB-A83F0DC88C3D}">
      <dgm:prSet/>
      <dgm:spPr/>
      <dgm:t>
        <a:bodyPr/>
        <a:lstStyle/>
        <a:p>
          <a:endParaRPr lang="en-US"/>
        </a:p>
      </dgm:t>
    </dgm:pt>
    <dgm:pt modelId="{2F43EBA4-EE3A-4161-9F7B-F11A2740D681}">
      <dgm:prSet/>
      <dgm:spPr/>
      <dgm:t>
        <a:bodyPr/>
        <a:lstStyle/>
        <a:p>
          <a:pPr>
            <a:defRPr cap="all"/>
          </a:pPr>
          <a:r>
            <a:rPr lang="da-DK"/>
            <a:t>Opgave 1-3</a:t>
          </a:r>
          <a:endParaRPr lang="en-US"/>
        </a:p>
      </dgm:t>
    </dgm:pt>
    <dgm:pt modelId="{C57B43E4-60EE-474A-BEB1-5AE805E952C6}" type="parTrans" cxnId="{63307E7D-8D56-4C13-AF76-8259D2F19EF5}">
      <dgm:prSet/>
      <dgm:spPr/>
      <dgm:t>
        <a:bodyPr/>
        <a:lstStyle/>
        <a:p>
          <a:endParaRPr lang="en-US"/>
        </a:p>
      </dgm:t>
    </dgm:pt>
    <dgm:pt modelId="{28A1A03A-5DEB-4483-AC43-EFBFE8DBA7C3}" type="sibTrans" cxnId="{63307E7D-8D56-4C13-AF76-8259D2F19EF5}">
      <dgm:prSet/>
      <dgm:spPr/>
      <dgm:t>
        <a:bodyPr/>
        <a:lstStyle/>
        <a:p>
          <a:endParaRPr lang="en-US"/>
        </a:p>
      </dgm:t>
    </dgm:pt>
    <dgm:pt modelId="{E7A7D3DC-B253-4989-8975-A826C4F33BC2}">
      <dgm:prSet/>
      <dgm:spPr/>
      <dgm:t>
        <a:bodyPr/>
        <a:lstStyle/>
        <a:p>
          <a:pPr>
            <a:defRPr cap="all"/>
          </a:pPr>
          <a:r>
            <a:rPr lang="da-DK"/>
            <a:t>10 minutter</a:t>
          </a:r>
          <a:endParaRPr lang="en-US"/>
        </a:p>
      </dgm:t>
    </dgm:pt>
    <dgm:pt modelId="{868E5BF0-C9FE-402D-BCB2-AAF26DC20C55}" type="parTrans" cxnId="{0C26D851-C445-46CE-B0F3-AF0C684564D8}">
      <dgm:prSet/>
      <dgm:spPr/>
      <dgm:t>
        <a:bodyPr/>
        <a:lstStyle/>
        <a:p>
          <a:endParaRPr lang="en-US"/>
        </a:p>
      </dgm:t>
    </dgm:pt>
    <dgm:pt modelId="{3A5642C9-CD01-4B8F-9357-D8EF7F929582}" type="sibTrans" cxnId="{0C26D851-C445-46CE-B0F3-AF0C684564D8}">
      <dgm:prSet/>
      <dgm:spPr/>
      <dgm:t>
        <a:bodyPr/>
        <a:lstStyle/>
        <a:p>
          <a:endParaRPr lang="en-US"/>
        </a:p>
      </dgm:t>
    </dgm:pt>
    <dgm:pt modelId="{89BB1BCD-87C6-48A9-8016-47B10B4EF187}" type="pres">
      <dgm:prSet presAssocID="{FD44E963-0F4F-4067-BD60-87772B582F5B}" presName="root" presStyleCnt="0">
        <dgm:presLayoutVars>
          <dgm:dir/>
          <dgm:resizeHandles val="exact"/>
        </dgm:presLayoutVars>
      </dgm:prSet>
      <dgm:spPr/>
    </dgm:pt>
    <dgm:pt modelId="{F1DFEE27-9C52-461C-8B1E-C6D06CC21F41}" type="pres">
      <dgm:prSet presAssocID="{2AF6EB27-4AA2-4370-944B-7825280DE95F}" presName="compNode" presStyleCnt="0"/>
      <dgm:spPr/>
    </dgm:pt>
    <dgm:pt modelId="{248846E0-20F0-48E7-9F7D-C69AE9734075}" type="pres">
      <dgm:prSet presAssocID="{2AF6EB27-4AA2-4370-944B-7825280DE95F}" presName="iconBgRect" presStyleLbl="bgShp" presStyleIdx="0" presStyleCnt="3"/>
      <dgm:spPr/>
    </dgm:pt>
    <dgm:pt modelId="{97CCC619-1524-4268-8024-4B7FD783AFFB}" type="pres">
      <dgm:prSet presAssocID="{2AF6EB27-4AA2-4370-944B-7825280DE95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4046F221-7753-4511-BDDD-DB670DAC5F1A}" type="pres">
      <dgm:prSet presAssocID="{2AF6EB27-4AA2-4370-944B-7825280DE95F}" presName="spaceRect" presStyleCnt="0"/>
      <dgm:spPr/>
    </dgm:pt>
    <dgm:pt modelId="{F3D9DF46-DFFA-4B3D-97A0-1A1DBF7A3BC3}" type="pres">
      <dgm:prSet presAssocID="{2AF6EB27-4AA2-4370-944B-7825280DE95F}" presName="textRect" presStyleLbl="revTx" presStyleIdx="0" presStyleCnt="3">
        <dgm:presLayoutVars>
          <dgm:chMax val="1"/>
          <dgm:chPref val="1"/>
        </dgm:presLayoutVars>
      </dgm:prSet>
      <dgm:spPr/>
    </dgm:pt>
    <dgm:pt modelId="{1A71045F-5E46-455B-811F-1CCBF858ECC3}" type="pres">
      <dgm:prSet presAssocID="{382CBB1F-32DE-4340-A300-54078164F7BB}" presName="sibTrans" presStyleCnt="0"/>
      <dgm:spPr/>
    </dgm:pt>
    <dgm:pt modelId="{5B6AFA24-5A2B-466A-9E48-85EAAB479DA7}" type="pres">
      <dgm:prSet presAssocID="{2F43EBA4-EE3A-4161-9F7B-F11A2740D681}" presName="compNode" presStyleCnt="0"/>
      <dgm:spPr/>
    </dgm:pt>
    <dgm:pt modelId="{F85621FB-BD70-400F-8E30-4E87201CB054}" type="pres">
      <dgm:prSet presAssocID="{2F43EBA4-EE3A-4161-9F7B-F11A2740D681}" presName="iconBgRect" presStyleLbl="bgShp" presStyleIdx="1" presStyleCnt="3"/>
      <dgm:spPr/>
    </dgm:pt>
    <dgm:pt modelId="{87200CD8-A0DC-49C5-9402-2D72B20A0A70}" type="pres">
      <dgm:prSet presAssocID="{2F43EBA4-EE3A-4161-9F7B-F11A2740D68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B215CDB9-FE4B-44FE-9896-E1C7E6F0EB98}" type="pres">
      <dgm:prSet presAssocID="{2F43EBA4-EE3A-4161-9F7B-F11A2740D681}" presName="spaceRect" presStyleCnt="0"/>
      <dgm:spPr/>
    </dgm:pt>
    <dgm:pt modelId="{C8AF2214-00A7-4539-9E0C-FB007376C92B}" type="pres">
      <dgm:prSet presAssocID="{2F43EBA4-EE3A-4161-9F7B-F11A2740D681}" presName="textRect" presStyleLbl="revTx" presStyleIdx="1" presStyleCnt="3">
        <dgm:presLayoutVars>
          <dgm:chMax val="1"/>
          <dgm:chPref val="1"/>
        </dgm:presLayoutVars>
      </dgm:prSet>
      <dgm:spPr/>
    </dgm:pt>
    <dgm:pt modelId="{2F6EEE04-F27D-4EB7-B5D6-BD44031B0F90}" type="pres">
      <dgm:prSet presAssocID="{28A1A03A-5DEB-4483-AC43-EFBFE8DBA7C3}" presName="sibTrans" presStyleCnt="0"/>
      <dgm:spPr/>
    </dgm:pt>
    <dgm:pt modelId="{F40E6D04-179D-4ADC-8E3C-AE9D20A68969}" type="pres">
      <dgm:prSet presAssocID="{E7A7D3DC-B253-4989-8975-A826C4F33BC2}" presName="compNode" presStyleCnt="0"/>
      <dgm:spPr/>
    </dgm:pt>
    <dgm:pt modelId="{34A89BFD-8FD6-4E7C-AF52-A5348F89428D}" type="pres">
      <dgm:prSet presAssocID="{E7A7D3DC-B253-4989-8975-A826C4F33BC2}" presName="iconBgRect" presStyleLbl="bgShp" presStyleIdx="2" presStyleCnt="3"/>
      <dgm:spPr/>
    </dgm:pt>
    <dgm:pt modelId="{2F7B5550-C10E-4206-85AE-23B0EFFD94A9}" type="pres">
      <dgm:prSet presAssocID="{E7A7D3DC-B253-4989-8975-A826C4F33BC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CF337123-BC0E-4CFD-97ED-F24D1BC9EB93}" type="pres">
      <dgm:prSet presAssocID="{E7A7D3DC-B253-4989-8975-A826C4F33BC2}" presName="spaceRect" presStyleCnt="0"/>
      <dgm:spPr/>
    </dgm:pt>
    <dgm:pt modelId="{86E16061-ABC6-47C2-B9B6-7C23FFA9885D}" type="pres">
      <dgm:prSet presAssocID="{E7A7D3DC-B253-4989-8975-A826C4F33BC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3235D01-616A-4C21-BD72-597F469A16AD}" type="presOf" srcId="{2AF6EB27-4AA2-4370-944B-7825280DE95F}" destId="{F3D9DF46-DFFA-4B3D-97A0-1A1DBF7A3BC3}" srcOrd="0" destOrd="0" presId="urn:microsoft.com/office/officeart/2018/5/layout/IconCircleLabelList"/>
    <dgm:cxn modelId="{E7C97649-622F-4D1B-BAB4-5EE9460A93E0}" type="presOf" srcId="{2F43EBA4-EE3A-4161-9F7B-F11A2740D681}" destId="{C8AF2214-00A7-4539-9E0C-FB007376C92B}" srcOrd="0" destOrd="0" presId="urn:microsoft.com/office/officeart/2018/5/layout/IconCircleLabelList"/>
    <dgm:cxn modelId="{0C26D851-C445-46CE-B0F3-AF0C684564D8}" srcId="{FD44E963-0F4F-4067-BD60-87772B582F5B}" destId="{E7A7D3DC-B253-4989-8975-A826C4F33BC2}" srcOrd="2" destOrd="0" parTransId="{868E5BF0-C9FE-402D-BCB2-AAF26DC20C55}" sibTransId="{3A5642C9-CD01-4B8F-9357-D8EF7F929582}"/>
    <dgm:cxn modelId="{1D8FFF58-46F3-4D79-A4DB-A83F0DC88C3D}" srcId="{FD44E963-0F4F-4067-BD60-87772B582F5B}" destId="{2AF6EB27-4AA2-4370-944B-7825280DE95F}" srcOrd="0" destOrd="0" parTransId="{6A1A35B4-6737-4A22-88A0-F2183FDAB21E}" sibTransId="{382CBB1F-32DE-4340-A300-54078164F7BB}"/>
    <dgm:cxn modelId="{63307E7D-8D56-4C13-AF76-8259D2F19EF5}" srcId="{FD44E963-0F4F-4067-BD60-87772B582F5B}" destId="{2F43EBA4-EE3A-4161-9F7B-F11A2740D681}" srcOrd="1" destOrd="0" parTransId="{C57B43E4-60EE-474A-BEB1-5AE805E952C6}" sibTransId="{28A1A03A-5DEB-4483-AC43-EFBFE8DBA7C3}"/>
    <dgm:cxn modelId="{406A0789-9E44-4BB0-A02C-676715C96F15}" type="presOf" srcId="{FD44E963-0F4F-4067-BD60-87772B582F5B}" destId="{89BB1BCD-87C6-48A9-8016-47B10B4EF187}" srcOrd="0" destOrd="0" presId="urn:microsoft.com/office/officeart/2018/5/layout/IconCircleLabelList"/>
    <dgm:cxn modelId="{E3B473B5-1321-4F49-AE7A-1275A3AECF0B}" type="presOf" srcId="{E7A7D3DC-B253-4989-8975-A826C4F33BC2}" destId="{86E16061-ABC6-47C2-B9B6-7C23FFA9885D}" srcOrd="0" destOrd="0" presId="urn:microsoft.com/office/officeart/2018/5/layout/IconCircleLabelList"/>
    <dgm:cxn modelId="{73BC545B-7C17-40AD-A2EC-15B25A46D504}" type="presParOf" srcId="{89BB1BCD-87C6-48A9-8016-47B10B4EF187}" destId="{F1DFEE27-9C52-461C-8B1E-C6D06CC21F41}" srcOrd="0" destOrd="0" presId="urn:microsoft.com/office/officeart/2018/5/layout/IconCircleLabelList"/>
    <dgm:cxn modelId="{4637B847-4BB5-476B-AEC5-E132394DAC2D}" type="presParOf" srcId="{F1DFEE27-9C52-461C-8B1E-C6D06CC21F41}" destId="{248846E0-20F0-48E7-9F7D-C69AE9734075}" srcOrd="0" destOrd="0" presId="urn:microsoft.com/office/officeart/2018/5/layout/IconCircleLabelList"/>
    <dgm:cxn modelId="{BDF157C4-F441-4A09-BC5A-E2C59B32230C}" type="presParOf" srcId="{F1DFEE27-9C52-461C-8B1E-C6D06CC21F41}" destId="{97CCC619-1524-4268-8024-4B7FD783AFFB}" srcOrd="1" destOrd="0" presId="urn:microsoft.com/office/officeart/2018/5/layout/IconCircleLabelList"/>
    <dgm:cxn modelId="{B8CA7E95-E026-4063-BBFF-9460575306FA}" type="presParOf" srcId="{F1DFEE27-9C52-461C-8B1E-C6D06CC21F41}" destId="{4046F221-7753-4511-BDDD-DB670DAC5F1A}" srcOrd="2" destOrd="0" presId="urn:microsoft.com/office/officeart/2018/5/layout/IconCircleLabelList"/>
    <dgm:cxn modelId="{FE38ECDA-95D9-45AB-BFF4-F5A4186CF584}" type="presParOf" srcId="{F1DFEE27-9C52-461C-8B1E-C6D06CC21F41}" destId="{F3D9DF46-DFFA-4B3D-97A0-1A1DBF7A3BC3}" srcOrd="3" destOrd="0" presId="urn:microsoft.com/office/officeart/2018/5/layout/IconCircleLabelList"/>
    <dgm:cxn modelId="{636A6EEB-983D-4587-9E67-A82AA7C5641D}" type="presParOf" srcId="{89BB1BCD-87C6-48A9-8016-47B10B4EF187}" destId="{1A71045F-5E46-455B-811F-1CCBF858ECC3}" srcOrd="1" destOrd="0" presId="urn:microsoft.com/office/officeart/2018/5/layout/IconCircleLabelList"/>
    <dgm:cxn modelId="{8014D5A6-E90C-4EC0-8CB5-0532952DD90C}" type="presParOf" srcId="{89BB1BCD-87C6-48A9-8016-47B10B4EF187}" destId="{5B6AFA24-5A2B-466A-9E48-85EAAB479DA7}" srcOrd="2" destOrd="0" presId="urn:microsoft.com/office/officeart/2018/5/layout/IconCircleLabelList"/>
    <dgm:cxn modelId="{E49B2EB2-E068-4073-9353-769C86F0B139}" type="presParOf" srcId="{5B6AFA24-5A2B-466A-9E48-85EAAB479DA7}" destId="{F85621FB-BD70-400F-8E30-4E87201CB054}" srcOrd="0" destOrd="0" presId="urn:microsoft.com/office/officeart/2018/5/layout/IconCircleLabelList"/>
    <dgm:cxn modelId="{1D21541C-F489-4E26-B9DD-B65CB4644D54}" type="presParOf" srcId="{5B6AFA24-5A2B-466A-9E48-85EAAB479DA7}" destId="{87200CD8-A0DC-49C5-9402-2D72B20A0A70}" srcOrd="1" destOrd="0" presId="urn:microsoft.com/office/officeart/2018/5/layout/IconCircleLabelList"/>
    <dgm:cxn modelId="{4E219100-F6F9-49DE-AFC5-01AB4776A31C}" type="presParOf" srcId="{5B6AFA24-5A2B-466A-9E48-85EAAB479DA7}" destId="{B215CDB9-FE4B-44FE-9896-E1C7E6F0EB98}" srcOrd="2" destOrd="0" presId="urn:microsoft.com/office/officeart/2018/5/layout/IconCircleLabelList"/>
    <dgm:cxn modelId="{1ED36627-B3E3-4978-A1C2-38AEC461B22E}" type="presParOf" srcId="{5B6AFA24-5A2B-466A-9E48-85EAAB479DA7}" destId="{C8AF2214-00A7-4539-9E0C-FB007376C92B}" srcOrd="3" destOrd="0" presId="urn:microsoft.com/office/officeart/2018/5/layout/IconCircleLabelList"/>
    <dgm:cxn modelId="{6B40CF00-004E-42C3-81EE-81076E813E4C}" type="presParOf" srcId="{89BB1BCD-87C6-48A9-8016-47B10B4EF187}" destId="{2F6EEE04-F27D-4EB7-B5D6-BD44031B0F90}" srcOrd="3" destOrd="0" presId="urn:microsoft.com/office/officeart/2018/5/layout/IconCircleLabelList"/>
    <dgm:cxn modelId="{808D6CAF-3944-427C-8E7D-DDDB9030E25E}" type="presParOf" srcId="{89BB1BCD-87C6-48A9-8016-47B10B4EF187}" destId="{F40E6D04-179D-4ADC-8E3C-AE9D20A68969}" srcOrd="4" destOrd="0" presId="urn:microsoft.com/office/officeart/2018/5/layout/IconCircleLabelList"/>
    <dgm:cxn modelId="{533A1D9C-A56E-44B0-9317-F36E7629ED0A}" type="presParOf" srcId="{F40E6D04-179D-4ADC-8E3C-AE9D20A68969}" destId="{34A89BFD-8FD6-4E7C-AF52-A5348F89428D}" srcOrd="0" destOrd="0" presId="urn:microsoft.com/office/officeart/2018/5/layout/IconCircleLabelList"/>
    <dgm:cxn modelId="{97AFE6E6-4D2C-444C-99D8-B189659020EB}" type="presParOf" srcId="{F40E6D04-179D-4ADC-8E3C-AE9D20A68969}" destId="{2F7B5550-C10E-4206-85AE-23B0EFFD94A9}" srcOrd="1" destOrd="0" presId="urn:microsoft.com/office/officeart/2018/5/layout/IconCircleLabelList"/>
    <dgm:cxn modelId="{A5043573-22CC-493F-8C5D-269F6174FBD3}" type="presParOf" srcId="{F40E6D04-179D-4ADC-8E3C-AE9D20A68969}" destId="{CF337123-BC0E-4CFD-97ED-F24D1BC9EB93}" srcOrd="2" destOrd="0" presId="urn:microsoft.com/office/officeart/2018/5/layout/IconCircleLabelList"/>
    <dgm:cxn modelId="{CB5800B4-D61C-42E3-A05B-479DBB444FD8}" type="presParOf" srcId="{F40E6D04-179D-4ADC-8E3C-AE9D20A68969}" destId="{86E16061-ABC6-47C2-B9B6-7C23FFA9885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44E963-0F4F-4067-BD60-87772B582F5B}" type="doc">
      <dgm:prSet loTypeId="urn:microsoft.com/office/officeart/2018/5/layout/IconCircleLabelList" loCatId="icon" qsTypeId="urn:microsoft.com/office/officeart/2005/8/quickstyle/simple1#5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AF6EB27-4AA2-4370-944B-7825280DE95F}">
      <dgm:prSet/>
      <dgm:spPr/>
      <dgm:t>
        <a:bodyPr/>
        <a:lstStyle/>
        <a:p>
          <a:pPr>
            <a:defRPr cap="all"/>
          </a:pPr>
          <a:r>
            <a:rPr lang="da-DK" dirty="0"/>
            <a:t>Find opgavearket ”opgaver kapitel 01.docx” på Lectio (under Dokumenter)</a:t>
          </a:r>
          <a:endParaRPr lang="en-US" dirty="0"/>
        </a:p>
      </dgm:t>
    </dgm:pt>
    <dgm:pt modelId="{6A1A35B4-6737-4A22-88A0-F2183FDAB21E}" type="parTrans" cxnId="{1D8FFF58-46F3-4D79-A4DB-A83F0DC88C3D}">
      <dgm:prSet/>
      <dgm:spPr/>
      <dgm:t>
        <a:bodyPr/>
        <a:lstStyle/>
        <a:p>
          <a:endParaRPr lang="en-US"/>
        </a:p>
      </dgm:t>
    </dgm:pt>
    <dgm:pt modelId="{382CBB1F-32DE-4340-A300-54078164F7BB}" type="sibTrans" cxnId="{1D8FFF58-46F3-4D79-A4DB-A83F0DC88C3D}">
      <dgm:prSet/>
      <dgm:spPr/>
      <dgm:t>
        <a:bodyPr/>
        <a:lstStyle/>
        <a:p>
          <a:endParaRPr lang="en-US"/>
        </a:p>
      </dgm:t>
    </dgm:pt>
    <dgm:pt modelId="{2F43EBA4-EE3A-4161-9F7B-F11A2740D681}">
      <dgm:prSet/>
      <dgm:spPr/>
      <dgm:t>
        <a:bodyPr/>
        <a:lstStyle/>
        <a:p>
          <a:pPr>
            <a:defRPr cap="all"/>
          </a:pPr>
          <a:r>
            <a:rPr lang="da-DK" dirty="0"/>
            <a:t>Opgave 4</a:t>
          </a:r>
          <a:endParaRPr lang="en-US" dirty="0"/>
        </a:p>
      </dgm:t>
    </dgm:pt>
    <dgm:pt modelId="{C57B43E4-60EE-474A-BEB1-5AE805E952C6}" type="parTrans" cxnId="{63307E7D-8D56-4C13-AF76-8259D2F19EF5}">
      <dgm:prSet/>
      <dgm:spPr/>
      <dgm:t>
        <a:bodyPr/>
        <a:lstStyle/>
        <a:p>
          <a:endParaRPr lang="en-US"/>
        </a:p>
      </dgm:t>
    </dgm:pt>
    <dgm:pt modelId="{28A1A03A-5DEB-4483-AC43-EFBFE8DBA7C3}" type="sibTrans" cxnId="{63307E7D-8D56-4C13-AF76-8259D2F19EF5}">
      <dgm:prSet/>
      <dgm:spPr/>
      <dgm:t>
        <a:bodyPr/>
        <a:lstStyle/>
        <a:p>
          <a:endParaRPr lang="en-US"/>
        </a:p>
      </dgm:t>
    </dgm:pt>
    <dgm:pt modelId="{E7A7D3DC-B253-4989-8975-A826C4F33BC2}">
      <dgm:prSet/>
      <dgm:spPr/>
      <dgm:t>
        <a:bodyPr/>
        <a:lstStyle/>
        <a:p>
          <a:pPr>
            <a:defRPr cap="all"/>
          </a:pPr>
          <a:r>
            <a:rPr lang="da-DK"/>
            <a:t>10 minutter</a:t>
          </a:r>
          <a:endParaRPr lang="en-US"/>
        </a:p>
      </dgm:t>
    </dgm:pt>
    <dgm:pt modelId="{868E5BF0-C9FE-402D-BCB2-AAF26DC20C55}" type="parTrans" cxnId="{0C26D851-C445-46CE-B0F3-AF0C684564D8}">
      <dgm:prSet/>
      <dgm:spPr/>
      <dgm:t>
        <a:bodyPr/>
        <a:lstStyle/>
        <a:p>
          <a:endParaRPr lang="en-US"/>
        </a:p>
      </dgm:t>
    </dgm:pt>
    <dgm:pt modelId="{3A5642C9-CD01-4B8F-9357-D8EF7F929582}" type="sibTrans" cxnId="{0C26D851-C445-46CE-B0F3-AF0C684564D8}">
      <dgm:prSet/>
      <dgm:spPr/>
      <dgm:t>
        <a:bodyPr/>
        <a:lstStyle/>
        <a:p>
          <a:endParaRPr lang="en-US"/>
        </a:p>
      </dgm:t>
    </dgm:pt>
    <dgm:pt modelId="{89BB1BCD-87C6-48A9-8016-47B10B4EF187}" type="pres">
      <dgm:prSet presAssocID="{FD44E963-0F4F-4067-BD60-87772B582F5B}" presName="root" presStyleCnt="0">
        <dgm:presLayoutVars>
          <dgm:dir/>
          <dgm:resizeHandles val="exact"/>
        </dgm:presLayoutVars>
      </dgm:prSet>
      <dgm:spPr/>
    </dgm:pt>
    <dgm:pt modelId="{F1DFEE27-9C52-461C-8B1E-C6D06CC21F41}" type="pres">
      <dgm:prSet presAssocID="{2AF6EB27-4AA2-4370-944B-7825280DE95F}" presName="compNode" presStyleCnt="0"/>
      <dgm:spPr/>
    </dgm:pt>
    <dgm:pt modelId="{248846E0-20F0-48E7-9F7D-C69AE9734075}" type="pres">
      <dgm:prSet presAssocID="{2AF6EB27-4AA2-4370-944B-7825280DE95F}" presName="iconBgRect" presStyleLbl="bgShp" presStyleIdx="0" presStyleCnt="3"/>
      <dgm:spPr/>
    </dgm:pt>
    <dgm:pt modelId="{97CCC619-1524-4268-8024-4B7FD783AFFB}" type="pres">
      <dgm:prSet presAssocID="{2AF6EB27-4AA2-4370-944B-7825280DE95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4046F221-7753-4511-BDDD-DB670DAC5F1A}" type="pres">
      <dgm:prSet presAssocID="{2AF6EB27-4AA2-4370-944B-7825280DE95F}" presName="spaceRect" presStyleCnt="0"/>
      <dgm:spPr/>
    </dgm:pt>
    <dgm:pt modelId="{F3D9DF46-DFFA-4B3D-97A0-1A1DBF7A3BC3}" type="pres">
      <dgm:prSet presAssocID="{2AF6EB27-4AA2-4370-944B-7825280DE95F}" presName="textRect" presStyleLbl="revTx" presStyleIdx="0" presStyleCnt="3">
        <dgm:presLayoutVars>
          <dgm:chMax val="1"/>
          <dgm:chPref val="1"/>
        </dgm:presLayoutVars>
      </dgm:prSet>
      <dgm:spPr/>
    </dgm:pt>
    <dgm:pt modelId="{1A71045F-5E46-455B-811F-1CCBF858ECC3}" type="pres">
      <dgm:prSet presAssocID="{382CBB1F-32DE-4340-A300-54078164F7BB}" presName="sibTrans" presStyleCnt="0"/>
      <dgm:spPr/>
    </dgm:pt>
    <dgm:pt modelId="{5B6AFA24-5A2B-466A-9E48-85EAAB479DA7}" type="pres">
      <dgm:prSet presAssocID="{2F43EBA4-EE3A-4161-9F7B-F11A2740D681}" presName="compNode" presStyleCnt="0"/>
      <dgm:spPr/>
    </dgm:pt>
    <dgm:pt modelId="{F85621FB-BD70-400F-8E30-4E87201CB054}" type="pres">
      <dgm:prSet presAssocID="{2F43EBA4-EE3A-4161-9F7B-F11A2740D681}" presName="iconBgRect" presStyleLbl="bgShp" presStyleIdx="1" presStyleCnt="3"/>
      <dgm:spPr/>
    </dgm:pt>
    <dgm:pt modelId="{87200CD8-A0DC-49C5-9402-2D72B20A0A70}" type="pres">
      <dgm:prSet presAssocID="{2F43EBA4-EE3A-4161-9F7B-F11A2740D68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B215CDB9-FE4B-44FE-9896-E1C7E6F0EB98}" type="pres">
      <dgm:prSet presAssocID="{2F43EBA4-EE3A-4161-9F7B-F11A2740D681}" presName="spaceRect" presStyleCnt="0"/>
      <dgm:spPr/>
    </dgm:pt>
    <dgm:pt modelId="{C8AF2214-00A7-4539-9E0C-FB007376C92B}" type="pres">
      <dgm:prSet presAssocID="{2F43EBA4-EE3A-4161-9F7B-F11A2740D681}" presName="textRect" presStyleLbl="revTx" presStyleIdx="1" presStyleCnt="3">
        <dgm:presLayoutVars>
          <dgm:chMax val="1"/>
          <dgm:chPref val="1"/>
        </dgm:presLayoutVars>
      </dgm:prSet>
      <dgm:spPr/>
    </dgm:pt>
    <dgm:pt modelId="{2F6EEE04-F27D-4EB7-B5D6-BD44031B0F90}" type="pres">
      <dgm:prSet presAssocID="{28A1A03A-5DEB-4483-AC43-EFBFE8DBA7C3}" presName="sibTrans" presStyleCnt="0"/>
      <dgm:spPr/>
    </dgm:pt>
    <dgm:pt modelId="{F40E6D04-179D-4ADC-8E3C-AE9D20A68969}" type="pres">
      <dgm:prSet presAssocID="{E7A7D3DC-B253-4989-8975-A826C4F33BC2}" presName="compNode" presStyleCnt="0"/>
      <dgm:spPr/>
    </dgm:pt>
    <dgm:pt modelId="{34A89BFD-8FD6-4E7C-AF52-A5348F89428D}" type="pres">
      <dgm:prSet presAssocID="{E7A7D3DC-B253-4989-8975-A826C4F33BC2}" presName="iconBgRect" presStyleLbl="bgShp" presStyleIdx="2" presStyleCnt="3"/>
      <dgm:spPr/>
    </dgm:pt>
    <dgm:pt modelId="{2F7B5550-C10E-4206-85AE-23B0EFFD94A9}" type="pres">
      <dgm:prSet presAssocID="{E7A7D3DC-B253-4989-8975-A826C4F33BC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CF337123-BC0E-4CFD-97ED-F24D1BC9EB93}" type="pres">
      <dgm:prSet presAssocID="{E7A7D3DC-B253-4989-8975-A826C4F33BC2}" presName="spaceRect" presStyleCnt="0"/>
      <dgm:spPr/>
    </dgm:pt>
    <dgm:pt modelId="{86E16061-ABC6-47C2-B9B6-7C23FFA9885D}" type="pres">
      <dgm:prSet presAssocID="{E7A7D3DC-B253-4989-8975-A826C4F33BC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3235D01-616A-4C21-BD72-597F469A16AD}" type="presOf" srcId="{2AF6EB27-4AA2-4370-944B-7825280DE95F}" destId="{F3D9DF46-DFFA-4B3D-97A0-1A1DBF7A3BC3}" srcOrd="0" destOrd="0" presId="urn:microsoft.com/office/officeart/2018/5/layout/IconCircleLabelList"/>
    <dgm:cxn modelId="{E7C97649-622F-4D1B-BAB4-5EE9460A93E0}" type="presOf" srcId="{2F43EBA4-EE3A-4161-9F7B-F11A2740D681}" destId="{C8AF2214-00A7-4539-9E0C-FB007376C92B}" srcOrd="0" destOrd="0" presId="urn:microsoft.com/office/officeart/2018/5/layout/IconCircleLabelList"/>
    <dgm:cxn modelId="{0C26D851-C445-46CE-B0F3-AF0C684564D8}" srcId="{FD44E963-0F4F-4067-BD60-87772B582F5B}" destId="{E7A7D3DC-B253-4989-8975-A826C4F33BC2}" srcOrd="2" destOrd="0" parTransId="{868E5BF0-C9FE-402D-BCB2-AAF26DC20C55}" sibTransId="{3A5642C9-CD01-4B8F-9357-D8EF7F929582}"/>
    <dgm:cxn modelId="{1D8FFF58-46F3-4D79-A4DB-A83F0DC88C3D}" srcId="{FD44E963-0F4F-4067-BD60-87772B582F5B}" destId="{2AF6EB27-4AA2-4370-944B-7825280DE95F}" srcOrd="0" destOrd="0" parTransId="{6A1A35B4-6737-4A22-88A0-F2183FDAB21E}" sibTransId="{382CBB1F-32DE-4340-A300-54078164F7BB}"/>
    <dgm:cxn modelId="{63307E7D-8D56-4C13-AF76-8259D2F19EF5}" srcId="{FD44E963-0F4F-4067-BD60-87772B582F5B}" destId="{2F43EBA4-EE3A-4161-9F7B-F11A2740D681}" srcOrd="1" destOrd="0" parTransId="{C57B43E4-60EE-474A-BEB1-5AE805E952C6}" sibTransId="{28A1A03A-5DEB-4483-AC43-EFBFE8DBA7C3}"/>
    <dgm:cxn modelId="{406A0789-9E44-4BB0-A02C-676715C96F15}" type="presOf" srcId="{FD44E963-0F4F-4067-BD60-87772B582F5B}" destId="{89BB1BCD-87C6-48A9-8016-47B10B4EF187}" srcOrd="0" destOrd="0" presId="urn:microsoft.com/office/officeart/2018/5/layout/IconCircleLabelList"/>
    <dgm:cxn modelId="{E3B473B5-1321-4F49-AE7A-1275A3AECF0B}" type="presOf" srcId="{E7A7D3DC-B253-4989-8975-A826C4F33BC2}" destId="{86E16061-ABC6-47C2-B9B6-7C23FFA9885D}" srcOrd="0" destOrd="0" presId="urn:microsoft.com/office/officeart/2018/5/layout/IconCircleLabelList"/>
    <dgm:cxn modelId="{73BC545B-7C17-40AD-A2EC-15B25A46D504}" type="presParOf" srcId="{89BB1BCD-87C6-48A9-8016-47B10B4EF187}" destId="{F1DFEE27-9C52-461C-8B1E-C6D06CC21F41}" srcOrd="0" destOrd="0" presId="urn:microsoft.com/office/officeart/2018/5/layout/IconCircleLabelList"/>
    <dgm:cxn modelId="{4637B847-4BB5-476B-AEC5-E132394DAC2D}" type="presParOf" srcId="{F1DFEE27-9C52-461C-8B1E-C6D06CC21F41}" destId="{248846E0-20F0-48E7-9F7D-C69AE9734075}" srcOrd="0" destOrd="0" presId="urn:microsoft.com/office/officeart/2018/5/layout/IconCircleLabelList"/>
    <dgm:cxn modelId="{BDF157C4-F441-4A09-BC5A-E2C59B32230C}" type="presParOf" srcId="{F1DFEE27-9C52-461C-8B1E-C6D06CC21F41}" destId="{97CCC619-1524-4268-8024-4B7FD783AFFB}" srcOrd="1" destOrd="0" presId="urn:microsoft.com/office/officeart/2018/5/layout/IconCircleLabelList"/>
    <dgm:cxn modelId="{B8CA7E95-E026-4063-BBFF-9460575306FA}" type="presParOf" srcId="{F1DFEE27-9C52-461C-8B1E-C6D06CC21F41}" destId="{4046F221-7753-4511-BDDD-DB670DAC5F1A}" srcOrd="2" destOrd="0" presId="urn:microsoft.com/office/officeart/2018/5/layout/IconCircleLabelList"/>
    <dgm:cxn modelId="{FE38ECDA-95D9-45AB-BFF4-F5A4186CF584}" type="presParOf" srcId="{F1DFEE27-9C52-461C-8B1E-C6D06CC21F41}" destId="{F3D9DF46-DFFA-4B3D-97A0-1A1DBF7A3BC3}" srcOrd="3" destOrd="0" presId="urn:microsoft.com/office/officeart/2018/5/layout/IconCircleLabelList"/>
    <dgm:cxn modelId="{636A6EEB-983D-4587-9E67-A82AA7C5641D}" type="presParOf" srcId="{89BB1BCD-87C6-48A9-8016-47B10B4EF187}" destId="{1A71045F-5E46-455B-811F-1CCBF858ECC3}" srcOrd="1" destOrd="0" presId="urn:microsoft.com/office/officeart/2018/5/layout/IconCircleLabelList"/>
    <dgm:cxn modelId="{8014D5A6-E90C-4EC0-8CB5-0532952DD90C}" type="presParOf" srcId="{89BB1BCD-87C6-48A9-8016-47B10B4EF187}" destId="{5B6AFA24-5A2B-466A-9E48-85EAAB479DA7}" srcOrd="2" destOrd="0" presId="urn:microsoft.com/office/officeart/2018/5/layout/IconCircleLabelList"/>
    <dgm:cxn modelId="{E49B2EB2-E068-4073-9353-769C86F0B139}" type="presParOf" srcId="{5B6AFA24-5A2B-466A-9E48-85EAAB479DA7}" destId="{F85621FB-BD70-400F-8E30-4E87201CB054}" srcOrd="0" destOrd="0" presId="urn:microsoft.com/office/officeart/2018/5/layout/IconCircleLabelList"/>
    <dgm:cxn modelId="{1D21541C-F489-4E26-B9DD-B65CB4644D54}" type="presParOf" srcId="{5B6AFA24-5A2B-466A-9E48-85EAAB479DA7}" destId="{87200CD8-A0DC-49C5-9402-2D72B20A0A70}" srcOrd="1" destOrd="0" presId="urn:microsoft.com/office/officeart/2018/5/layout/IconCircleLabelList"/>
    <dgm:cxn modelId="{4E219100-F6F9-49DE-AFC5-01AB4776A31C}" type="presParOf" srcId="{5B6AFA24-5A2B-466A-9E48-85EAAB479DA7}" destId="{B215CDB9-FE4B-44FE-9896-E1C7E6F0EB98}" srcOrd="2" destOrd="0" presId="urn:microsoft.com/office/officeart/2018/5/layout/IconCircleLabelList"/>
    <dgm:cxn modelId="{1ED36627-B3E3-4978-A1C2-38AEC461B22E}" type="presParOf" srcId="{5B6AFA24-5A2B-466A-9E48-85EAAB479DA7}" destId="{C8AF2214-00A7-4539-9E0C-FB007376C92B}" srcOrd="3" destOrd="0" presId="urn:microsoft.com/office/officeart/2018/5/layout/IconCircleLabelList"/>
    <dgm:cxn modelId="{6B40CF00-004E-42C3-81EE-81076E813E4C}" type="presParOf" srcId="{89BB1BCD-87C6-48A9-8016-47B10B4EF187}" destId="{2F6EEE04-F27D-4EB7-B5D6-BD44031B0F90}" srcOrd="3" destOrd="0" presId="urn:microsoft.com/office/officeart/2018/5/layout/IconCircleLabelList"/>
    <dgm:cxn modelId="{808D6CAF-3944-427C-8E7D-DDDB9030E25E}" type="presParOf" srcId="{89BB1BCD-87C6-48A9-8016-47B10B4EF187}" destId="{F40E6D04-179D-4ADC-8E3C-AE9D20A68969}" srcOrd="4" destOrd="0" presId="urn:microsoft.com/office/officeart/2018/5/layout/IconCircleLabelList"/>
    <dgm:cxn modelId="{533A1D9C-A56E-44B0-9317-F36E7629ED0A}" type="presParOf" srcId="{F40E6D04-179D-4ADC-8E3C-AE9D20A68969}" destId="{34A89BFD-8FD6-4E7C-AF52-A5348F89428D}" srcOrd="0" destOrd="0" presId="urn:microsoft.com/office/officeart/2018/5/layout/IconCircleLabelList"/>
    <dgm:cxn modelId="{97AFE6E6-4D2C-444C-99D8-B189659020EB}" type="presParOf" srcId="{F40E6D04-179D-4ADC-8E3C-AE9D20A68969}" destId="{2F7B5550-C10E-4206-85AE-23B0EFFD94A9}" srcOrd="1" destOrd="0" presId="urn:microsoft.com/office/officeart/2018/5/layout/IconCircleLabelList"/>
    <dgm:cxn modelId="{A5043573-22CC-493F-8C5D-269F6174FBD3}" type="presParOf" srcId="{F40E6D04-179D-4ADC-8E3C-AE9D20A68969}" destId="{CF337123-BC0E-4CFD-97ED-F24D1BC9EB93}" srcOrd="2" destOrd="0" presId="urn:microsoft.com/office/officeart/2018/5/layout/IconCircleLabelList"/>
    <dgm:cxn modelId="{CB5800B4-D61C-42E3-A05B-479DBB444FD8}" type="presParOf" srcId="{F40E6D04-179D-4ADC-8E3C-AE9D20A68969}" destId="{86E16061-ABC6-47C2-B9B6-7C23FFA9885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44E963-0F4F-4067-BD60-87772B582F5B}" type="doc">
      <dgm:prSet loTypeId="urn:microsoft.com/office/officeart/2018/5/layout/IconCircleLabelList" loCatId="icon" qsTypeId="urn:microsoft.com/office/officeart/2005/8/quickstyle/simple1#5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AF6EB27-4AA2-4370-944B-7825280DE95F}">
      <dgm:prSet/>
      <dgm:spPr/>
      <dgm:t>
        <a:bodyPr/>
        <a:lstStyle/>
        <a:p>
          <a:pPr>
            <a:defRPr cap="all"/>
          </a:pPr>
          <a:r>
            <a:rPr lang="da-DK" dirty="0"/>
            <a:t>Find opgavearket ”opgaver kapitel 01.docx” på Lectio (under Dokumenter)</a:t>
          </a:r>
          <a:endParaRPr lang="en-US" dirty="0"/>
        </a:p>
      </dgm:t>
    </dgm:pt>
    <dgm:pt modelId="{6A1A35B4-6737-4A22-88A0-F2183FDAB21E}" type="parTrans" cxnId="{1D8FFF58-46F3-4D79-A4DB-A83F0DC88C3D}">
      <dgm:prSet/>
      <dgm:spPr/>
      <dgm:t>
        <a:bodyPr/>
        <a:lstStyle/>
        <a:p>
          <a:endParaRPr lang="en-US"/>
        </a:p>
      </dgm:t>
    </dgm:pt>
    <dgm:pt modelId="{382CBB1F-32DE-4340-A300-54078164F7BB}" type="sibTrans" cxnId="{1D8FFF58-46F3-4D79-A4DB-A83F0DC88C3D}">
      <dgm:prSet/>
      <dgm:spPr/>
      <dgm:t>
        <a:bodyPr/>
        <a:lstStyle/>
        <a:p>
          <a:endParaRPr lang="en-US"/>
        </a:p>
      </dgm:t>
    </dgm:pt>
    <dgm:pt modelId="{2F43EBA4-EE3A-4161-9F7B-F11A2740D681}">
      <dgm:prSet/>
      <dgm:spPr/>
      <dgm:t>
        <a:bodyPr/>
        <a:lstStyle/>
        <a:p>
          <a:pPr>
            <a:defRPr cap="all"/>
          </a:pPr>
          <a:r>
            <a:rPr lang="da-DK" dirty="0"/>
            <a:t>Opgave 5</a:t>
          </a:r>
          <a:endParaRPr lang="en-US" dirty="0"/>
        </a:p>
      </dgm:t>
    </dgm:pt>
    <dgm:pt modelId="{C57B43E4-60EE-474A-BEB1-5AE805E952C6}" type="parTrans" cxnId="{63307E7D-8D56-4C13-AF76-8259D2F19EF5}">
      <dgm:prSet/>
      <dgm:spPr/>
      <dgm:t>
        <a:bodyPr/>
        <a:lstStyle/>
        <a:p>
          <a:endParaRPr lang="en-US"/>
        </a:p>
      </dgm:t>
    </dgm:pt>
    <dgm:pt modelId="{28A1A03A-5DEB-4483-AC43-EFBFE8DBA7C3}" type="sibTrans" cxnId="{63307E7D-8D56-4C13-AF76-8259D2F19EF5}">
      <dgm:prSet/>
      <dgm:spPr/>
      <dgm:t>
        <a:bodyPr/>
        <a:lstStyle/>
        <a:p>
          <a:endParaRPr lang="en-US"/>
        </a:p>
      </dgm:t>
    </dgm:pt>
    <dgm:pt modelId="{E7A7D3DC-B253-4989-8975-A826C4F33BC2}">
      <dgm:prSet/>
      <dgm:spPr/>
      <dgm:t>
        <a:bodyPr/>
        <a:lstStyle/>
        <a:p>
          <a:pPr>
            <a:defRPr cap="all"/>
          </a:pPr>
          <a:r>
            <a:rPr lang="da-DK"/>
            <a:t>10 minutter</a:t>
          </a:r>
          <a:endParaRPr lang="en-US"/>
        </a:p>
      </dgm:t>
    </dgm:pt>
    <dgm:pt modelId="{868E5BF0-C9FE-402D-BCB2-AAF26DC20C55}" type="parTrans" cxnId="{0C26D851-C445-46CE-B0F3-AF0C684564D8}">
      <dgm:prSet/>
      <dgm:spPr/>
      <dgm:t>
        <a:bodyPr/>
        <a:lstStyle/>
        <a:p>
          <a:endParaRPr lang="en-US"/>
        </a:p>
      </dgm:t>
    </dgm:pt>
    <dgm:pt modelId="{3A5642C9-CD01-4B8F-9357-D8EF7F929582}" type="sibTrans" cxnId="{0C26D851-C445-46CE-B0F3-AF0C684564D8}">
      <dgm:prSet/>
      <dgm:spPr/>
      <dgm:t>
        <a:bodyPr/>
        <a:lstStyle/>
        <a:p>
          <a:endParaRPr lang="en-US"/>
        </a:p>
      </dgm:t>
    </dgm:pt>
    <dgm:pt modelId="{89BB1BCD-87C6-48A9-8016-47B10B4EF187}" type="pres">
      <dgm:prSet presAssocID="{FD44E963-0F4F-4067-BD60-87772B582F5B}" presName="root" presStyleCnt="0">
        <dgm:presLayoutVars>
          <dgm:dir/>
          <dgm:resizeHandles val="exact"/>
        </dgm:presLayoutVars>
      </dgm:prSet>
      <dgm:spPr/>
    </dgm:pt>
    <dgm:pt modelId="{F1DFEE27-9C52-461C-8B1E-C6D06CC21F41}" type="pres">
      <dgm:prSet presAssocID="{2AF6EB27-4AA2-4370-944B-7825280DE95F}" presName="compNode" presStyleCnt="0"/>
      <dgm:spPr/>
    </dgm:pt>
    <dgm:pt modelId="{248846E0-20F0-48E7-9F7D-C69AE9734075}" type="pres">
      <dgm:prSet presAssocID="{2AF6EB27-4AA2-4370-944B-7825280DE95F}" presName="iconBgRect" presStyleLbl="bgShp" presStyleIdx="0" presStyleCnt="3"/>
      <dgm:spPr/>
    </dgm:pt>
    <dgm:pt modelId="{97CCC619-1524-4268-8024-4B7FD783AFFB}" type="pres">
      <dgm:prSet presAssocID="{2AF6EB27-4AA2-4370-944B-7825280DE95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4046F221-7753-4511-BDDD-DB670DAC5F1A}" type="pres">
      <dgm:prSet presAssocID="{2AF6EB27-4AA2-4370-944B-7825280DE95F}" presName="spaceRect" presStyleCnt="0"/>
      <dgm:spPr/>
    </dgm:pt>
    <dgm:pt modelId="{F3D9DF46-DFFA-4B3D-97A0-1A1DBF7A3BC3}" type="pres">
      <dgm:prSet presAssocID="{2AF6EB27-4AA2-4370-944B-7825280DE95F}" presName="textRect" presStyleLbl="revTx" presStyleIdx="0" presStyleCnt="3">
        <dgm:presLayoutVars>
          <dgm:chMax val="1"/>
          <dgm:chPref val="1"/>
        </dgm:presLayoutVars>
      </dgm:prSet>
      <dgm:spPr/>
    </dgm:pt>
    <dgm:pt modelId="{1A71045F-5E46-455B-811F-1CCBF858ECC3}" type="pres">
      <dgm:prSet presAssocID="{382CBB1F-32DE-4340-A300-54078164F7BB}" presName="sibTrans" presStyleCnt="0"/>
      <dgm:spPr/>
    </dgm:pt>
    <dgm:pt modelId="{5B6AFA24-5A2B-466A-9E48-85EAAB479DA7}" type="pres">
      <dgm:prSet presAssocID="{2F43EBA4-EE3A-4161-9F7B-F11A2740D681}" presName="compNode" presStyleCnt="0"/>
      <dgm:spPr/>
    </dgm:pt>
    <dgm:pt modelId="{F85621FB-BD70-400F-8E30-4E87201CB054}" type="pres">
      <dgm:prSet presAssocID="{2F43EBA4-EE3A-4161-9F7B-F11A2740D681}" presName="iconBgRect" presStyleLbl="bgShp" presStyleIdx="1" presStyleCnt="3"/>
      <dgm:spPr/>
    </dgm:pt>
    <dgm:pt modelId="{87200CD8-A0DC-49C5-9402-2D72B20A0A70}" type="pres">
      <dgm:prSet presAssocID="{2F43EBA4-EE3A-4161-9F7B-F11A2740D68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B215CDB9-FE4B-44FE-9896-E1C7E6F0EB98}" type="pres">
      <dgm:prSet presAssocID="{2F43EBA4-EE3A-4161-9F7B-F11A2740D681}" presName="spaceRect" presStyleCnt="0"/>
      <dgm:spPr/>
    </dgm:pt>
    <dgm:pt modelId="{C8AF2214-00A7-4539-9E0C-FB007376C92B}" type="pres">
      <dgm:prSet presAssocID="{2F43EBA4-EE3A-4161-9F7B-F11A2740D681}" presName="textRect" presStyleLbl="revTx" presStyleIdx="1" presStyleCnt="3">
        <dgm:presLayoutVars>
          <dgm:chMax val="1"/>
          <dgm:chPref val="1"/>
        </dgm:presLayoutVars>
      </dgm:prSet>
      <dgm:spPr/>
    </dgm:pt>
    <dgm:pt modelId="{2F6EEE04-F27D-4EB7-B5D6-BD44031B0F90}" type="pres">
      <dgm:prSet presAssocID="{28A1A03A-5DEB-4483-AC43-EFBFE8DBA7C3}" presName="sibTrans" presStyleCnt="0"/>
      <dgm:spPr/>
    </dgm:pt>
    <dgm:pt modelId="{F40E6D04-179D-4ADC-8E3C-AE9D20A68969}" type="pres">
      <dgm:prSet presAssocID="{E7A7D3DC-B253-4989-8975-A826C4F33BC2}" presName="compNode" presStyleCnt="0"/>
      <dgm:spPr/>
    </dgm:pt>
    <dgm:pt modelId="{34A89BFD-8FD6-4E7C-AF52-A5348F89428D}" type="pres">
      <dgm:prSet presAssocID="{E7A7D3DC-B253-4989-8975-A826C4F33BC2}" presName="iconBgRect" presStyleLbl="bgShp" presStyleIdx="2" presStyleCnt="3"/>
      <dgm:spPr/>
    </dgm:pt>
    <dgm:pt modelId="{2F7B5550-C10E-4206-85AE-23B0EFFD94A9}" type="pres">
      <dgm:prSet presAssocID="{E7A7D3DC-B253-4989-8975-A826C4F33BC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CF337123-BC0E-4CFD-97ED-F24D1BC9EB93}" type="pres">
      <dgm:prSet presAssocID="{E7A7D3DC-B253-4989-8975-A826C4F33BC2}" presName="spaceRect" presStyleCnt="0"/>
      <dgm:spPr/>
    </dgm:pt>
    <dgm:pt modelId="{86E16061-ABC6-47C2-B9B6-7C23FFA9885D}" type="pres">
      <dgm:prSet presAssocID="{E7A7D3DC-B253-4989-8975-A826C4F33BC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3235D01-616A-4C21-BD72-597F469A16AD}" type="presOf" srcId="{2AF6EB27-4AA2-4370-944B-7825280DE95F}" destId="{F3D9DF46-DFFA-4B3D-97A0-1A1DBF7A3BC3}" srcOrd="0" destOrd="0" presId="urn:microsoft.com/office/officeart/2018/5/layout/IconCircleLabelList"/>
    <dgm:cxn modelId="{E7C97649-622F-4D1B-BAB4-5EE9460A93E0}" type="presOf" srcId="{2F43EBA4-EE3A-4161-9F7B-F11A2740D681}" destId="{C8AF2214-00A7-4539-9E0C-FB007376C92B}" srcOrd="0" destOrd="0" presId="urn:microsoft.com/office/officeart/2018/5/layout/IconCircleLabelList"/>
    <dgm:cxn modelId="{0C26D851-C445-46CE-B0F3-AF0C684564D8}" srcId="{FD44E963-0F4F-4067-BD60-87772B582F5B}" destId="{E7A7D3DC-B253-4989-8975-A826C4F33BC2}" srcOrd="2" destOrd="0" parTransId="{868E5BF0-C9FE-402D-BCB2-AAF26DC20C55}" sibTransId="{3A5642C9-CD01-4B8F-9357-D8EF7F929582}"/>
    <dgm:cxn modelId="{1D8FFF58-46F3-4D79-A4DB-A83F0DC88C3D}" srcId="{FD44E963-0F4F-4067-BD60-87772B582F5B}" destId="{2AF6EB27-4AA2-4370-944B-7825280DE95F}" srcOrd="0" destOrd="0" parTransId="{6A1A35B4-6737-4A22-88A0-F2183FDAB21E}" sibTransId="{382CBB1F-32DE-4340-A300-54078164F7BB}"/>
    <dgm:cxn modelId="{63307E7D-8D56-4C13-AF76-8259D2F19EF5}" srcId="{FD44E963-0F4F-4067-BD60-87772B582F5B}" destId="{2F43EBA4-EE3A-4161-9F7B-F11A2740D681}" srcOrd="1" destOrd="0" parTransId="{C57B43E4-60EE-474A-BEB1-5AE805E952C6}" sibTransId="{28A1A03A-5DEB-4483-AC43-EFBFE8DBA7C3}"/>
    <dgm:cxn modelId="{406A0789-9E44-4BB0-A02C-676715C96F15}" type="presOf" srcId="{FD44E963-0F4F-4067-BD60-87772B582F5B}" destId="{89BB1BCD-87C6-48A9-8016-47B10B4EF187}" srcOrd="0" destOrd="0" presId="urn:microsoft.com/office/officeart/2018/5/layout/IconCircleLabelList"/>
    <dgm:cxn modelId="{E3B473B5-1321-4F49-AE7A-1275A3AECF0B}" type="presOf" srcId="{E7A7D3DC-B253-4989-8975-A826C4F33BC2}" destId="{86E16061-ABC6-47C2-B9B6-7C23FFA9885D}" srcOrd="0" destOrd="0" presId="urn:microsoft.com/office/officeart/2018/5/layout/IconCircleLabelList"/>
    <dgm:cxn modelId="{73BC545B-7C17-40AD-A2EC-15B25A46D504}" type="presParOf" srcId="{89BB1BCD-87C6-48A9-8016-47B10B4EF187}" destId="{F1DFEE27-9C52-461C-8B1E-C6D06CC21F41}" srcOrd="0" destOrd="0" presId="urn:microsoft.com/office/officeart/2018/5/layout/IconCircleLabelList"/>
    <dgm:cxn modelId="{4637B847-4BB5-476B-AEC5-E132394DAC2D}" type="presParOf" srcId="{F1DFEE27-9C52-461C-8B1E-C6D06CC21F41}" destId="{248846E0-20F0-48E7-9F7D-C69AE9734075}" srcOrd="0" destOrd="0" presId="urn:microsoft.com/office/officeart/2018/5/layout/IconCircleLabelList"/>
    <dgm:cxn modelId="{BDF157C4-F441-4A09-BC5A-E2C59B32230C}" type="presParOf" srcId="{F1DFEE27-9C52-461C-8B1E-C6D06CC21F41}" destId="{97CCC619-1524-4268-8024-4B7FD783AFFB}" srcOrd="1" destOrd="0" presId="urn:microsoft.com/office/officeart/2018/5/layout/IconCircleLabelList"/>
    <dgm:cxn modelId="{B8CA7E95-E026-4063-BBFF-9460575306FA}" type="presParOf" srcId="{F1DFEE27-9C52-461C-8B1E-C6D06CC21F41}" destId="{4046F221-7753-4511-BDDD-DB670DAC5F1A}" srcOrd="2" destOrd="0" presId="urn:microsoft.com/office/officeart/2018/5/layout/IconCircleLabelList"/>
    <dgm:cxn modelId="{FE38ECDA-95D9-45AB-BFF4-F5A4186CF584}" type="presParOf" srcId="{F1DFEE27-9C52-461C-8B1E-C6D06CC21F41}" destId="{F3D9DF46-DFFA-4B3D-97A0-1A1DBF7A3BC3}" srcOrd="3" destOrd="0" presId="urn:microsoft.com/office/officeart/2018/5/layout/IconCircleLabelList"/>
    <dgm:cxn modelId="{636A6EEB-983D-4587-9E67-A82AA7C5641D}" type="presParOf" srcId="{89BB1BCD-87C6-48A9-8016-47B10B4EF187}" destId="{1A71045F-5E46-455B-811F-1CCBF858ECC3}" srcOrd="1" destOrd="0" presId="urn:microsoft.com/office/officeart/2018/5/layout/IconCircleLabelList"/>
    <dgm:cxn modelId="{8014D5A6-E90C-4EC0-8CB5-0532952DD90C}" type="presParOf" srcId="{89BB1BCD-87C6-48A9-8016-47B10B4EF187}" destId="{5B6AFA24-5A2B-466A-9E48-85EAAB479DA7}" srcOrd="2" destOrd="0" presId="urn:microsoft.com/office/officeart/2018/5/layout/IconCircleLabelList"/>
    <dgm:cxn modelId="{E49B2EB2-E068-4073-9353-769C86F0B139}" type="presParOf" srcId="{5B6AFA24-5A2B-466A-9E48-85EAAB479DA7}" destId="{F85621FB-BD70-400F-8E30-4E87201CB054}" srcOrd="0" destOrd="0" presId="urn:microsoft.com/office/officeart/2018/5/layout/IconCircleLabelList"/>
    <dgm:cxn modelId="{1D21541C-F489-4E26-B9DD-B65CB4644D54}" type="presParOf" srcId="{5B6AFA24-5A2B-466A-9E48-85EAAB479DA7}" destId="{87200CD8-A0DC-49C5-9402-2D72B20A0A70}" srcOrd="1" destOrd="0" presId="urn:microsoft.com/office/officeart/2018/5/layout/IconCircleLabelList"/>
    <dgm:cxn modelId="{4E219100-F6F9-49DE-AFC5-01AB4776A31C}" type="presParOf" srcId="{5B6AFA24-5A2B-466A-9E48-85EAAB479DA7}" destId="{B215CDB9-FE4B-44FE-9896-E1C7E6F0EB98}" srcOrd="2" destOrd="0" presId="urn:microsoft.com/office/officeart/2018/5/layout/IconCircleLabelList"/>
    <dgm:cxn modelId="{1ED36627-B3E3-4978-A1C2-38AEC461B22E}" type="presParOf" srcId="{5B6AFA24-5A2B-466A-9E48-85EAAB479DA7}" destId="{C8AF2214-00A7-4539-9E0C-FB007376C92B}" srcOrd="3" destOrd="0" presId="urn:microsoft.com/office/officeart/2018/5/layout/IconCircleLabelList"/>
    <dgm:cxn modelId="{6B40CF00-004E-42C3-81EE-81076E813E4C}" type="presParOf" srcId="{89BB1BCD-87C6-48A9-8016-47B10B4EF187}" destId="{2F6EEE04-F27D-4EB7-B5D6-BD44031B0F90}" srcOrd="3" destOrd="0" presId="urn:microsoft.com/office/officeart/2018/5/layout/IconCircleLabelList"/>
    <dgm:cxn modelId="{808D6CAF-3944-427C-8E7D-DDDB9030E25E}" type="presParOf" srcId="{89BB1BCD-87C6-48A9-8016-47B10B4EF187}" destId="{F40E6D04-179D-4ADC-8E3C-AE9D20A68969}" srcOrd="4" destOrd="0" presId="urn:microsoft.com/office/officeart/2018/5/layout/IconCircleLabelList"/>
    <dgm:cxn modelId="{533A1D9C-A56E-44B0-9317-F36E7629ED0A}" type="presParOf" srcId="{F40E6D04-179D-4ADC-8E3C-AE9D20A68969}" destId="{34A89BFD-8FD6-4E7C-AF52-A5348F89428D}" srcOrd="0" destOrd="0" presId="urn:microsoft.com/office/officeart/2018/5/layout/IconCircleLabelList"/>
    <dgm:cxn modelId="{97AFE6E6-4D2C-444C-99D8-B189659020EB}" type="presParOf" srcId="{F40E6D04-179D-4ADC-8E3C-AE9D20A68969}" destId="{2F7B5550-C10E-4206-85AE-23B0EFFD94A9}" srcOrd="1" destOrd="0" presId="urn:microsoft.com/office/officeart/2018/5/layout/IconCircleLabelList"/>
    <dgm:cxn modelId="{A5043573-22CC-493F-8C5D-269F6174FBD3}" type="presParOf" srcId="{F40E6D04-179D-4ADC-8E3C-AE9D20A68969}" destId="{CF337123-BC0E-4CFD-97ED-F24D1BC9EB93}" srcOrd="2" destOrd="0" presId="urn:microsoft.com/office/officeart/2018/5/layout/IconCircleLabelList"/>
    <dgm:cxn modelId="{CB5800B4-D61C-42E3-A05B-479DBB444FD8}" type="presParOf" srcId="{F40E6D04-179D-4ADC-8E3C-AE9D20A68969}" destId="{86E16061-ABC6-47C2-B9B6-7C23FFA9885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64B91C-0C0D-4B99-89A9-E2A7B6844073}">
      <dsp:nvSpPr>
        <dsp:cNvPr id="0" name=""/>
        <dsp:cNvSpPr/>
      </dsp:nvSpPr>
      <dsp:spPr>
        <a:xfrm>
          <a:off x="0" y="539720"/>
          <a:ext cx="6620255" cy="11992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/>
            <a:t>Hvad er stof?</a:t>
          </a:r>
          <a:endParaRPr lang="en-US" sz="5000" kern="1200"/>
        </a:p>
      </dsp:txBody>
      <dsp:txXfrm>
        <a:off x="58543" y="598263"/>
        <a:ext cx="6503169" cy="1082164"/>
      </dsp:txXfrm>
    </dsp:sp>
    <dsp:sp modelId="{33AF38B0-CA39-474A-8D3D-46E9F85F0A2C}">
      <dsp:nvSpPr>
        <dsp:cNvPr id="0" name=""/>
        <dsp:cNvSpPr/>
      </dsp:nvSpPr>
      <dsp:spPr>
        <a:xfrm>
          <a:off x="0" y="1882971"/>
          <a:ext cx="6620255" cy="1199250"/>
        </a:xfrm>
        <a:prstGeom prst="roundRect">
          <a:avLst/>
        </a:prstGeom>
        <a:solidFill>
          <a:schemeClr val="accent5">
            <a:hueOff val="4187701"/>
            <a:satOff val="449"/>
            <a:lumOff val="-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/>
            <a:t>Giv eksempler på stof.</a:t>
          </a:r>
          <a:endParaRPr lang="en-US" sz="5000" kern="1200"/>
        </a:p>
      </dsp:txBody>
      <dsp:txXfrm>
        <a:off x="58543" y="1941514"/>
        <a:ext cx="6503169" cy="1082164"/>
      </dsp:txXfrm>
    </dsp:sp>
    <dsp:sp modelId="{8E9CEE1F-0D24-4852-804A-B3A6F6C944B6}">
      <dsp:nvSpPr>
        <dsp:cNvPr id="0" name=""/>
        <dsp:cNvSpPr/>
      </dsp:nvSpPr>
      <dsp:spPr>
        <a:xfrm>
          <a:off x="0" y="3226221"/>
          <a:ext cx="6620255" cy="1199250"/>
        </a:xfrm>
        <a:prstGeom prst="roundRect">
          <a:avLst/>
        </a:prstGeom>
        <a:solidFill>
          <a:schemeClr val="accent5">
            <a:hueOff val="8375403"/>
            <a:satOff val="897"/>
            <a:lumOff val="-172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/>
            <a:t>Hvad består stof af?</a:t>
          </a:r>
          <a:endParaRPr lang="en-US" sz="5000" kern="1200"/>
        </a:p>
      </dsp:txBody>
      <dsp:txXfrm>
        <a:off x="58543" y="3284764"/>
        <a:ext cx="6503169" cy="10821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8846E0-20F0-48E7-9F7D-C69AE9734075}">
      <dsp:nvSpPr>
        <dsp:cNvPr id="0" name=""/>
        <dsp:cNvSpPr/>
      </dsp:nvSpPr>
      <dsp:spPr>
        <a:xfrm>
          <a:off x="396377" y="1335096"/>
          <a:ext cx="1200937" cy="1200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CC619-1524-4268-8024-4B7FD783AFFB}">
      <dsp:nvSpPr>
        <dsp:cNvPr id="0" name=""/>
        <dsp:cNvSpPr/>
      </dsp:nvSpPr>
      <dsp:spPr>
        <a:xfrm>
          <a:off x="652315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9DF46-DFFA-4B3D-97A0-1A1DBF7A3BC3}">
      <dsp:nvSpPr>
        <dsp:cNvPr id="0" name=""/>
        <dsp:cNvSpPr/>
      </dsp:nvSpPr>
      <dsp:spPr>
        <a:xfrm>
          <a:off x="12471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300" kern="1200"/>
            <a:t>Find opgavearket ”opgaver kapitel 01.docx” på Lectio (under Dokumenter)</a:t>
          </a:r>
          <a:endParaRPr lang="en-US" sz="1300" kern="1200"/>
        </a:p>
      </dsp:txBody>
      <dsp:txXfrm>
        <a:off x="12471" y="2910096"/>
        <a:ext cx="1968750" cy="720000"/>
      </dsp:txXfrm>
    </dsp:sp>
    <dsp:sp modelId="{F85621FB-BD70-400F-8E30-4E87201CB054}">
      <dsp:nvSpPr>
        <dsp:cNvPr id="0" name=""/>
        <dsp:cNvSpPr/>
      </dsp:nvSpPr>
      <dsp:spPr>
        <a:xfrm>
          <a:off x="2709659" y="1335096"/>
          <a:ext cx="1200937" cy="1200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00CD8-A0DC-49C5-9402-2D72B20A0A70}">
      <dsp:nvSpPr>
        <dsp:cNvPr id="0" name=""/>
        <dsp:cNvSpPr/>
      </dsp:nvSpPr>
      <dsp:spPr>
        <a:xfrm>
          <a:off x="2965596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F2214-00A7-4539-9E0C-FB007376C92B}">
      <dsp:nvSpPr>
        <dsp:cNvPr id="0" name=""/>
        <dsp:cNvSpPr/>
      </dsp:nvSpPr>
      <dsp:spPr>
        <a:xfrm>
          <a:off x="2325752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300" kern="1200"/>
            <a:t>Opgave 1-3</a:t>
          </a:r>
          <a:endParaRPr lang="en-US" sz="1300" kern="1200"/>
        </a:p>
      </dsp:txBody>
      <dsp:txXfrm>
        <a:off x="2325752" y="2910096"/>
        <a:ext cx="1968750" cy="720000"/>
      </dsp:txXfrm>
    </dsp:sp>
    <dsp:sp modelId="{34A89BFD-8FD6-4E7C-AF52-A5348F89428D}">
      <dsp:nvSpPr>
        <dsp:cNvPr id="0" name=""/>
        <dsp:cNvSpPr/>
      </dsp:nvSpPr>
      <dsp:spPr>
        <a:xfrm>
          <a:off x="5022940" y="1335096"/>
          <a:ext cx="1200937" cy="1200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7B5550-C10E-4206-85AE-23B0EFFD94A9}">
      <dsp:nvSpPr>
        <dsp:cNvPr id="0" name=""/>
        <dsp:cNvSpPr/>
      </dsp:nvSpPr>
      <dsp:spPr>
        <a:xfrm>
          <a:off x="5278877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16061-ABC6-47C2-B9B6-7C23FFA9885D}">
      <dsp:nvSpPr>
        <dsp:cNvPr id="0" name=""/>
        <dsp:cNvSpPr/>
      </dsp:nvSpPr>
      <dsp:spPr>
        <a:xfrm>
          <a:off x="4639034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300" kern="1200"/>
            <a:t>10 minutter</a:t>
          </a:r>
          <a:endParaRPr lang="en-US" sz="1300" kern="1200"/>
        </a:p>
      </dsp:txBody>
      <dsp:txXfrm>
        <a:off x="4639034" y="2910096"/>
        <a:ext cx="196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8846E0-20F0-48E7-9F7D-C69AE9734075}">
      <dsp:nvSpPr>
        <dsp:cNvPr id="0" name=""/>
        <dsp:cNvSpPr/>
      </dsp:nvSpPr>
      <dsp:spPr>
        <a:xfrm>
          <a:off x="396377" y="1335096"/>
          <a:ext cx="1200937" cy="1200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CC619-1524-4268-8024-4B7FD783AFFB}">
      <dsp:nvSpPr>
        <dsp:cNvPr id="0" name=""/>
        <dsp:cNvSpPr/>
      </dsp:nvSpPr>
      <dsp:spPr>
        <a:xfrm>
          <a:off x="652315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9DF46-DFFA-4B3D-97A0-1A1DBF7A3BC3}">
      <dsp:nvSpPr>
        <dsp:cNvPr id="0" name=""/>
        <dsp:cNvSpPr/>
      </dsp:nvSpPr>
      <dsp:spPr>
        <a:xfrm>
          <a:off x="12471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300" kern="1200" dirty="0"/>
            <a:t>Find opgavearket ”opgaver kapitel 01.docx” på Lectio (under Dokumenter)</a:t>
          </a:r>
          <a:endParaRPr lang="en-US" sz="1300" kern="1200" dirty="0"/>
        </a:p>
      </dsp:txBody>
      <dsp:txXfrm>
        <a:off x="12471" y="2910096"/>
        <a:ext cx="1968750" cy="720000"/>
      </dsp:txXfrm>
    </dsp:sp>
    <dsp:sp modelId="{F85621FB-BD70-400F-8E30-4E87201CB054}">
      <dsp:nvSpPr>
        <dsp:cNvPr id="0" name=""/>
        <dsp:cNvSpPr/>
      </dsp:nvSpPr>
      <dsp:spPr>
        <a:xfrm>
          <a:off x="2709659" y="1335096"/>
          <a:ext cx="1200937" cy="1200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00CD8-A0DC-49C5-9402-2D72B20A0A70}">
      <dsp:nvSpPr>
        <dsp:cNvPr id="0" name=""/>
        <dsp:cNvSpPr/>
      </dsp:nvSpPr>
      <dsp:spPr>
        <a:xfrm>
          <a:off x="2965596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F2214-00A7-4539-9E0C-FB007376C92B}">
      <dsp:nvSpPr>
        <dsp:cNvPr id="0" name=""/>
        <dsp:cNvSpPr/>
      </dsp:nvSpPr>
      <dsp:spPr>
        <a:xfrm>
          <a:off x="2325752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300" kern="1200" dirty="0"/>
            <a:t>Opgave 4</a:t>
          </a:r>
          <a:endParaRPr lang="en-US" sz="1300" kern="1200" dirty="0"/>
        </a:p>
      </dsp:txBody>
      <dsp:txXfrm>
        <a:off x="2325752" y="2910096"/>
        <a:ext cx="1968750" cy="720000"/>
      </dsp:txXfrm>
    </dsp:sp>
    <dsp:sp modelId="{34A89BFD-8FD6-4E7C-AF52-A5348F89428D}">
      <dsp:nvSpPr>
        <dsp:cNvPr id="0" name=""/>
        <dsp:cNvSpPr/>
      </dsp:nvSpPr>
      <dsp:spPr>
        <a:xfrm>
          <a:off x="5022940" y="1335096"/>
          <a:ext cx="1200937" cy="1200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7B5550-C10E-4206-85AE-23B0EFFD94A9}">
      <dsp:nvSpPr>
        <dsp:cNvPr id="0" name=""/>
        <dsp:cNvSpPr/>
      </dsp:nvSpPr>
      <dsp:spPr>
        <a:xfrm>
          <a:off x="5278877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16061-ABC6-47C2-B9B6-7C23FFA9885D}">
      <dsp:nvSpPr>
        <dsp:cNvPr id="0" name=""/>
        <dsp:cNvSpPr/>
      </dsp:nvSpPr>
      <dsp:spPr>
        <a:xfrm>
          <a:off x="4639034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300" kern="1200"/>
            <a:t>10 minutter</a:t>
          </a:r>
          <a:endParaRPr lang="en-US" sz="1300" kern="1200"/>
        </a:p>
      </dsp:txBody>
      <dsp:txXfrm>
        <a:off x="4639034" y="2910096"/>
        <a:ext cx="196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8846E0-20F0-48E7-9F7D-C69AE9734075}">
      <dsp:nvSpPr>
        <dsp:cNvPr id="0" name=""/>
        <dsp:cNvSpPr/>
      </dsp:nvSpPr>
      <dsp:spPr>
        <a:xfrm>
          <a:off x="396377" y="1335096"/>
          <a:ext cx="1200937" cy="1200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CC619-1524-4268-8024-4B7FD783AFFB}">
      <dsp:nvSpPr>
        <dsp:cNvPr id="0" name=""/>
        <dsp:cNvSpPr/>
      </dsp:nvSpPr>
      <dsp:spPr>
        <a:xfrm>
          <a:off x="652315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9DF46-DFFA-4B3D-97A0-1A1DBF7A3BC3}">
      <dsp:nvSpPr>
        <dsp:cNvPr id="0" name=""/>
        <dsp:cNvSpPr/>
      </dsp:nvSpPr>
      <dsp:spPr>
        <a:xfrm>
          <a:off x="12471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300" kern="1200" dirty="0"/>
            <a:t>Find opgavearket ”opgaver kapitel 01.docx” på Lectio (under Dokumenter)</a:t>
          </a:r>
          <a:endParaRPr lang="en-US" sz="1300" kern="1200" dirty="0"/>
        </a:p>
      </dsp:txBody>
      <dsp:txXfrm>
        <a:off x="12471" y="2910096"/>
        <a:ext cx="1968750" cy="720000"/>
      </dsp:txXfrm>
    </dsp:sp>
    <dsp:sp modelId="{F85621FB-BD70-400F-8E30-4E87201CB054}">
      <dsp:nvSpPr>
        <dsp:cNvPr id="0" name=""/>
        <dsp:cNvSpPr/>
      </dsp:nvSpPr>
      <dsp:spPr>
        <a:xfrm>
          <a:off x="2709659" y="1335096"/>
          <a:ext cx="1200937" cy="1200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00CD8-A0DC-49C5-9402-2D72B20A0A70}">
      <dsp:nvSpPr>
        <dsp:cNvPr id="0" name=""/>
        <dsp:cNvSpPr/>
      </dsp:nvSpPr>
      <dsp:spPr>
        <a:xfrm>
          <a:off x="2965596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F2214-00A7-4539-9E0C-FB007376C92B}">
      <dsp:nvSpPr>
        <dsp:cNvPr id="0" name=""/>
        <dsp:cNvSpPr/>
      </dsp:nvSpPr>
      <dsp:spPr>
        <a:xfrm>
          <a:off x="2325752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300" kern="1200" dirty="0"/>
            <a:t>Opgave 5</a:t>
          </a:r>
          <a:endParaRPr lang="en-US" sz="1300" kern="1200" dirty="0"/>
        </a:p>
      </dsp:txBody>
      <dsp:txXfrm>
        <a:off x="2325752" y="2910096"/>
        <a:ext cx="1968750" cy="720000"/>
      </dsp:txXfrm>
    </dsp:sp>
    <dsp:sp modelId="{34A89BFD-8FD6-4E7C-AF52-A5348F89428D}">
      <dsp:nvSpPr>
        <dsp:cNvPr id="0" name=""/>
        <dsp:cNvSpPr/>
      </dsp:nvSpPr>
      <dsp:spPr>
        <a:xfrm>
          <a:off x="5022940" y="1335096"/>
          <a:ext cx="1200937" cy="1200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7B5550-C10E-4206-85AE-23B0EFFD94A9}">
      <dsp:nvSpPr>
        <dsp:cNvPr id="0" name=""/>
        <dsp:cNvSpPr/>
      </dsp:nvSpPr>
      <dsp:spPr>
        <a:xfrm>
          <a:off x="5278877" y="159103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16061-ABC6-47C2-B9B6-7C23FFA9885D}">
      <dsp:nvSpPr>
        <dsp:cNvPr id="0" name=""/>
        <dsp:cNvSpPr/>
      </dsp:nvSpPr>
      <dsp:spPr>
        <a:xfrm>
          <a:off x="4639034" y="291009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1300" kern="1200"/>
            <a:t>10 minutter</a:t>
          </a:r>
          <a:endParaRPr lang="en-US" sz="1300" kern="1200"/>
        </a:p>
      </dsp:txBody>
      <dsp:txXfrm>
        <a:off x="4639034" y="2910096"/>
        <a:ext cx="19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5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8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6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93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73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9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53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71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34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0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45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68" r:id="rId2"/>
    <p:sldLayoutId id="2147483767" r:id="rId3"/>
    <p:sldLayoutId id="2147483766" r:id="rId4"/>
    <p:sldLayoutId id="2147483765" r:id="rId5"/>
    <p:sldLayoutId id="2147483764" r:id="rId6"/>
    <p:sldLayoutId id="2147483763" r:id="rId7"/>
    <p:sldLayoutId id="2147483762" r:id="rId8"/>
    <p:sldLayoutId id="2147483761" r:id="rId9"/>
    <p:sldLayoutId id="2147483760" r:id="rId10"/>
    <p:sldLayoutId id="21474837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Video 3" descr="3D-glas med gengivelse af kemiske forbindelser">
            <a:extLst>
              <a:ext uri="{FF2B5EF4-FFF2-40B4-BE49-F238E27FC236}">
                <a16:creationId xmlns:a16="http://schemas.microsoft.com/office/drawing/2014/main" id="{19482E31-FC71-2A96-D957-2700FB511F8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58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508F7DC-CA28-4ACE-AF79-D7E98ED1B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B20218-A500-457C-B65C-F3D198B1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5DB703-9FB8-DF79-9874-14AF9CEC7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8686796" cy="2334247"/>
          </a:xfrm>
        </p:spPr>
        <p:txBody>
          <a:bodyPr anchor="t">
            <a:normAutofit fontScale="90000"/>
          </a:bodyPr>
          <a:lstStyle/>
          <a:p>
            <a:r>
              <a:rPr lang="da-DK" dirty="0">
                <a:solidFill>
                  <a:srgbClr val="FFFFFF"/>
                </a:solidFill>
              </a:rPr>
              <a:t>Kemi C for HF – Kap. 1</a:t>
            </a:r>
            <a:br>
              <a:rPr lang="da-DK">
                <a:solidFill>
                  <a:srgbClr val="FFFFFF"/>
                </a:solidFill>
              </a:rPr>
            </a:br>
            <a:r>
              <a:rPr lang="da-DK">
                <a:solidFill>
                  <a:srgbClr val="FFFFFF"/>
                </a:solidFill>
              </a:rPr>
              <a:t>Introduktion</a:t>
            </a:r>
            <a:endParaRPr lang="da-DK" dirty="0">
              <a:solidFill>
                <a:srgbClr val="FFFFFF"/>
              </a:solidFill>
            </a:endParaRP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980BB0B-3396-1CDA-AAAD-C48D25A8A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3552826"/>
            <a:ext cx="8720710" cy="2653653"/>
          </a:xfrm>
        </p:spPr>
        <p:txBody>
          <a:bodyPr anchor="t"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En del af NF-pakken (kemi, biologi, geografi)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04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3A70661-D416-A42C-C2DB-41604AE3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da-DK" dirty="0"/>
              <a:t>Tre spørgsmål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B1BBE168-4A33-2D61-4F6B-88BC5D745C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3437917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6131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817AC-9686-5D82-AD02-37EA75C3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Tre hovedemner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E7FE077-ECFE-8C53-A38C-FAE1218E0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a-DK" sz="2800" dirty="0"/>
              <a:t>I kemi på C-niveau, skal vi grundlæggende beskæftige os med tre hovedemner:</a:t>
            </a:r>
          </a:p>
          <a:p>
            <a:r>
              <a:rPr lang="da-DK" sz="2800" dirty="0"/>
              <a:t>1. Stofs opbygning</a:t>
            </a:r>
          </a:p>
          <a:p>
            <a:r>
              <a:rPr lang="da-DK" sz="2800" dirty="0"/>
              <a:t>2. Stofs reaktion (omdannelse)</a:t>
            </a:r>
          </a:p>
          <a:p>
            <a:r>
              <a:rPr lang="da-DK" sz="2800" dirty="0"/>
              <a:t>3. Mængdeberegninger</a:t>
            </a:r>
          </a:p>
          <a:p>
            <a:endParaRPr lang="da-DK" sz="2800" dirty="0"/>
          </a:p>
          <a:p>
            <a:r>
              <a:rPr lang="da-DK" sz="2800" dirty="0"/>
              <a:t>Bemærk: Dette går på tværs af de tre hovedtemaer i NF-pakken (vand, energi- og klima, fødevarer)</a:t>
            </a:r>
          </a:p>
        </p:txBody>
      </p:sp>
    </p:spTree>
    <p:extLst>
      <p:ext uri="{BB962C8B-B14F-4D97-AF65-F5344CB8AC3E}">
        <p14:creationId xmlns:p14="http://schemas.microsoft.com/office/powerpoint/2010/main" val="926208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022D97-01FE-D3CF-C0A4-1050875DC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Stofs opbygning - atomer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986A525-B862-0180-047C-31C2EF3F6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739563" cy="3767328"/>
          </a:xfrm>
        </p:spPr>
        <p:txBody>
          <a:bodyPr>
            <a:normAutofit/>
          </a:bodyPr>
          <a:lstStyle/>
          <a:p>
            <a:r>
              <a:rPr lang="da-DK" sz="2800" dirty="0"/>
              <a:t>Ifølge kemien, er alt stof i verden – inklusive os selv – opbygget af små partikler vi kalder atomer</a:t>
            </a:r>
          </a:p>
          <a:p>
            <a:r>
              <a:rPr lang="da-DK" sz="2800" dirty="0"/>
              <a:t>Der findes ca. 100 forskellige slags atomer</a:t>
            </a:r>
          </a:p>
          <a:p>
            <a:r>
              <a:rPr lang="da-DK" sz="2800" dirty="0"/>
              <a:t>Atomer er kemiens byggeklodser (legoklodser)</a:t>
            </a:r>
          </a:p>
          <a:p>
            <a:pPr marL="0" indent="0">
              <a:buNone/>
            </a:pPr>
            <a:endParaRPr lang="da-DK" sz="2800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27935589-01DF-7311-1CA6-FDC4D8C01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771" y="1801476"/>
            <a:ext cx="4121659" cy="412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1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C9C726-56EA-CF28-C725-030A339F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237" y="956637"/>
            <a:ext cx="11155680" cy="1463040"/>
          </a:xfrm>
        </p:spPr>
        <p:txBody>
          <a:bodyPr/>
          <a:lstStyle/>
          <a:p>
            <a:r>
              <a:rPr lang="da-DK" dirty="0"/>
              <a:t>Stofs opbygning - molekyler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30E9CCC-DF6E-5DC8-5FC0-611FCAA2D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246735" cy="3767328"/>
          </a:xfrm>
        </p:spPr>
        <p:txBody>
          <a:bodyPr>
            <a:normAutofit/>
          </a:bodyPr>
          <a:lstStyle/>
          <a:p>
            <a:r>
              <a:rPr lang="da-DK" sz="2800" dirty="0"/>
              <a:t>Atomer kan sættes sammen til større enheder der hedder molekyler</a:t>
            </a:r>
          </a:p>
          <a:p>
            <a:r>
              <a:rPr lang="da-DK" sz="2800" dirty="0"/>
              <a:t>Det er dog ikke alt stof i verden der består af molekyler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2EEB41AC-1499-6EE0-93B7-B2AE160F4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833" y="2198915"/>
            <a:ext cx="6330011" cy="392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463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E08A30-0337-0277-850E-42368E9B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E6413186-E877-EFCB-3A73-8F4BC7DD4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580180"/>
              </p:ext>
            </p:extLst>
          </p:nvPr>
        </p:nvGraphicFramePr>
        <p:xfrm>
          <a:off x="36179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4034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31EF7-A818-41CE-3B8D-AAA288E50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Kemisk reaktion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FD6CA6B-2CEF-D2CD-BBEE-FB447748B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532735" cy="3767328"/>
          </a:xfrm>
        </p:spPr>
        <p:txBody>
          <a:bodyPr>
            <a:normAutofit lnSpcReduction="10000"/>
          </a:bodyPr>
          <a:lstStyle/>
          <a:p>
            <a:r>
              <a:rPr lang="da-DK" sz="2400" dirty="0"/>
              <a:t>Kemiske stoffer kan omdannes til andre kemiske stoffer</a:t>
            </a:r>
          </a:p>
          <a:p>
            <a:r>
              <a:rPr lang="da-DK" sz="2400" dirty="0"/>
              <a:t>I kemi siger man at der sker en kemisk reaktion</a:t>
            </a:r>
          </a:p>
          <a:p>
            <a:r>
              <a:rPr lang="da-DK" sz="2400" dirty="0"/>
              <a:t>Et eksempel på en kemisk reaktion er kul der brænder</a:t>
            </a:r>
          </a:p>
          <a:p>
            <a:r>
              <a:rPr lang="da-DK" sz="2400" dirty="0"/>
              <a:t>Ved en forbrænding bruges der </a:t>
            </a:r>
            <a:r>
              <a:rPr lang="da-DK" sz="2400" dirty="0" err="1"/>
              <a:t>dioxygen</a:t>
            </a:r>
            <a:r>
              <a:rPr lang="da-DK" sz="2400" dirty="0"/>
              <a:t> (ilt) fra luften og der dannes carbondioxid og vand</a:t>
            </a:r>
          </a:p>
          <a:p>
            <a:r>
              <a:rPr lang="da-DK" sz="2400" dirty="0"/>
              <a:t>Kul + </a:t>
            </a:r>
            <a:r>
              <a:rPr lang="da-DK" sz="2400" dirty="0" err="1"/>
              <a:t>dioxygen</a:t>
            </a:r>
            <a:r>
              <a:rPr lang="da-DK" sz="2400" dirty="0"/>
              <a:t> ⟶ carbondioxid + vand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DBD1E48A-EE78-F677-40A5-08B931741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114" y="2441448"/>
            <a:ext cx="4442678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6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98CE0-45C7-81A3-9955-D75364A9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781428D-350C-2707-8E56-C1D18EDDD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3813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13E69-84E0-A87B-A324-8671D5014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567C4A-5BCF-403E-819A-2B8A8FED5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84224A47-4CF5-CB14-ABC6-82872A9037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716071"/>
              </p:ext>
            </p:extLst>
          </p:nvPr>
        </p:nvGraphicFramePr>
        <p:xfrm>
          <a:off x="36179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6845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997EF8-20F0-56CB-1404-17E87ACD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Mængdeberegninger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15A958C-4337-DD69-8175-3F21D47BF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Hvis en kemisk virksomhed skal fremstille 1 ton ammoniak (gødningsstof) skal der bruges </a:t>
            </a:r>
            <a:r>
              <a:rPr lang="da-DK" sz="2400" dirty="0" err="1"/>
              <a:t>dihydrogen</a:t>
            </a:r>
            <a:r>
              <a:rPr lang="da-DK" sz="2400" dirty="0"/>
              <a:t> og </a:t>
            </a:r>
            <a:r>
              <a:rPr lang="da-DK" sz="2400" dirty="0" err="1"/>
              <a:t>dinitrogen</a:t>
            </a:r>
            <a:endParaRPr lang="da-DK" sz="2400" dirty="0"/>
          </a:p>
          <a:p>
            <a:r>
              <a:rPr lang="da-DK" sz="2400" dirty="0"/>
              <a:t>Det er vigtigt at vide hvor meget </a:t>
            </a:r>
            <a:r>
              <a:rPr lang="da-DK" sz="2400" dirty="0" err="1"/>
              <a:t>dihydrogen</a:t>
            </a:r>
            <a:r>
              <a:rPr lang="da-DK" sz="2400" dirty="0"/>
              <a:t> og </a:t>
            </a:r>
            <a:r>
              <a:rPr lang="da-DK" sz="2400" dirty="0" err="1"/>
              <a:t>dinitrogen</a:t>
            </a:r>
            <a:r>
              <a:rPr lang="da-DK" sz="2400" dirty="0"/>
              <a:t> der skal bruges</a:t>
            </a:r>
          </a:p>
          <a:p>
            <a:r>
              <a:rPr lang="da-DK" sz="2400" dirty="0"/>
              <a:t>Når vi afbrænder benzin i en bilmotor, udledes der carbondioxid</a:t>
            </a:r>
          </a:p>
          <a:p>
            <a:r>
              <a:rPr lang="da-DK" sz="2400" dirty="0"/>
              <a:t>Det er vigtigt at vide hvor meget carbondioxid der udledes, da carbondioxid har betydning for klimaet</a:t>
            </a:r>
          </a:p>
          <a:p>
            <a:r>
              <a:rPr lang="da-DK" sz="2400" dirty="0"/>
              <a:t>Mængdeberegninger kan give svaret på ovenstående</a:t>
            </a:r>
          </a:p>
        </p:txBody>
      </p:sp>
    </p:spTree>
    <p:extLst>
      <p:ext uri="{BB962C8B-B14F-4D97-AF65-F5344CB8AC3E}">
        <p14:creationId xmlns:p14="http://schemas.microsoft.com/office/powerpoint/2010/main" val="55246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3B92-31F1-2FA5-E89E-91F3CA336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E2D90D-AD7A-0673-4239-913BF4C38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B04CC7C0-F9E0-6A7C-8274-BDF8AD2E21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3289053"/>
              </p:ext>
            </p:extLst>
          </p:nvPr>
        </p:nvGraphicFramePr>
        <p:xfrm>
          <a:off x="36179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8166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76C870-C564-FD82-9842-C580C705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Opsamling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CB76E64-0AAE-EBE1-3F2B-9CC5B604D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sz="3200" dirty="0"/>
              <a:t>Stof består af atomer (små partikler)</a:t>
            </a:r>
          </a:p>
          <a:p>
            <a:r>
              <a:rPr lang="da-DK" sz="3200" dirty="0"/>
              <a:t>Der findes ca. 100 forskellige slags atomer</a:t>
            </a:r>
          </a:p>
          <a:p>
            <a:r>
              <a:rPr lang="da-DK" sz="3200" dirty="0"/>
              <a:t>Atomer kan sættes sammen til molekyler</a:t>
            </a:r>
          </a:p>
          <a:p>
            <a:r>
              <a:rPr lang="da-DK" sz="3200" dirty="0"/>
              <a:t>Stoffer kan omdannes til andre stoffer (reaktion)</a:t>
            </a:r>
          </a:p>
          <a:p>
            <a:r>
              <a:rPr lang="da-DK" sz="3200" dirty="0"/>
              <a:t>Mængdeberegninger bruges til beregning af hvor meget stof der </a:t>
            </a:r>
            <a:r>
              <a:rPr lang="da-DK" sz="3200"/>
              <a:t>skal bruges</a:t>
            </a: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427214343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40</TotalTime>
  <Words>376</Words>
  <Application>Microsoft Office PowerPoint</Application>
  <PresentationFormat>Widescreen</PresentationFormat>
  <Paragraphs>50</Paragraphs>
  <Slides>12</Slides>
  <Notes>0</Notes>
  <HiddenSlides>0</HiddenSlides>
  <MMClips>1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12</vt:i4>
      </vt:variant>
    </vt:vector>
  </HeadingPairs>
  <TitlesOfParts>
    <vt:vector size="15" baseType="lpstr">
      <vt:lpstr>Arial</vt:lpstr>
      <vt:lpstr>Bierstadt</vt:lpstr>
      <vt:lpstr>GestaltVTI</vt:lpstr>
      <vt:lpstr>Kemi C for HF – Kap. 1 Introduktion</vt:lpstr>
      <vt:lpstr>Tre spørgsmål</vt:lpstr>
      <vt:lpstr>Tre hovedemner</vt:lpstr>
      <vt:lpstr>Stofs opbygning - atomer</vt:lpstr>
      <vt:lpstr>Stofs opbygning - molekyler</vt:lpstr>
      <vt:lpstr>Opgaver</vt:lpstr>
      <vt:lpstr>Kemisk reaktion</vt:lpstr>
      <vt:lpstr>PowerPoint-præsentation</vt:lpstr>
      <vt:lpstr>Opgaver</vt:lpstr>
      <vt:lpstr>Mængdeberegninger</vt:lpstr>
      <vt:lpstr>Opgaver</vt:lpstr>
      <vt:lpstr>Opsamling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Valdemar Vest</dc:creator>
  <cp:lastModifiedBy>Henry Valdemar Vest</cp:lastModifiedBy>
  <cp:revision>1</cp:revision>
  <dcterms:created xsi:type="dcterms:W3CDTF">2026-09-15T08:17:03Z</dcterms:created>
  <dcterms:modified xsi:type="dcterms:W3CDTF">2026-09-24T09:09:59Z</dcterms:modified>
</cp:coreProperties>
</file>