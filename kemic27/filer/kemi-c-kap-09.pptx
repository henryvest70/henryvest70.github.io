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176CE-2410-4EF0-B7D7-973D2373112B}" v="61" dt="2026-09-29T06:24:08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modSld">
      <pc:chgData name="Henry Valdemar Vest" userId="f5b1f0ec-4051-405f-83b3-0c678f78df49" providerId="ADAL" clId="{0B671710-12AA-4A9C-8982-6D6CBD054718}" dt="2026-09-29T06:21:50.171" v="56"/>
      <pc:docMkLst>
        <pc:docMk/>
      </pc:docMkLst>
      <pc:sldChg chg="addSp modSp">
        <pc:chgData name="Henry Valdemar Vest" userId="f5b1f0ec-4051-405f-83b3-0c678f78df49" providerId="ADAL" clId="{0B671710-12AA-4A9C-8982-6D6CBD054718}" dt="2026-09-29T06:01:06.587" v="0"/>
        <pc:sldMkLst>
          <pc:docMk/>
          <pc:sldMk cId="223806291" sldId="256"/>
        </pc:sldMkLst>
        <pc:graphicFrameChg chg="add mod">
          <ac:chgData name="Henry Valdemar Vest" userId="f5b1f0ec-4051-405f-83b3-0c678f78df49" providerId="ADAL" clId="{0B671710-12AA-4A9C-8982-6D6CBD054718}" dt="2026-09-29T06:01:06.587" v="0"/>
          <ac:graphicFrameMkLst>
            <pc:docMk/>
            <pc:sldMk cId="223806291" sldId="256"/>
            <ac:graphicFrameMk id="4" creationId="{90349FF9-CC1F-6984-6089-D6827B7D778E}"/>
          </ac:graphicFrameMkLst>
        </pc:graphicFrameChg>
      </pc:sldChg>
      <pc:sldChg chg="modSp">
        <pc:chgData name="Henry Valdemar Vest" userId="f5b1f0ec-4051-405f-83b3-0c678f78df49" providerId="ADAL" clId="{0B671710-12AA-4A9C-8982-6D6CBD054718}" dt="2026-09-29T06:09:43.344" v="2"/>
        <pc:sldMkLst>
          <pc:docMk/>
          <pc:sldMk cId="1791877832" sldId="259"/>
        </pc:sldMkLst>
        <pc:spChg chg="mod">
          <ac:chgData name="Henry Valdemar Vest" userId="f5b1f0ec-4051-405f-83b3-0c678f78df49" providerId="ADAL" clId="{0B671710-12AA-4A9C-8982-6D6CBD054718}" dt="2026-09-29T06:07:58.207" v="1"/>
          <ac:spMkLst>
            <pc:docMk/>
            <pc:sldMk cId="1791877832" sldId="259"/>
            <ac:spMk id="2" creationId="{02917B04-E99A-9AAC-82EA-DD40BFB3AFEA}"/>
          </ac:spMkLst>
        </pc:spChg>
        <pc:graphicFrameChg chg="mod">
          <ac:chgData name="Henry Valdemar Vest" userId="f5b1f0ec-4051-405f-83b3-0c678f78df49" providerId="ADAL" clId="{0B671710-12AA-4A9C-8982-6D6CBD054718}" dt="2026-09-29T06:09:43.344" v="2"/>
          <ac:graphicFrameMkLst>
            <pc:docMk/>
            <pc:sldMk cId="1791877832" sldId="259"/>
            <ac:graphicFrameMk id="5" creationId="{0F2639A0-2006-B8FC-11CB-EC3B64B82C04}"/>
          </ac:graphicFrameMkLst>
        </pc:graphicFrameChg>
      </pc:sldChg>
      <pc:sldChg chg="modSp">
        <pc:chgData name="Henry Valdemar Vest" userId="f5b1f0ec-4051-405f-83b3-0c678f78df49" providerId="ADAL" clId="{0B671710-12AA-4A9C-8982-6D6CBD054718}" dt="2026-09-29T06:13:12.616" v="9"/>
        <pc:sldMkLst>
          <pc:docMk/>
          <pc:sldMk cId="3477498253" sldId="261"/>
        </pc:sldMkLst>
        <pc:graphicFrameChg chg="mod">
          <ac:chgData name="Henry Valdemar Vest" userId="f5b1f0ec-4051-405f-83b3-0c678f78df49" providerId="ADAL" clId="{0B671710-12AA-4A9C-8982-6D6CBD054718}" dt="2026-09-29T06:13:12.616" v="9"/>
          <ac:graphicFrameMkLst>
            <pc:docMk/>
            <pc:sldMk cId="3477498253" sldId="261"/>
            <ac:graphicFrameMk id="5" creationId="{637DB4EB-BB4B-F75D-236D-B107B3828421}"/>
          </ac:graphicFrameMkLst>
        </pc:graphicFrameChg>
      </pc:sldChg>
      <pc:sldChg chg="modSp">
        <pc:chgData name="Henry Valdemar Vest" userId="f5b1f0ec-4051-405f-83b3-0c678f78df49" providerId="ADAL" clId="{0B671710-12AA-4A9C-8982-6D6CBD054718}" dt="2026-09-29T06:19:24.815" v="55" actId="20577"/>
        <pc:sldMkLst>
          <pc:docMk/>
          <pc:sldMk cId="1650022928" sldId="265"/>
        </pc:sldMkLst>
        <pc:spChg chg="mod">
          <ac:chgData name="Henry Valdemar Vest" userId="f5b1f0ec-4051-405f-83b3-0c678f78df49" providerId="ADAL" clId="{0B671710-12AA-4A9C-8982-6D6CBD054718}" dt="2026-09-29T06:19:24.815" v="55" actId="20577"/>
          <ac:spMkLst>
            <pc:docMk/>
            <pc:sldMk cId="1650022928" sldId="265"/>
            <ac:spMk id="3" creationId="{4CF1F60C-9412-6DAC-6D7C-B387B154EF74}"/>
          </ac:spMkLst>
        </pc:spChg>
      </pc:sldChg>
      <pc:sldChg chg="modSp">
        <pc:chgData name="Henry Valdemar Vest" userId="f5b1f0ec-4051-405f-83b3-0c678f78df49" providerId="ADAL" clId="{0B671710-12AA-4A9C-8982-6D6CBD054718}" dt="2026-09-29T06:21:50.171" v="56"/>
        <pc:sldMkLst>
          <pc:docMk/>
          <pc:sldMk cId="82351349" sldId="266"/>
        </pc:sldMkLst>
        <pc:graphicFrameChg chg="mod">
          <ac:chgData name="Henry Valdemar Vest" userId="f5b1f0ec-4051-405f-83b3-0c678f78df49" providerId="ADAL" clId="{0B671710-12AA-4A9C-8982-6D6CBD054718}" dt="2026-09-29T06:21:50.171" v="56"/>
          <ac:graphicFrameMkLst>
            <pc:docMk/>
            <pc:sldMk cId="82351349" sldId="266"/>
            <ac:graphicFrameMk id="5" creationId="{14701911-0E3B-DD2E-783A-691AC0F9E4C6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AAF1DD-5D2D-407C-8F0E-2098A2EED8E4}" type="doc">
      <dgm:prSet loTypeId="urn:microsoft.com/office/officeart/2018/2/layout/IconVerticalSolidList" loCatId="icon" qsTypeId="urn:microsoft.com/office/officeart/2005/8/quickstyle/simple1#28" qsCatId="simple" csTypeId="urn:microsoft.com/office/officeart/2005/8/colors/accent1_2#18" csCatId="accent1" phldr="1"/>
      <dgm:spPr/>
      <dgm:t>
        <a:bodyPr/>
        <a:lstStyle/>
        <a:p>
          <a:endParaRPr lang="en-US"/>
        </a:p>
      </dgm:t>
    </dgm:pt>
    <dgm:pt modelId="{F7BB8282-13B0-4826-B425-FB4291B3B7B0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Opgaver: 1-4</a:t>
          </a:r>
          <a:endParaRPr lang="en-US"/>
        </a:p>
      </dgm:t>
    </dgm:pt>
    <dgm:pt modelId="{D91D8090-E13C-4E7B-95CE-76827EE1F7FA}" type="parTrans" cxnId="{E3DF49FE-7F52-48CB-8A60-3F26F632ACAF}">
      <dgm:prSet/>
      <dgm:spPr/>
      <dgm:t>
        <a:bodyPr/>
        <a:lstStyle/>
        <a:p>
          <a:endParaRPr lang="en-US"/>
        </a:p>
      </dgm:t>
    </dgm:pt>
    <dgm:pt modelId="{ED7324BA-9404-4803-8019-5F8D2A0F69C8}" type="sibTrans" cxnId="{E3DF49FE-7F52-48CB-8A60-3F26F632ACAF}">
      <dgm:prSet/>
      <dgm:spPr/>
      <dgm:t>
        <a:bodyPr/>
        <a:lstStyle/>
        <a:p>
          <a:endParaRPr lang="en-US"/>
        </a:p>
      </dgm:t>
    </dgm:pt>
    <dgm:pt modelId="{29B019A8-8696-4274-9422-C5BBC327CBB1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50 min.</a:t>
          </a:r>
          <a:endParaRPr lang="en-US"/>
        </a:p>
      </dgm:t>
    </dgm:pt>
    <dgm:pt modelId="{FAA8B9C6-B23F-4077-89F1-43F34F0505DC}" type="parTrans" cxnId="{C2C18613-BE47-4E0D-800B-C865DFC499BA}">
      <dgm:prSet/>
      <dgm:spPr/>
      <dgm:t>
        <a:bodyPr/>
        <a:lstStyle/>
        <a:p>
          <a:endParaRPr lang="en-US"/>
        </a:p>
      </dgm:t>
    </dgm:pt>
    <dgm:pt modelId="{20E2E6F1-B476-4EB3-B7DA-91F9F7F8FA92}" type="sibTrans" cxnId="{C2C18613-BE47-4E0D-800B-C865DFC499BA}">
      <dgm:prSet/>
      <dgm:spPr/>
      <dgm:t>
        <a:bodyPr/>
        <a:lstStyle/>
        <a:p>
          <a:endParaRPr lang="en-US"/>
        </a:p>
      </dgm:t>
    </dgm:pt>
    <dgm:pt modelId="{F56B7C78-77A5-42A0-869C-5431F603ED66}" type="pres">
      <dgm:prSet presAssocID="{72AAF1DD-5D2D-407C-8F0E-2098A2EED8E4}" presName="root" presStyleCnt="0">
        <dgm:presLayoutVars>
          <dgm:dir/>
          <dgm:resizeHandles val="exact"/>
        </dgm:presLayoutVars>
      </dgm:prSet>
      <dgm:spPr/>
    </dgm:pt>
    <dgm:pt modelId="{8E8A9A22-86A4-4194-9637-97417FC13C8F}" type="pres">
      <dgm:prSet presAssocID="{F7BB8282-13B0-4826-B425-FB4291B3B7B0}" presName="compNode" presStyleCnt="0"/>
      <dgm:spPr/>
    </dgm:pt>
    <dgm:pt modelId="{73C557E0-AC41-4FA0-9F24-B505FA7D32E3}" type="pres">
      <dgm:prSet presAssocID="{F7BB8282-13B0-4826-B425-FB4291B3B7B0}" presName="bgRect" presStyleLbl="bgShp" presStyleIdx="0" presStyleCnt="2"/>
      <dgm:spPr/>
    </dgm:pt>
    <dgm:pt modelId="{3DAF4D85-A4EB-48FF-82EF-E2790F189CFA}" type="pres">
      <dgm:prSet presAssocID="{F7BB8282-13B0-4826-B425-FB4291B3B7B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2E2A26C5-D5F3-46F5-BECB-47616ACCD511}" type="pres">
      <dgm:prSet presAssocID="{F7BB8282-13B0-4826-B425-FB4291B3B7B0}" presName="spaceRect" presStyleCnt="0"/>
      <dgm:spPr/>
    </dgm:pt>
    <dgm:pt modelId="{37519ABF-1CAB-4EF5-B1CB-AEE8094EDB32}" type="pres">
      <dgm:prSet presAssocID="{F7BB8282-13B0-4826-B425-FB4291B3B7B0}" presName="parTx" presStyleLbl="revTx" presStyleIdx="0" presStyleCnt="2">
        <dgm:presLayoutVars>
          <dgm:chMax val="0"/>
          <dgm:chPref val="0"/>
        </dgm:presLayoutVars>
      </dgm:prSet>
      <dgm:spPr/>
    </dgm:pt>
    <dgm:pt modelId="{99B24033-73B0-4DD8-861D-A26FF941A6F8}" type="pres">
      <dgm:prSet presAssocID="{ED7324BA-9404-4803-8019-5F8D2A0F69C8}" presName="sibTrans" presStyleCnt="0"/>
      <dgm:spPr/>
    </dgm:pt>
    <dgm:pt modelId="{0A118F07-9177-4798-8F3D-98874AD4CD2F}" type="pres">
      <dgm:prSet presAssocID="{29B019A8-8696-4274-9422-C5BBC327CBB1}" presName="compNode" presStyleCnt="0"/>
      <dgm:spPr/>
    </dgm:pt>
    <dgm:pt modelId="{5D837452-4B8E-47D0-9DD6-68D772FFA738}" type="pres">
      <dgm:prSet presAssocID="{29B019A8-8696-4274-9422-C5BBC327CBB1}" presName="bgRect" presStyleLbl="bgShp" presStyleIdx="1" presStyleCnt="2"/>
      <dgm:spPr/>
    </dgm:pt>
    <dgm:pt modelId="{BB30015C-5E4F-40DF-8024-31ED1FB5C13B}" type="pres">
      <dgm:prSet presAssocID="{29B019A8-8696-4274-9422-C5BBC327CBB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3EF85724-8C3F-4EAB-8852-71F1F748AFAF}" type="pres">
      <dgm:prSet presAssocID="{29B019A8-8696-4274-9422-C5BBC327CBB1}" presName="spaceRect" presStyleCnt="0"/>
      <dgm:spPr/>
    </dgm:pt>
    <dgm:pt modelId="{AA327A16-7759-4B42-9808-8E373E71F1DB}" type="pres">
      <dgm:prSet presAssocID="{29B019A8-8696-4274-9422-C5BBC327CBB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050A30B-3C44-46FC-8821-43ACAD0EAACF}" type="presOf" srcId="{29B019A8-8696-4274-9422-C5BBC327CBB1}" destId="{AA327A16-7759-4B42-9808-8E373E71F1DB}" srcOrd="0" destOrd="0" presId="urn:microsoft.com/office/officeart/2018/2/layout/IconVerticalSolidList"/>
    <dgm:cxn modelId="{C2C18613-BE47-4E0D-800B-C865DFC499BA}" srcId="{72AAF1DD-5D2D-407C-8F0E-2098A2EED8E4}" destId="{29B019A8-8696-4274-9422-C5BBC327CBB1}" srcOrd="1" destOrd="0" parTransId="{FAA8B9C6-B23F-4077-89F1-43F34F0505DC}" sibTransId="{20E2E6F1-B476-4EB3-B7DA-91F9F7F8FA92}"/>
    <dgm:cxn modelId="{A8B3365E-5BA3-4C2E-A867-7282FA40229A}" type="presOf" srcId="{72AAF1DD-5D2D-407C-8F0E-2098A2EED8E4}" destId="{F56B7C78-77A5-42A0-869C-5431F603ED66}" srcOrd="0" destOrd="0" presId="urn:microsoft.com/office/officeart/2018/2/layout/IconVerticalSolidList"/>
    <dgm:cxn modelId="{4C1220A5-0893-4017-9AE8-0F54E67DC081}" type="presOf" srcId="{F7BB8282-13B0-4826-B425-FB4291B3B7B0}" destId="{37519ABF-1CAB-4EF5-B1CB-AEE8094EDB32}" srcOrd="0" destOrd="0" presId="urn:microsoft.com/office/officeart/2018/2/layout/IconVerticalSolidList"/>
    <dgm:cxn modelId="{E3DF49FE-7F52-48CB-8A60-3F26F632ACAF}" srcId="{72AAF1DD-5D2D-407C-8F0E-2098A2EED8E4}" destId="{F7BB8282-13B0-4826-B425-FB4291B3B7B0}" srcOrd="0" destOrd="0" parTransId="{D91D8090-E13C-4E7B-95CE-76827EE1F7FA}" sibTransId="{ED7324BA-9404-4803-8019-5F8D2A0F69C8}"/>
    <dgm:cxn modelId="{AB80B726-3FDC-4979-821B-7451FD235B66}" type="presParOf" srcId="{F56B7C78-77A5-42A0-869C-5431F603ED66}" destId="{8E8A9A22-86A4-4194-9637-97417FC13C8F}" srcOrd="0" destOrd="0" presId="urn:microsoft.com/office/officeart/2018/2/layout/IconVerticalSolidList"/>
    <dgm:cxn modelId="{909580EE-304F-4156-A223-51CFDDD674B6}" type="presParOf" srcId="{8E8A9A22-86A4-4194-9637-97417FC13C8F}" destId="{73C557E0-AC41-4FA0-9F24-B505FA7D32E3}" srcOrd="0" destOrd="0" presId="urn:microsoft.com/office/officeart/2018/2/layout/IconVerticalSolidList"/>
    <dgm:cxn modelId="{FDE6C498-906B-4DCF-A5CB-80B91D83C2A9}" type="presParOf" srcId="{8E8A9A22-86A4-4194-9637-97417FC13C8F}" destId="{3DAF4D85-A4EB-48FF-82EF-E2790F189CFA}" srcOrd="1" destOrd="0" presId="urn:microsoft.com/office/officeart/2018/2/layout/IconVerticalSolidList"/>
    <dgm:cxn modelId="{486343A4-F748-4A4E-BABE-E3FAA246D874}" type="presParOf" srcId="{8E8A9A22-86A4-4194-9637-97417FC13C8F}" destId="{2E2A26C5-D5F3-46F5-BECB-47616ACCD511}" srcOrd="2" destOrd="0" presId="urn:microsoft.com/office/officeart/2018/2/layout/IconVerticalSolidList"/>
    <dgm:cxn modelId="{833417D1-E958-4DF0-A9FA-8EFA74BDA23A}" type="presParOf" srcId="{8E8A9A22-86A4-4194-9637-97417FC13C8F}" destId="{37519ABF-1CAB-4EF5-B1CB-AEE8094EDB32}" srcOrd="3" destOrd="0" presId="urn:microsoft.com/office/officeart/2018/2/layout/IconVerticalSolidList"/>
    <dgm:cxn modelId="{08C0FD05-E9A6-4EC7-A400-9140611209F1}" type="presParOf" srcId="{F56B7C78-77A5-42A0-869C-5431F603ED66}" destId="{99B24033-73B0-4DD8-861D-A26FF941A6F8}" srcOrd="1" destOrd="0" presId="urn:microsoft.com/office/officeart/2018/2/layout/IconVerticalSolidList"/>
    <dgm:cxn modelId="{373F9329-3CA1-4E55-8CFE-1DB9FC1D8E99}" type="presParOf" srcId="{F56B7C78-77A5-42A0-869C-5431F603ED66}" destId="{0A118F07-9177-4798-8F3D-98874AD4CD2F}" srcOrd="2" destOrd="0" presId="urn:microsoft.com/office/officeart/2018/2/layout/IconVerticalSolidList"/>
    <dgm:cxn modelId="{B5FB5677-5502-4B4A-80E7-614A2A72C576}" type="presParOf" srcId="{0A118F07-9177-4798-8F3D-98874AD4CD2F}" destId="{5D837452-4B8E-47D0-9DD6-68D772FFA738}" srcOrd="0" destOrd="0" presId="urn:microsoft.com/office/officeart/2018/2/layout/IconVerticalSolidList"/>
    <dgm:cxn modelId="{AC279789-9D01-41D6-9CF3-CF094C81BF7A}" type="presParOf" srcId="{0A118F07-9177-4798-8F3D-98874AD4CD2F}" destId="{BB30015C-5E4F-40DF-8024-31ED1FB5C13B}" srcOrd="1" destOrd="0" presId="urn:microsoft.com/office/officeart/2018/2/layout/IconVerticalSolidList"/>
    <dgm:cxn modelId="{51486E6A-C854-446E-A975-A7E3E7D62A01}" type="presParOf" srcId="{0A118F07-9177-4798-8F3D-98874AD4CD2F}" destId="{3EF85724-8C3F-4EAB-8852-71F1F748AFAF}" srcOrd="2" destOrd="0" presId="urn:microsoft.com/office/officeart/2018/2/layout/IconVerticalSolidList"/>
    <dgm:cxn modelId="{4ABBF205-FFEA-45F0-96E8-7E879459C7F9}" type="presParOf" srcId="{0A118F07-9177-4798-8F3D-98874AD4CD2F}" destId="{AA327A16-7759-4B42-9808-8E373E71F1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557E0-AC41-4FA0-9F24-B505FA7D32E3}">
      <dsp:nvSpPr>
        <dsp:cNvPr id="0" name=""/>
        <dsp:cNvSpPr/>
      </dsp:nvSpPr>
      <dsp:spPr>
        <a:xfrm>
          <a:off x="0" y="832103"/>
          <a:ext cx="7315200" cy="15361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F4D85-A4EB-48FF-82EF-E2790F189CFA}">
      <dsp:nvSpPr>
        <dsp:cNvPr id="0" name=""/>
        <dsp:cNvSpPr/>
      </dsp:nvSpPr>
      <dsp:spPr>
        <a:xfrm>
          <a:off x="464698" y="1177747"/>
          <a:ext cx="844905" cy="844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19ABF-1CAB-4EF5-B1CB-AEE8094EDB32}">
      <dsp:nvSpPr>
        <dsp:cNvPr id="0" name=""/>
        <dsp:cNvSpPr/>
      </dsp:nvSpPr>
      <dsp:spPr>
        <a:xfrm>
          <a:off x="1774301" y="832103"/>
          <a:ext cx="5540898" cy="153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80" tIns="162580" rIns="162580" bIns="1625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Opgaver: 1-4</a:t>
          </a:r>
          <a:endParaRPr lang="en-US" sz="2500" kern="1200"/>
        </a:p>
      </dsp:txBody>
      <dsp:txXfrm>
        <a:off x="1774301" y="832103"/>
        <a:ext cx="5540898" cy="1536192"/>
      </dsp:txXfrm>
    </dsp:sp>
    <dsp:sp modelId="{5D837452-4B8E-47D0-9DD6-68D772FFA738}">
      <dsp:nvSpPr>
        <dsp:cNvPr id="0" name=""/>
        <dsp:cNvSpPr/>
      </dsp:nvSpPr>
      <dsp:spPr>
        <a:xfrm>
          <a:off x="0" y="2752344"/>
          <a:ext cx="7315200" cy="15361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0015C-5E4F-40DF-8024-31ED1FB5C13B}">
      <dsp:nvSpPr>
        <dsp:cNvPr id="0" name=""/>
        <dsp:cNvSpPr/>
      </dsp:nvSpPr>
      <dsp:spPr>
        <a:xfrm>
          <a:off x="464698" y="3097987"/>
          <a:ext cx="844905" cy="844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27A16-7759-4B42-9808-8E373E71F1DB}">
      <dsp:nvSpPr>
        <dsp:cNvPr id="0" name=""/>
        <dsp:cNvSpPr/>
      </dsp:nvSpPr>
      <dsp:spPr>
        <a:xfrm>
          <a:off x="1774301" y="2752344"/>
          <a:ext cx="5540898" cy="153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80" tIns="162580" rIns="162580" bIns="1625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50 min.</a:t>
          </a:r>
          <a:endParaRPr lang="en-US" sz="2500" kern="1200"/>
        </a:p>
      </dsp:txBody>
      <dsp:txXfrm>
        <a:off x="1774301" y="2752344"/>
        <a:ext cx="5540898" cy="1536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DAF2C-C76A-4EAC-B941-F1687CFC02BD}" type="datetimeFigureOut">
              <a:rPr lang="da-DK" smtClean="0"/>
              <a:t>29-09-2026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2E858-3AC7-4EA3-8116-A64D1A5C1BA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376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4FC46-0151-458D-AF39-5B8AD8C8AC47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060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9E089-914C-4A5D-88BE-4462661789D6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97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E810-ADE4-4F6A-B7F0-6028DD0A5BAD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64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8EFC-4898-4EC6-B358-79249872B8B4}" type="datetime1">
              <a:rPr lang="da-DK" smtClean="0"/>
              <a:t>29-09-2026</a:t>
            </a:fld>
            <a:endParaRPr lang="da-D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4994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F01E-4285-424C-A855-FD3B17A5058C}" type="datetime1">
              <a:rPr lang="da-DK" smtClean="0"/>
              <a:t>29-09-2026</a:t>
            </a:fld>
            <a:endParaRPr lang="da-DK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431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998-6660-4466-8B76-D23B3A224E8C}" type="datetime1">
              <a:rPr lang="da-DK" smtClean="0"/>
              <a:t>29-09-2026</a:t>
            </a:fld>
            <a:endParaRPr lang="da-DK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435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21A3-1A1A-455E-A5F4-2D4625B119EE}" type="datetime1">
              <a:rPr lang="da-DK" smtClean="0"/>
              <a:t>29-09-2026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030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AA612-5048-470F-8550-0A2D66131DF2}" type="datetime1">
              <a:rPr lang="da-DK" smtClean="0"/>
              <a:t>29-09-2026</a:t>
            </a:fld>
            <a:endParaRPr lang="da-D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329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5D9B-EA15-43CF-BE7B-7A293C8CFCD2}" type="datetime1">
              <a:rPr lang="da-DK" smtClean="0"/>
              <a:t>29-09-2026</a:t>
            </a:fld>
            <a:endParaRPr lang="da-D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1445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B685-AFFE-451A-B0FD-AE8F8A8791F4}" type="datetime1">
              <a:rPr lang="da-DK" smtClean="0"/>
              <a:t>29-09-2026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3681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C643-D3E3-4778-8759-9A735787B4F5}" type="datetime1">
              <a:rPr lang="da-DK" smtClean="0"/>
              <a:t>29-09-2026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858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988C916-9430-4776-A067-E1B3D599B6CE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E5C9630-DB54-433D-8E2D-15549430EAE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678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674B6E-0045-EF42-2F99-E21136059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Mængdeberegnings</a:t>
            </a:r>
            <a:br>
              <a:rPr lang="da-DK" dirty="0"/>
            </a:br>
            <a:r>
              <a:rPr lang="da-DK" dirty="0"/>
              <a:t>-skema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811AB2D-940B-7299-B290-394A2ADBD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 – Kap. 11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705A7AA-AB77-035D-2EA5-0B7F5997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806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29EF60-0DE2-2A80-4EA6-FF94659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</a:t>
            </a:r>
            <a:br>
              <a:rPr lang="da-DK" dirty="0"/>
            </a:br>
            <a:r>
              <a:rPr lang="da-DK" dirty="0"/>
              <a:t>-beregning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39A7FE-B2C1-FE7C-04EA-A334F535F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Hvor meget svovl skal vi bruge for at fremstille et ton svovlsyre?</a:t>
            </a:r>
          </a:p>
          <a:p>
            <a:r>
              <a:rPr lang="da-DK" dirty="0"/>
              <a:t>Hvor meget carbondioxid udledes når vi afbrænder en liter benzin?</a:t>
            </a:r>
          </a:p>
          <a:p>
            <a:r>
              <a:rPr lang="da-DK" dirty="0"/>
              <a:t>Hvor meget </a:t>
            </a:r>
            <a:r>
              <a:rPr lang="da-DK" dirty="0" err="1"/>
              <a:t>dioxygen</a:t>
            </a:r>
            <a:r>
              <a:rPr lang="da-DK" dirty="0"/>
              <a:t> bruges når vi afbrænder et kilogram kul?</a:t>
            </a:r>
          </a:p>
          <a:p>
            <a:endParaRPr lang="da-DK" dirty="0"/>
          </a:p>
          <a:p>
            <a:r>
              <a:rPr lang="da-DK" dirty="0"/>
              <a:t>For at svare på den slags spørgsmål, skal vi lave et mængdeberegningsskema!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493FC78-9620-B2CB-4CE7-BBE0B1AA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43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1B963-BF40-5B3E-2EB1-748F52F2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589D66D-9A20-9EDF-B0B0-DC771EAB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tager udgangspunkt i et konkret eksempel:</a:t>
            </a:r>
          </a:p>
          <a:p>
            <a:r>
              <a:rPr lang="da-DK" dirty="0"/>
              <a:t>Hvis vi afbrænder 1000 g </a:t>
            </a:r>
            <a:r>
              <a:rPr lang="da-DK" dirty="0" err="1"/>
              <a:t>methan</a:t>
            </a:r>
            <a:r>
              <a:rPr lang="da-DK" dirty="0"/>
              <a:t>, hvor meget </a:t>
            </a:r>
            <a:r>
              <a:rPr lang="da-DK" dirty="0" err="1"/>
              <a:t>dioxygen</a:t>
            </a:r>
            <a:r>
              <a:rPr lang="da-DK" dirty="0"/>
              <a:t> skal der så bruges, og hvor meget carbondioxid og vand udledes der?</a:t>
            </a:r>
          </a:p>
          <a:p>
            <a:r>
              <a:rPr lang="da-DK" dirty="0"/>
              <a:t>Det </a:t>
            </a:r>
            <a:r>
              <a:rPr lang="da-DK" dirty="0" err="1"/>
              <a:t>uafstemte</a:t>
            </a:r>
            <a:r>
              <a:rPr lang="da-DK" dirty="0"/>
              <a:t> reaktionsskema er: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(g) + O</a:t>
            </a:r>
            <a:r>
              <a:rPr lang="da-DK" baseline="-25000" dirty="0"/>
              <a:t>2</a:t>
            </a:r>
            <a:r>
              <a:rPr lang="da-DK" dirty="0"/>
              <a:t>(g) ⟶ CO</a:t>
            </a:r>
            <a:r>
              <a:rPr lang="da-DK" baseline="-25000" dirty="0"/>
              <a:t>2</a:t>
            </a:r>
            <a:r>
              <a:rPr lang="da-DK" dirty="0"/>
              <a:t>(g) + H</a:t>
            </a:r>
            <a:r>
              <a:rPr lang="da-DK" baseline="-25000" dirty="0"/>
              <a:t>2</a:t>
            </a:r>
            <a:r>
              <a:rPr lang="da-DK" dirty="0"/>
              <a:t>O(g)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6543681-1994-8E27-EDA0-5F008AD5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040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17B04-E99A-9AAC-82EA-DD40BFB3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D8233D-51B3-B918-FFDF-511D3B15A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Vi laver et skema, hvor der skal være fire rækker med plads til </a:t>
            </a:r>
          </a:p>
          <a:p>
            <a:r>
              <a:rPr lang="da-DK" dirty="0"/>
              <a:t>1 Reaktionsskema</a:t>
            </a:r>
          </a:p>
          <a:p>
            <a:r>
              <a:rPr lang="da-DK" dirty="0"/>
              <a:t>2 Masse</a:t>
            </a:r>
          </a:p>
          <a:p>
            <a:r>
              <a:rPr lang="da-DK" dirty="0"/>
              <a:t>3 Molarmasse</a:t>
            </a:r>
          </a:p>
          <a:p>
            <a:r>
              <a:rPr lang="da-DK" dirty="0"/>
              <a:t>4 Stofmængde</a:t>
            </a:r>
          </a:p>
          <a:p>
            <a:r>
              <a:rPr lang="da-DK" dirty="0"/>
              <a:t>Endvidere skal der være en kolonne til hver reaktant og hvert produkt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AC78D22-76B3-AE1E-0053-ADC1F16E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4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0F2639A0-2006-B8FC-11CB-EC3B64B82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118376"/>
              </p:ext>
            </p:extLst>
          </p:nvPr>
        </p:nvGraphicFramePr>
        <p:xfrm>
          <a:off x="3566886" y="4501388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877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9BE8-F370-3C3E-2CB8-A440E4F4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615AB-1643-26D1-5FF8-B6D0B09A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C0F0670-EC2D-A6F3-B092-F27F6E565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Vi går nu frem efter en opskrift med 8 punkter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ADD393C-34D7-2BD2-8EFE-AD1E2066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5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0F2F36FD-1B7A-CD56-A144-362A8FE167D9}"/>
              </a:ext>
            </a:extLst>
          </p:cNvPr>
          <p:cNvGraphicFramePr>
            <a:graphicFrameLocks noGrp="1"/>
          </p:cNvGraphicFramePr>
          <p:nvPr/>
        </p:nvGraphicFramePr>
        <p:xfrm>
          <a:off x="3566886" y="4501388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08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A1B9-CFC9-5DE7-460C-C7955355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7AAFA-9499-85A5-BA41-65358C31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DC5056-27A5-ADF1-D373-43C33C8A9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Punkt 1: Opskriv det </a:t>
            </a:r>
            <a:r>
              <a:rPr lang="da-DK" dirty="0" err="1"/>
              <a:t>uafstemte</a:t>
            </a:r>
            <a:r>
              <a:rPr lang="da-DK" dirty="0"/>
              <a:t> reaktionsskema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C4F0A49-1596-C513-AA6A-0625A34B3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6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637DB4EB-BB4B-F75D-236D-B107B3828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742824"/>
              </p:ext>
            </p:extLst>
          </p:nvPr>
        </p:nvGraphicFramePr>
        <p:xfrm>
          <a:off x="3566886" y="4501388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49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4D05-4928-0971-52CD-A4B701F7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A5F1A-139F-B50E-2093-767E26A4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A6C614D-178A-C3BB-8ADD-5D087728B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Punkt 2: Afstem reaktionsskemaet</a:t>
            </a:r>
          </a:p>
          <a:p>
            <a:endParaRPr lang="da-DK" dirty="0"/>
          </a:p>
          <a:p>
            <a:r>
              <a:rPr lang="da-DK" dirty="0"/>
              <a:t>I det konkrete tilfælde får vi koefficienterne 1, 2, 1 og 2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B864017-4546-5C6B-DDC1-5D134E0C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7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FDCAECD7-BA4B-4711-F87F-8A633EB00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712"/>
              </p:ext>
            </p:extLst>
          </p:nvPr>
        </p:nvGraphicFramePr>
        <p:xfrm>
          <a:off x="3566886" y="446873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083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06D1-8EAB-7389-A0CE-79B58C34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0E730-7EC8-C7A9-9F1A-1F832570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501E85E-37CF-299F-5FC6-FFCD026A0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Punkt 3: Indskriv den kendte masse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0AF7424-4ACA-BD3D-9832-C5CAA6B1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8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305274E3-F3F8-168B-E8F9-E2F4A19A7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371617"/>
              </p:ext>
            </p:extLst>
          </p:nvPr>
        </p:nvGraphicFramePr>
        <p:xfrm>
          <a:off x="3566886" y="446873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6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629B-E6BE-BD6C-4602-512A768A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22392-F1EE-7D3B-AE91-C403BA6D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2893D70-8DB3-9BA7-96CF-151ED59FF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Punkt 4: Beregn alle molarmasser (brug det periodiske system)</a:t>
            </a:r>
          </a:p>
          <a:p>
            <a:r>
              <a:rPr lang="da-DK" dirty="0">
                <a:solidFill>
                  <a:srgbClr val="FF0000"/>
                </a:solidFill>
              </a:rPr>
              <a:t>NB: Koefficienter skal IKKE bruges her!</a:t>
            </a:r>
          </a:p>
          <a:p>
            <a:r>
              <a:rPr lang="da-DK" dirty="0">
                <a:solidFill>
                  <a:schemeClr val="tx1"/>
                </a:solidFill>
              </a:rPr>
              <a:t>Eksempel: M(H</a:t>
            </a:r>
            <a:r>
              <a:rPr lang="da-DK" baseline="-25000" dirty="0">
                <a:solidFill>
                  <a:schemeClr val="tx1"/>
                </a:solidFill>
              </a:rPr>
              <a:t>2</a:t>
            </a:r>
            <a:r>
              <a:rPr lang="da-DK" dirty="0">
                <a:solidFill>
                  <a:schemeClr val="tx1"/>
                </a:solidFill>
              </a:rPr>
              <a:t>O) = 2</a:t>
            </a:r>
            <a:r>
              <a:rPr lang="da-DK" dirty="0">
                <a:solidFill>
                  <a:schemeClr val="tx1"/>
                </a:solidFill>
                <a:latin typeface="Aptos Narrow" panose="020B0004020202020204" pitchFamily="34" charset="0"/>
              </a:rPr>
              <a:t>∙</a:t>
            </a:r>
            <a:r>
              <a:rPr lang="da-DK" dirty="0">
                <a:solidFill>
                  <a:schemeClr val="tx1"/>
                </a:solidFill>
              </a:rPr>
              <a:t>1,01 g/mol+16,00 g/mol = 18,02 g/mol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105D9E-0885-8BB7-641C-E1E133C5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9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5F1F4ADD-B615-B930-199C-C31BFEFB6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59074"/>
              </p:ext>
            </p:extLst>
          </p:nvPr>
        </p:nvGraphicFramePr>
        <p:xfrm>
          <a:off x="3566886" y="446873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90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4774-0135-07F6-43B6-145B1AD6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AE193-2E13-7435-CD4D-02A6E7258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4CF1F60C-9412-6DAC-6D7C-B387B154EF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9268" y="136525"/>
                <a:ext cx="7315200" cy="5848223"/>
              </a:xfrm>
            </p:spPr>
            <p:txBody>
              <a:bodyPr/>
              <a:lstStyle/>
              <a:p>
                <a:r>
                  <a:rPr lang="da-DK" dirty="0"/>
                  <a:t>Punkt 5: Beregn stofmængden af stoffet med kendt masse</a:t>
                </a:r>
              </a:p>
              <a:p>
                <a:r>
                  <a:rPr lang="da-DK" dirty="0"/>
                  <a:t>Brug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I vores eksempel: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1000 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16,05 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=62,31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𝑚𝑜𝑙</m:t>
                    </m:r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4CF1F60C-9412-6DAC-6D7C-B387B154EF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9268" y="136525"/>
                <a:ext cx="7315200" cy="5848223"/>
              </a:xfr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A8166BA-2511-4EA2-40FC-FF67F9D8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10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3FD0CC41-5C0F-821E-7EBD-AF6E19A8E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91060"/>
              </p:ext>
            </p:extLst>
          </p:nvPr>
        </p:nvGraphicFramePr>
        <p:xfrm>
          <a:off x="3566886" y="446873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62,31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02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0FBAF-03E1-476F-F3EA-DDF021FF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15CC8F-0866-63CC-592F-BB09191F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5A0AD67-AAEA-CEBD-BC73-6B47B3F01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Punkt 6: Beregn de øvrige stofmængder ved at bruge koefficienterne</a:t>
            </a:r>
          </a:p>
          <a:p>
            <a:r>
              <a:rPr lang="da-DK" dirty="0"/>
              <a:t>Stofmængderne skal være i samme forhold som koefficienterne</a:t>
            </a:r>
          </a:p>
          <a:p>
            <a:r>
              <a:rPr lang="da-DK" dirty="0"/>
              <a:t>Fx skal stofmængden af O</a:t>
            </a:r>
            <a:r>
              <a:rPr lang="da-DK" baseline="-25000" dirty="0"/>
              <a:t>2</a:t>
            </a:r>
            <a:r>
              <a:rPr lang="da-DK" dirty="0"/>
              <a:t> være den dobbelte af stofmængden af CH</a:t>
            </a:r>
            <a:r>
              <a:rPr lang="da-DK" baseline="-25000" dirty="0"/>
              <a:t>4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FC94488-520C-2112-F8CC-C4E95D0EC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11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4701911-0E3B-DD2E-783A-691AC0F9E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84925"/>
              </p:ext>
            </p:extLst>
          </p:nvPr>
        </p:nvGraphicFramePr>
        <p:xfrm>
          <a:off x="3566886" y="446873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62,31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124,62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62,31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124,62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5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33F4A-02BD-1D28-D864-219EE7B4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88BA6-0803-0B9F-5B13-5D69CD86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F8E591C-79B1-26FC-14D9-277942C76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Punkt 7: Beregn de resterende masser vha. m = </a:t>
            </a:r>
            <a:r>
              <a:rPr lang="da-DK" dirty="0" err="1"/>
              <a:t>n</a:t>
            </a:r>
            <a:r>
              <a:rPr lang="da-DK" dirty="0" err="1">
                <a:latin typeface="Aptos Narrow" panose="020B0004020202020204" pitchFamily="34" charset="0"/>
              </a:rPr>
              <a:t>∙</a:t>
            </a:r>
            <a:r>
              <a:rPr lang="da-DK" dirty="0" err="1"/>
              <a:t>M</a:t>
            </a:r>
            <a:endParaRPr lang="da-DK" dirty="0"/>
          </a:p>
          <a:p>
            <a:r>
              <a:rPr lang="da-DK" dirty="0"/>
              <a:t>Fx m(0</a:t>
            </a:r>
            <a:r>
              <a:rPr lang="da-DK" baseline="-25000" dirty="0"/>
              <a:t>2</a:t>
            </a:r>
            <a:r>
              <a:rPr lang="da-DK" dirty="0"/>
              <a:t>) =124,62 mol</a:t>
            </a:r>
            <a:r>
              <a:rPr lang="da-DK" dirty="0">
                <a:latin typeface="Aptos Narrow" panose="020B0004020202020204" pitchFamily="34" charset="0"/>
              </a:rPr>
              <a:t>∙32,00 g/mol = 3987,84 g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608DB13-FB43-3213-021E-31136DDC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12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C615032-144E-3DBA-7209-9AD735557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70844"/>
              </p:ext>
            </p:extLst>
          </p:nvPr>
        </p:nvGraphicFramePr>
        <p:xfrm>
          <a:off x="3566886" y="446873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3987,84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2742,26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2245,65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62,31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124,62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62,31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124,62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505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D3C2-B7E6-B381-DBF2-669950DF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9DD08-CA95-195B-DF09-746495DD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Mængde-</a:t>
            </a:r>
            <a:br>
              <a:rPr lang="da-DK" dirty="0"/>
            </a:br>
            <a:r>
              <a:rPr lang="da-DK" dirty="0"/>
              <a:t>beregnings-</a:t>
            </a:r>
            <a:br>
              <a:rPr lang="da-DK" dirty="0"/>
            </a:br>
            <a:r>
              <a:rPr lang="da-DK" dirty="0"/>
              <a:t>skema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04EEF8-0D8E-3575-2D13-A317EEEA4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136525"/>
            <a:ext cx="7315200" cy="5848223"/>
          </a:xfrm>
        </p:spPr>
        <p:txBody>
          <a:bodyPr/>
          <a:lstStyle/>
          <a:p>
            <a:r>
              <a:rPr lang="da-DK" dirty="0"/>
              <a:t>Punkt 8: Kontrol – tjek at massen på venstre og højre side er den samme</a:t>
            </a:r>
          </a:p>
          <a:p>
            <a:r>
              <a:rPr lang="da-DK" dirty="0"/>
              <a:t>m</a:t>
            </a:r>
            <a:r>
              <a:rPr lang="da-DK" baseline="-25000" dirty="0"/>
              <a:t>v</a:t>
            </a:r>
            <a:r>
              <a:rPr lang="da-DK" dirty="0"/>
              <a:t> = 1000,00 g + 3987,84 g = 4987,84 g</a:t>
            </a:r>
          </a:p>
          <a:p>
            <a:r>
              <a:rPr lang="da-DK" dirty="0"/>
              <a:t>m</a:t>
            </a:r>
            <a:r>
              <a:rPr lang="da-DK" baseline="-25000" dirty="0"/>
              <a:t>h</a:t>
            </a:r>
            <a:r>
              <a:rPr lang="da-DK" dirty="0"/>
              <a:t> = 2742,26 g + 2245,65 g = 4987,91 g</a:t>
            </a:r>
          </a:p>
          <a:p>
            <a:r>
              <a:rPr lang="da-DK" dirty="0"/>
              <a:t>De to masser skal være den sammen  - dog kan der (som her) være en lille forskel pga. afrunding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CCFA0CC-31C2-ED10-3FF7-DAF8AB6E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13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A32793D4-1B51-A1DA-E20E-8CACCA50819E}"/>
              </a:ext>
            </a:extLst>
          </p:cNvPr>
          <p:cNvGraphicFramePr>
            <a:graphicFrameLocks noGrp="1"/>
          </p:cNvGraphicFramePr>
          <p:nvPr/>
        </p:nvGraphicFramePr>
        <p:xfrm>
          <a:off x="3566886" y="446873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00008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1686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54763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5390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7932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(g)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⟶ CO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(g)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O(g)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1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/>
                        <a:t>m </a:t>
                      </a:r>
                      <a:r>
                        <a:rPr lang="da-DK" dirty="0"/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3987,84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2742,26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2245,65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62,31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124,62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62,31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124,62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2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514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AE504-109A-375E-ED4A-30AB10BC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51356E17-CD67-F574-16B1-D2397B4F3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362507"/>
              </p:ext>
            </p:extLst>
          </p:nvPr>
        </p:nvGraphicFramePr>
        <p:xfrm>
          <a:off x="3869268" y="864108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5281A04-C3B3-8887-183F-C598AEBE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3363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AC5D5-3572-5E0C-1D33-1CD40EE9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D0CBA4-2581-8A1A-ABA2-6720EDDBA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Mængdeberegningsskema</a:t>
            </a:r>
          </a:p>
          <a:p>
            <a:r>
              <a:rPr lang="da-DK" dirty="0"/>
              <a:t>Masse, molarmasse, stofmængde</a:t>
            </a:r>
          </a:p>
          <a:p>
            <a:r>
              <a:rPr lang="da-DK" dirty="0"/>
              <a:t>Koefficienter</a:t>
            </a:r>
          </a:p>
          <a:p>
            <a:r>
              <a:rPr lang="da-DK" dirty="0"/>
              <a:t>De 8 skridt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FD3F0B3-38DA-0AA0-E861-41BE539F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C9630-DB54-433D-8E2D-15549430EAEA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2904975"/>
      </p:ext>
    </p:extLst>
  </p:cSld>
  <p:clrMapOvr>
    <a:masterClrMapping/>
  </p:clrMapOvr>
</p:sld>
</file>

<file path=ppt/theme/theme1.xml><?xml version="1.0" encoding="utf-8"?>
<a:theme xmlns:a="http://schemas.openxmlformats.org/drawingml/2006/main" name="Ramme">
  <a:themeElements>
    <a:clrScheme name="Ram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Ram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am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Ramme</Template>
  <TotalTime>40</TotalTime>
  <Words>819</Words>
  <Application>Microsoft Office PowerPoint</Application>
  <PresentationFormat>Widescreen</PresentationFormat>
  <Paragraphs>190</Paragraphs>
  <Slides>15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22" baseType="lpstr">
      <vt:lpstr>Aptos</vt:lpstr>
      <vt:lpstr>Aptos Narrow</vt:lpstr>
      <vt:lpstr>Arial</vt:lpstr>
      <vt:lpstr>Cambria Math</vt:lpstr>
      <vt:lpstr>Corbel</vt:lpstr>
      <vt:lpstr>Wingdings 2</vt:lpstr>
      <vt:lpstr>Ramme</vt:lpstr>
      <vt:lpstr>Mængdeberegnings -skema</vt:lpstr>
      <vt:lpstr>Mængde -beregning</vt:lpstr>
      <vt:lpstr>Mængde- beregnings- skema</vt:lpstr>
      <vt:lpstr>Mængde- beregnings- skema</vt:lpstr>
      <vt:lpstr>Mængde- beregnings- skema</vt:lpstr>
      <vt:lpstr>Mængde- beregnings- skema</vt:lpstr>
      <vt:lpstr>Mængde- beregnings- skema</vt:lpstr>
      <vt:lpstr>Mængde- beregnings- skema</vt:lpstr>
      <vt:lpstr>Mængde- beregnings- skema</vt:lpstr>
      <vt:lpstr>Mængde- beregnings- skema</vt:lpstr>
      <vt:lpstr>Mængde- beregnings- skema</vt:lpstr>
      <vt:lpstr>Mængde- beregnings- skema</vt:lpstr>
      <vt:lpstr>Mængde- beregnings- skema</vt:lpstr>
      <vt:lpstr>Opgaver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1</cp:revision>
  <dcterms:created xsi:type="dcterms:W3CDTF">2026-09-29T06:00:00Z</dcterms:created>
  <dcterms:modified xsi:type="dcterms:W3CDTF">2026-09-29T06:40:09Z</dcterms:modified>
</cp:coreProperties>
</file>