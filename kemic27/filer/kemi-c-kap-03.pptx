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sektion" id="{6E742496-94B0-4A17-9640-F0C0665498B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9"/>
            <p14:sldId id="267"/>
            <p14:sldId id="268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Ikke-navngivet sektion" id="{EB3813F3-8BB7-4798-8CEC-5C7800E71B8B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undo custSel addSld modSld addSection modSection">
      <pc:chgData name="Henry Valdemar Vest" userId="f5b1f0ec-4051-405f-83b3-0c678f78df49" providerId="ADAL" clId="{0B671710-12AA-4A9C-8982-6D6CBD054718}" dt="2026-09-24T09:11:07.509" v="5199" actId="20577"/>
      <pc:docMkLst>
        <pc:docMk/>
      </pc:docMkLst>
      <pc:sldChg chg="modSp mod">
        <pc:chgData name="Henry Valdemar Vest" userId="f5b1f0ec-4051-405f-83b3-0c678f78df49" providerId="ADAL" clId="{0B671710-12AA-4A9C-8982-6D6CBD054718}" dt="2026-09-24T09:11:07.509" v="5199" actId="20577"/>
        <pc:sldMkLst>
          <pc:docMk/>
          <pc:sldMk cId="1655366673" sldId="256"/>
        </pc:sldMkLst>
        <pc:spChg chg="mod">
          <ac:chgData name="Henry Valdemar Vest" userId="f5b1f0ec-4051-405f-83b3-0c678f78df49" providerId="ADAL" clId="{0B671710-12AA-4A9C-8982-6D6CBD054718}" dt="2026-09-24T09:11:07.509" v="5199" actId="20577"/>
          <ac:spMkLst>
            <pc:docMk/>
            <pc:sldMk cId="1655366673" sldId="256"/>
            <ac:spMk id="2" creationId="{3EDDC0D4-FCCE-8D06-AE17-79F9CB108E76}"/>
          </ac:spMkLst>
        </pc:spChg>
      </pc:sldChg>
      <pc:sldChg chg="addSp modSp mod">
        <pc:chgData name="Henry Valdemar Vest" userId="f5b1f0ec-4051-405f-83b3-0c678f78df49" providerId="ADAL" clId="{0B671710-12AA-4A9C-8982-6D6CBD054718}" dt="2026-09-17T06:46:40.739" v="5" actId="14100"/>
        <pc:sldMkLst>
          <pc:docMk/>
          <pc:sldMk cId="3631498774" sldId="257"/>
        </pc:sldMkLst>
        <pc:spChg chg="mod">
          <ac:chgData name="Henry Valdemar Vest" userId="f5b1f0ec-4051-405f-83b3-0c678f78df49" providerId="ADAL" clId="{0B671710-12AA-4A9C-8982-6D6CBD054718}" dt="2026-09-17T06:45:19.521" v="1" actId="1076"/>
          <ac:spMkLst>
            <pc:docMk/>
            <pc:sldMk cId="3631498774" sldId="257"/>
            <ac:spMk id="3" creationId="{7B259EE8-713C-69F6-076F-0990A05BDD44}"/>
          </ac:spMkLst>
        </pc:spChg>
        <pc:picChg chg="add mod">
          <ac:chgData name="Henry Valdemar Vest" userId="f5b1f0ec-4051-405f-83b3-0c678f78df49" providerId="ADAL" clId="{0B671710-12AA-4A9C-8982-6D6CBD054718}" dt="2026-09-17T06:46:40.739" v="5" actId="14100"/>
          <ac:picMkLst>
            <pc:docMk/>
            <pc:sldMk cId="3631498774" sldId="257"/>
            <ac:picMk id="5" creationId="{2724B116-6B0E-39D8-FEC6-B2DA096A6611}"/>
          </ac:picMkLst>
        </pc:picChg>
      </pc:sldChg>
      <pc:sldChg chg="addSp modSp mod">
        <pc:chgData name="Henry Valdemar Vest" userId="f5b1f0ec-4051-405f-83b3-0c678f78df49" providerId="ADAL" clId="{0B671710-12AA-4A9C-8982-6D6CBD054718}" dt="2026-09-21T06:29:37.776" v="5110" actId="20577"/>
        <pc:sldMkLst>
          <pc:docMk/>
          <pc:sldMk cId="3868197090" sldId="258"/>
        </pc:sldMkLst>
        <pc:spChg chg="mod">
          <ac:chgData name="Henry Valdemar Vest" userId="f5b1f0ec-4051-405f-83b3-0c678f78df49" providerId="ADAL" clId="{0B671710-12AA-4A9C-8982-6D6CBD054718}" dt="2026-09-21T06:29:37.776" v="5110" actId="20577"/>
          <ac:spMkLst>
            <pc:docMk/>
            <pc:sldMk cId="3868197090" sldId="258"/>
            <ac:spMk id="3" creationId="{1DD36140-452B-E77B-2DD7-3673E321A7AB}"/>
          </ac:spMkLst>
        </pc:spChg>
        <pc:picChg chg="add mod">
          <ac:chgData name="Henry Valdemar Vest" userId="f5b1f0ec-4051-405f-83b3-0c678f78df49" providerId="ADAL" clId="{0B671710-12AA-4A9C-8982-6D6CBD054718}" dt="2026-09-17T06:47:37.798" v="11" actId="14100"/>
          <ac:picMkLst>
            <pc:docMk/>
            <pc:sldMk cId="3868197090" sldId="258"/>
            <ac:picMk id="5" creationId="{3D222B5B-B829-EB13-E8BB-A483D84431E2}"/>
          </ac:picMkLst>
        </pc:picChg>
      </pc:sldChg>
      <pc:sldChg chg="modSp new mod">
        <pc:chgData name="Henry Valdemar Vest" userId="f5b1f0ec-4051-405f-83b3-0c678f78df49" providerId="ADAL" clId="{0B671710-12AA-4A9C-8982-6D6CBD054718}" dt="2026-09-17T06:49:05.102" v="157" actId="20577"/>
        <pc:sldMkLst>
          <pc:docMk/>
          <pc:sldMk cId="165409662" sldId="259"/>
        </pc:sldMkLst>
        <pc:spChg chg="mod">
          <ac:chgData name="Henry Valdemar Vest" userId="f5b1f0ec-4051-405f-83b3-0c678f78df49" providerId="ADAL" clId="{0B671710-12AA-4A9C-8982-6D6CBD054718}" dt="2026-09-17T06:48:10.962" v="30" actId="20577"/>
          <ac:spMkLst>
            <pc:docMk/>
            <pc:sldMk cId="165409662" sldId="259"/>
            <ac:spMk id="2" creationId="{617D66F7-80A4-AA3F-2C5D-9C83433B2E41}"/>
          </ac:spMkLst>
        </pc:spChg>
        <pc:spChg chg="mod">
          <ac:chgData name="Henry Valdemar Vest" userId="f5b1f0ec-4051-405f-83b3-0c678f78df49" providerId="ADAL" clId="{0B671710-12AA-4A9C-8982-6D6CBD054718}" dt="2026-09-17T06:49:05.102" v="157" actId="20577"/>
          <ac:spMkLst>
            <pc:docMk/>
            <pc:sldMk cId="165409662" sldId="259"/>
            <ac:spMk id="3" creationId="{1CCA8165-7A21-B3FE-2BF3-F818B2EAED39}"/>
          </ac:spMkLst>
        </pc:spChg>
      </pc:sldChg>
      <pc:sldChg chg="modSp new mod">
        <pc:chgData name="Henry Valdemar Vest" userId="f5b1f0ec-4051-405f-83b3-0c678f78df49" providerId="ADAL" clId="{0B671710-12AA-4A9C-8982-6D6CBD054718}" dt="2026-09-17T06:51:29.275" v="392" actId="947"/>
        <pc:sldMkLst>
          <pc:docMk/>
          <pc:sldMk cId="3438583159" sldId="260"/>
        </pc:sldMkLst>
        <pc:spChg chg="mod">
          <ac:chgData name="Henry Valdemar Vest" userId="f5b1f0ec-4051-405f-83b3-0c678f78df49" providerId="ADAL" clId="{0B671710-12AA-4A9C-8982-6D6CBD054718}" dt="2026-09-17T06:49:22.732" v="176" actId="20577"/>
          <ac:spMkLst>
            <pc:docMk/>
            <pc:sldMk cId="3438583159" sldId="260"/>
            <ac:spMk id="2" creationId="{FD20145C-2218-33A6-6B62-05B080D165FA}"/>
          </ac:spMkLst>
        </pc:spChg>
        <pc:spChg chg="mod">
          <ac:chgData name="Henry Valdemar Vest" userId="f5b1f0ec-4051-405f-83b3-0c678f78df49" providerId="ADAL" clId="{0B671710-12AA-4A9C-8982-6D6CBD054718}" dt="2026-09-17T06:51:29.275" v="392" actId="947"/>
          <ac:spMkLst>
            <pc:docMk/>
            <pc:sldMk cId="3438583159" sldId="260"/>
            <ac:spMk id="3" creationId="{65389B33-E7D6-349A-9864-905AE65C49A7}"/>
          </ac:spMkLst>
        </pc:spChg>
      </pc:sldChg>
      <pc:sldChg chg="addSp modSp new mod">
        <pc:chgData name="Henry Valdemar Vest" userId="f5b1f0ec-4051-405f-83b3-0c678f78df49" providerId="ADAL" clId="{0B671710-12AA-4A9C-8982-6D6CBD054718}" dt="2026-09-17T10:51:23.169" v="5108" actId="14100"/>
        <pc:sldMkLst>
          <pc:docMk/>
          <pc:sldMk cId="12457516" sldId="261"/>
        </pc:sldMkLst>
        <pc:spChg chg="mod">
          <ac:chgData name="Henry Valdemar Vest" userId="f5b1f0ec-4051-405f-83b3-0c678f78df49" providerId="ADAL" clId="{0B671710-12AA-4A9C-8982-6D6CBD054718}" dt="2026-09-17T06:51:56.623" v="415" actId="20577"/>
          <ac:spMkLst>
            <pc:docMk/>
            <pc:sldMk cId="12457516" sldId="261"/>
            <ac:spMk id="2" creationId="{6D497FD7-A9AF-D8B2-CAD7-F0FB3C4A41EB}"/>
          </ac:spMkLst>
        </pc:spChg>
        <pc:spChg chg="mod">
          <ac:chgData name="Henry Valdemar Vest" userId="f5b1f0ec-4051-405f-83b3-0c678f78df49" providerId="ADAL" clId="{0B671710-12AA-4A9C-8982-6D6CBD054718}" dt="2026-09-17T06:57:12.131" v="695" actId="1076"/>
          <ac:spMkLst>
            <pc:docMk/>
            <pc:sldMk cId="12457516" sldId="261"/>
            <ac:spMk id="3" creationId="{96EB1571-4021-AA33-FB25-8BFD698AF5C9}"/>
          </ac:spMkLst>
        </pc:spChg>
        <pc:graphicFrameChg chg="add mod modGraphic">
          <ac:chgData name="Henry Valdemar Vest" userId="f5b1f0ec-4051-405f-83b3-0c678f78df49" providerId="ADAL" clId="{0B671710-12AA-4A9C-8982-6D6CBD054718}" dt="2026-09-17T10:51:23.169" v="5108" actId="14100"/>
          <ac:graphicFrameMkLst>
            <pc:docMk/>
            <pc:sldMk cId="12457516" sldId="261"/>
            <ac:graphicFrameMk id="4" creationId="{F56B6BC3-D036-9DA6-AD48-FAF530774F5F}"/>
          </ac:graphicFrameMkLst>
        </pc:graphicFrameChg>
      </pc:sldChg>
      <pc:sldChg chg="addSp modSp new mod">
        <pc:chgData name="Henry Valdemar Vest" userId="f5b1f0ec-4051-405f-83b3-0c678f78df49" providerId="ADAL" clId="{0B671710-12AA-4A9C-8982-6D6CBD054718}" dt="2026-09-17T06:58:53.132" v="852" actId="14100"/>
        <pc:sldMkLst>
          <pc:docMk/>
          <pc:sldMk cId="848249995" sldId="262"/>
        </pc:sldMkLst>
        <pc:spChg chg="mod">
          <ac:chgData name="Henry Valdemar Vest" userId="f5b1f0ec-4051-405f-83b3-0c678f78df49" providerId="ADAL" clId="{0B671710-12AA-4A9C-8982-6D6CBD054718}" dt="2026-09-17T06:57:38.959" v="723" actId="20577"/>
          <ac:spMkLst>
            <pc:docMk/>
            <pc:sldMk cId="848249995" sldId="262"/>
            <ac:spMk id="2" creationId="{D866290C-710F-ADFB-766A-A1F00CDE63A2}"/>
          </ac:spMkLst>
        </pc:spChg>
        <pc:spChg chg="mod">
          <ac:chgData name="Henry Valdemar Vest" userId="f5b1f0ec-4051-405f-83b3-0c678f78df49" providerId="ADAL" clId="{0B671710-12AA-4A9C-8982-6D6CBD054718}" dt="2026-09-17T06:58:47.790" v="850" actId="14100"/>
          <ac:spMkLst>
            <pc:docMk/>
            <pc:sldMk cId="848249995" sldId="262"/>
            <ac:spMk id="3" creationId="{4BE5551E-5BA3-178D-C5A0-B1DE8559AB2F}"/>
          </ac:spMkLst>
        </pc:spChg>
        <pc:picChg chg="add mod">
          <ac:chgData name="Henry Valdemar Vest" userId="f5b1f0ec-4051-405f-83b3-0c678f78df49" providerId="ADAL" clId="{0B671710-12AA-4A9C-8982-6D6CBD054718}" dt="2026-09-17T06:58:53.132" v="852" actId="14100"/>
          <ac:picMkLst>
            <pc:docMk/>
            <pc:sldMk cId="848249995" sldId="262"/>
            <ac:picMk id="5" creationId="{41797A6E-9F11-1FF2-6199-1B6C8009560D}"/>
          </ac:picMkLst>
        </pc:picChg>
      </pc:sldChg>
      <pc:sldChg chg="modSp new mod">
        <pc:chgData name="Henry Valdemar Vest" userId="f5b1f0ec-4051-405f-83b3-0c678f78df49" providerId="ADAL" clId="{0B671710-12AA-4A9C-8982-6D6CBD054718}" dt="2026-09-17T07:02:52.011" v="1270" actId="20577"/>
        <pc:sldMkLst>
          <pc:docMk/>
          <pc:sldMk cId="2347128786" sldId="263"/>
        </pc:sldMkLst>
        <pc:spChg chg="mod">
          <ac:chgData name="Henry Valdemar Vest" userId="f5b1f0ec-4051-405f-83b3-0c678f78df49" providerId="ADAL" clId="{0B671710-12AA-4A9C-8982-6D6CBD054718}" dt="2026-09-17T06:59:21.411" v="877" actId="20577"/>
          <ac:spMkLst>
            <pc:docMk/>
            <pc:sldMk cId="2347128786" sldId="263"/>
            <ac:spMk id="2" creationId="{D882F53D-55D8-2ABC-70E9-786DE53256AC}"/>
          </ac:spMkLst>
        </pc:spChg>
        <pc:spChg chg="mod">
          <ac:chgData name="Henry Valdemar Vest" userId="f5b1f0ec-4051-405f-83b3-0c678f78df49" providerId="ADAL" clId="{0B671710-12AA-4A9C-8982-6D6CBD054718}" dt="2026-09-17T07:02:52.011" v="1270" actId="20577"/>
          <ac:spMkLst>
            <pc:docMk/>
            <pc:sldMk cId="2347128786" sldId="263"/>
            <ac:spMk id="3" creationId="{6E729FAA-662E-DEAB-0D9E-796223BBC161}"/>
          </ac:spMkLst>
        </pc:spChg>
      </pc:sldChg>
      <pc:sldChg chg="modSp new mod">
        <pc:chgData name="Henry Valdemar Vest" userId="f5b1f0ec-4051-405f-83b3-0c678f78df49" providerId="ADAL" clId="{0B671710-12AA-4A9C-8982-6D6CBD054718}" dt="2026-09-17T07:05:40.322" v="1559" actId="20577"/>
        <pc:sldMkLst>
          <pc:docMk/>
          <pc:sldMk cId="2452058668" sldId="264"/>
        </pc:sldMkLst>
        <pc:spChg chg="mod">
          <ac:chgData name="Henry Valdemar Vest" userId="f5b1f0ec-4051-405f-83b3-0c678f78df49" providerId="ADAL" clId="{0B671710-12AA-4A9C-8982-6D6CBD054718}" dt="2026-09-17T07:03:50.427" v="1297" actId="20577"/>
          <ac:spMkLst>
            <pc:docMk/>
            <pc:sldMk cId="2452058668" sldId="264"/>
            <ac:spMk id="2" creationId="{35A42032-E430-F353-8A0D-9EC5D6145C18}"/>
          </ac:spMkLst>
        </pc:spChg>
        <pc:spChg chg="mod">
          <ac:chgData name="Henry Valdemar Vest" userId="f5b1f0ec-4051-405f-83b3-0c678f78df49" providerId="ADAL" clId="{0B671710-12AA-4A9C-8982-6D6CBD054718}" dt="2026-09-17T07:05:40.322" v="1559" actId="20577"/>
          <ac:spMkLst>
            <pc:docMk/>
            <pc:sldMk cId="2452058668" sldId="264"/>
            <ac:spMk id="3" creationId="{5BCC41F2-AFC3-CBB2-A414-B8DC05DC25C6}"/>
          </ac:spMkLst>
        </pc:spChg>
      </pc:sldChg>
      <pc:sldChg chg="addSp delSp modSp new mod setBg setClrOvrMap">
        <pc:chgData name="Henry Valdemar Vest" userId="f5b1f0ec-4051-405f-83b3-0c678f78df49" providerId="ADAL" clId="{0B671710-12AA-4A9C-8982-6D6CBD054718}" dt="2026-09-21T06:42:47.939" v="5123" actId="20577"/>
        <pc:sldMkLst>
          <pc:docMk/>
          <pc:sldMk cId="697749041" sldId="265"/>
        </pc:sldMkLst>
        <pc:spChg chg="mod">
          <ac:chgData name="Henry Valdemar Vest" userId="f5b1f0ec-4051-405f-83b3-0c678f78df49" providerId="ADAL" clId="{0B671710-12AA-4A9C-8982-6D6CBD054718}" dt="2026-09-17T07:07:21.722" v="1631" actId="26606"/>
          <ac:spMkLst>
            <pc:docMk/>
            <pc:sldMk cId="697749041" sldId="265"/>
            <ac:spMk id="2" creationId="{04EA8FE6-FF99-DA37-6B23-1A2EC65B3714}"/>
          </ac:spMkLst>
        </pc:spChg>
        <pc:spChg chg="add">
          <ac:chgData name="Henry Valdemar Vest" userId="f5b1f0ec-4051-405f-83b3-0c678f78df49" providerId="ADAL" clId="{0B671710-12AA-4A9C-8982-6D6CBD054718}" dt="2026-09-17T07:07:21.722" v="1631" actId="26606"/>
          <ac:spMkLst>
            <pc:docMk/>
            <pc:sldMk cId="697749041" sldId="265"/>
            <ac:spMk id="9" creationId="{B5E326A3-EB92-4BDA-9F77-45197E0CBE7E}"/>
          </ac:spMkLst>
        </pc:spChg>
        <pc:spChg chg="add">
          <ac:chgData name="Henry Valdemar Vest" userId="f5b1f0ec-4051-405f-83b3-0c678f78df49" providerId="ADAL" clId="{0B671710-12AA-4A9C-8982-6D6CBD054718}" dt="2026-09-17T07:07:21.722" v="1631" actId="26606"/>
          <ac:spMkLst>
            <pc:docMk/>
            <pc:sldMk cId="697749041" sldId="265"/>
            <ac:spMk id="13" creationId="{CAC996C7-7B84-4645-9AA1-6EA85EAB47D6}"/>
          </ac:spMkLst>
        </pc:spChg>
        <pc:spChg chg="add">
          <ac:chgData name="Henry Valdemar Vest" userId="f5b1f0ec-4051-405f-83b3-0c678f78df49" providerId="ADAL" clId="{0B671710-12AA-4A9C-8982-6D6CBD054718}" dt="2026-09-17T07:07:21.722" v="1631" actId="26606"/>
          <ac:spMkLst>
            <pc:docMk/>
            <pc:sldMk cId="697749041" sldId="265"/>
            <ac:spMk id="15" creationId="{32DC315B-5680-47D9-B827-34D012FB14B2}"/>
          </ac:spMkLst>
        </pc:spChg>
        <pc:graphicFrameChg chg="add modGraphic">
          <ac:chgData name="Henry Valdemar Vest" userId="f5b1f0ec-4051-405f-83b3-0c678f78df49" providerId="ADAL" clId="{0B671710-12AA-4A9C-8982-6D6CBD054718}" dt="2026-09-21T06:42:47.939" v="5123" actId="20577"/>
          <ac:graphicFrameMkLst>
            <pc:docMk/>
            <pc:sldMk cId="697749041" sldId="265"/>
            <ac:graphicFrameMk id="5" creationId="{EFD633E1-F635-7256-5B4C-921A7650414B}"/>
          </ac:graphicFrameMkLst>
        </pc:graphicFrameChg>
        <pc:picChg chg="add">
          <ac:chgData name="Henry Valdemar Vest" userId="f5b1f0ec-4051-405f-83b3-0c678f78df49" providerId="ADAL" clId="{0B671710-12AA-4A9C-8982-6D6CBD054718}" dt="2026-09-17T07:07:21.722" v="1631" actId="26606"/>
          <ac:picMkLst>
            <pc:docMk/>
            <pc:sldMk cId="697749041" sldId="265"/>
            <ac:picMk id="11" creationId="{B4E7D395-0531-4A17-A276-FDA3EB7792EC}"/>
          </ac:picMkLst>
        </pc:picChg>
      </pc:sldChg>
      <pc:sldChg chg="modSp new mod">
        <pc:chgData name="Henry Valdemar Vest" userId="f5b1f0ec-4051-405f-83b3-0c678f78df49" providerId="ADAL" clId="{0B671710-12AA-4A9C-8982-6D6CBD054718}" dt="2026-09-17T07:12:42.410" v="1862" actId="207"/>
        <pc:sldMkLst>
          <pc:docMk/>
          <pc:sldMk cId="1696091240" sldId="266"/>
        </pc:sldMkLst>
        <pc:spChg chg="mod">
          <ac:chgData name="Henry Valdemar Vest" userId="f5b1f0ec-4051-405f-83b3-0c678f78df49" providerId="ADAL" clId="{0B671710-12AA-4A9C-8982-6D6CBD054718}" dt="2026-09-17T07:07:51.294" v="1653" actId="20577"/>
          <ac:spMkLst>
            <pc:docMk/>
            <pc:sldMk cId="1696091240" sldId="266"/>
            <ac:spMk id="2" creationId="{543196F6-E3D5-4EE6-E982-D17FF460FCA1}"/>
          </ac:spMkLst>
        </pc:spChg>
        <pc:spChg chg="mod">
          <ac:chgData name="Henry Valdemar Vest" userId="f5b1f0ec-4051-405f-83b3-0c678f78df49" providerId="ADAL" clId="{0B671710-12AA-4A9C-8982-6D6CBD054718}" dt="2026-09-17T07:12:42.410" v="1862" actId="207"/>
          <ac:spMkLst>
            <pc:docMk/>
            <pc:sldMk cId="1696091240" sldId="266"/>
            <ac:spMk id="3" creationId="{3C269730-932B-3F27-3FDD-079380189779}"/>
          </ac:spMkLst>
        </pc:spChg>
      </pc:sldChg>
      <pc:sldChg chg="modSp new mod">
        <pc:chgData name="Henry Valdemar Vest" userId="f5b1f0ec-4051-405f-83b3-0c678f78df49" providerId="ADAL" clId="{0B671710-12AA-4A9C-8982-6D6CBD054718}" dt="2026-09-17T07:14:49.381" v="2080" actId="207"/>
        <pc:sldMkLst>
          <pc:docMk/>
          <pc:sldMk cId="1057730694" sldId="267"/>
        </pc:sldMkLst>
        <pc:spChg chg="mod">
          <ac:chgData name="Henry Valdemar Vest" userId="f5b1f0ec-4051-405f-83b3-0c678f78df49" providerId="ADAL" clId="{0B671710-12AA-4A9C-8982-6D6CBD054718}" dt="2026-09-17T07:13:16.205" v="1884" actId="20577"/>
          <ac:spMkLst>
            <pc:docMk/>
            <pc:sldMk cId="1057730694" sldId="267"/>
            <ac:spMk id="2" creationId="{9C02649D-B048-6BBE-8B8A-A4421420D006}"/>
          </ac:spMkLst>
        </pc:spChg>
        <pc:spChg chg="mod">
          <ac:chgData name="Henry Valdemar Vest" userId="f5b1f0ec-4051-405f-83b3-0c678f78df49" providerId="ADAL" clId="{0B671710-12AA-4A9C-8982-6D6CBD054718}" dt="2026-09-17T07:14:49.381" v="2080" actId="207"/>
          <ac:spMkLst>
            <pc:docMk/>
            <pc:sldMk cId="1057730694" sldId="267"/>
            <ac:spMk id="3" creationId="{5F8CCC2B-767D-5C28-3C7D-AEEB78854D42}"/>
          </ac:spMkLst>
        </pc:spChg>
      </pc:sldChg>
      <pc:sldChg chg="modSp new mod">
        <pc:chgData name="Henry Valdemar Vest" userId="f5b1f0ec-4051-405f-83b3-0c678f78df49" providerId="ADAL" clId="{0B671710-12AA-4A9C-8982-6D6CBD054718}" dt="2026-09-17T07:21:27.762" v="2442" actId="20577"/>
        <pc:sldMkLst>
          <pc:docMk/>
          <pc:sldMk cId="2322235856" sldId="268"/>
        </pc:sldMkLst>
        <pc:spChg chg="mod">
          <ac:chgData name="Henry Valdemar Vest" userId="f5b1f0ec-4051-405f-83b3-0c678f78df49" providerId="ADAL" clId="{0B671710-12AA-4A9C-8982-6D6CBD054718}" dt="2026-09-17T07:15:11.938" v="2105" actId="20577"/>
          <ac:spMkLst>
            <pc:docMk/>
            <pc:sldMk cId="2322235856" sldId="268"/>
            <ac:spMk id="2" creationId="{107F1233-CBE5-65D2-750C-5927C5551534}"/>
          </ac:spMkLst>
        </pc:spChg>
        <pc:spChg chg="mod">
          <ac:chgData name="Henry Valdemar Vest" userId="f5b1f0ec-4051-405f-83b3-0c678f78df49" providerId="ADAL" clId="{0B671710-12AA-4A9C-8982-6D6CBD054718}" dt="2026-09-17T07:21:27.762" v="2442" actId="20577"/>
          <ac:spMkLst>
            <pc:docMk/>
            <pc:sldMk cId="2322235856" sldId="268"/>
            <ac:spMk id="3" creationId="{009F8EBC-AF31-079F-76E2-7D117BA3D9DC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09-17T07:18:38.621" v="2137" actId="14100"/>
        <pc:sldMkLst>
          <pc:docMk/>
          <pc:sldMk cId="3097697552" sldId="269"/>
        </pc:sldMkLst>
        <pc:spChg chg="mod">
          <ac:chgData name="Henry Valdemar Vest" userId="f5b1f0ec-4051-405f-83b3-0c678f78df49" providerId="ADAL" clId="{0B671710-12AA-4A9C-8982-6D6CBD054718}" dt="2026-09-17T07:15:46.305" v="2133" actId="20577"/>
          <ac:spMkLst>
            <pc:docMk/>
            <pc:sldMk cId="3097697552" sldId="269"/>
            <ac:spMk id="2" creationId="{37F608CD-B2A9-BCD4-57C4-78961461A1B4}"/>
          </ac:spMkLst>
        </pc:spChg>
        <pc:picChg chg="add mod ord">
          <ac:chgData name="Henry Valdemar Vest" userId="f5b1f0ec-4051-405f-83b3-0c678f78df49" providerId="ADAL" clId="{0B671710-12AA-4A9C-8982-6D6CBD054718}" dt="2026-09-17T07:18:38.621" v="2137" actId="14100"/>
          <ac:picMkLst>
            <pc:docMk/>
            <pc:sldMk cId="3097697552" sldId="269"/>
            <ac:picMk id="5" creationId="{1B7EBAEE-AA04-D103-6894-8F6E3F506DB1}"/>
          </ac:picMkLst>
        </pc:picChg>
      </pc:sldChg>
      <pc:sldChg chg="addSp delSp modSp new mod">
        <pc:chgData name="Henry Valdemar Vest" userId="f5b1f0ec-4051-405f-83b3-0c678f78df49" providerId="ADAL" clId="{0B671710-12AA-4A9C-8982-6D6CBD054718}" dt="2026-09-17T07:28:08.450" v="2647" actId="207"/>
        <pc:sldMkLst>
          <pc:docMk/>
          <pc:sldMk cId="1826545829" sldId="270"/>
        </pc:sldMkLst>
        <pc:spChg chg="mod">
          <ac:chgData name="Henry Valdemar Vest" userId="f5b1f0ec-4051-405f-83b3-0c678f78df49" providerId="ADAL" clId="{0B671710-12AA-4A9C-8982-6D6CBD054718}" dt="2026-09-17T07:21:54.252" v="2444"/>
          <ac:spMkLst>
            <pc:docMk/>
            <pc:sldMk cId="1826545829" sldId="270"/>
            <ac:spMk id="2" creationId="{94343727-A913-DEDF-0011-6A496A1D38EF}"/>
          </ac:spMkLst>
        </pc:spChg>
        <pc:spChg chg="add mod">
          <ac:chgData name="Henry Valdemar Vest" userId="f5b1f0ec-4051-405f-83b3-0c678f78df49" providerId="ADAL" clId="{0B671710-12AA-4A9C-8982-6D6CBD054718}" dt="2026-09-17T07:28:08.450" v="2647" actId="207"/>
          <ac:spMkLst>
            <pc:docMk/>
            <pc:sldMk cId="1826545829" sldId="270"/>
            <ac:spMk id="5" creationId="{A4C77239-81F1-2A68-7045-C3FD7C0D4849}"/>
          </ac:spMkLst>
        </pc:spChg>
        <pc:graphicFrameChg chg="add mod ord modGraphic">
          <ac:chgData name="Henry Valdemar Vest" userId="f5b1f0ec-4051-405f-83b3-0c678f78df49" providerId="ADAL" clId="{0B671710-12AA-4A9C-8982-6D6CBD054718}" dt="2026-09-17T07:26:44.945" v="2568" actId="207"/>
          <ac:graphicFrameMkLst>
            <pc:docMk/>
            <pc:sldMk cId="1826545829" sldId="270"/>
            <ac:graphicFrameMk id="4" creationId="{E4E56903-612C-CD60-6833-0C647FE0BB67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17T07:33:18.771" v="2913" actId="20577"/>
        <pc:sldMkLst>
          <pc:docMk/>
          <pc:sldMk cId="1857665624" sldId="271"/>
        </pc:sldMkLst>
        <pc:spChg chg="mod">
          <ac:chgData name="Henry Valdemar Vest" userId="f5b1f0ec-4051-405f-83b3-0c678f78df49" providerId="ADAL" clId="{0B671710-12AA-4A9C-8982-6D6CBD054718}" dt="2026-09-17T07:28:42.509" v="2670" actId="20577"/>
          <ac:spMkLst>
            <pc:docMk/>
            <pc:sldMk cId="1857665624" sldId="271"/>
            <ac:spMk id="2" creationId="{21ED26EA-3BAD-39F8-D881-00871DD18E69}"/>
          </ac:spMkLst>
        </pc:spChg>
        <pc:spChg chg="mod">
          <ac:chgData name="Henry Valdemar Vest" userId="f5b1f0ec-4051-405f-83b3-0c678f78df49" providerId="ADAL" clId="{0B671710-12AA-4A9C-8982-6D6CBD054718}" dt="2026-09-17T07:33:18.771" v="2913" actId="20577"/>
          <ac:spMkLst>
            <pc:docMk/>
            <pc:sldMk cId="1857665624" sldId="271"/>
            <ac:spMk id="3" creationId="{5C41A8E8-6C04-5092-CA9A-0C648CC0E38A}"/>
          </ac:spMkLst>
        </pc:spChg>
      </pc:sldChg>
      <pc:sldChg chg="addSp delSp modSp new mod setBg setClrOvrMap">
        <pc:chgData name="Henry Valdemar Vest" userId="f5b1f0ec-4051-405f-83b3-0c678f78df49" providerId="ADAL" clId="{0B671710-12AA-4A9C-8982-6D6CBD054718}" dt="2026-09-21T06:51:13.627" v="5132" actId="20577"/>
        <pc:sldMkLst>
          <pc:docMk/>
          <pc:sldMk cId="366371820" sldId="272"/>
        </pc:sldMkLst>
        <pc:spChg chg="mod">
          <ac:chgData name="Henry Valdemar Vest" userId="f5b1f0ec-4051-405f-83b3-0c678f78df49" providerId="ADAL" clId="{0B671710-12AA-4A9C-8982-6D6CBD054718}" dt="2026-09-17T07:33:43.479" v="2949" actId="26606"/>
          <ac:spMkLst>
            <pc:docMk/>
            <pc:sldMk cId="366371820" sldId="272"/>
            <ac:spMk id="2" creationId="{8FC0F573-F9BB-96D8-4771-B818494DC798}"/>
          </ac:spMkLst>
        </pc:spChg>
        <pc:spChg chg="add">
          <ac:chgData name="Henry Valdemar Vest" userId="f5b1f0ec-4051-405f-83b3-0c678f78df49" providerId="ADAL" clId="{0B671710-12AA-4A9C-8982-6D6CBD054718}" dt="2026-09-17T07:33:43.479" v="2949" actId="26606"/>
          <ac:spMkLst>
            <pc:docMk/>
            <pc:sldMk cId="366371820" sldId="272"/>
            <ac:spMk id="9" creationId="{B5E326A3-EB92-4BDA-9F77-45197E0CBE7E}"/>
          </ac:spMkLst>
        </pc:spChg>
        <pc:spChg chg="add">
          <ac:chgData name="Henry Valdemar Vest" userId="f5b1f0ec-4051-405f-83b3-0c678f78df49" providerId="ADAL" clId="{0B671710-12AA-4A9C-8982-6D6CBD054718}" dt="2026-09-17T07:33:43.479" v="2949" actId="26606"/>
          <ac:spMkLst>
            <pc:docMk/>
            <pc:sldMk cId="366371820" sldId="272"/>
            <ac:spMk id="13" creationId="{CAC996C7-7B84-4645-9AA1-6EA85EAB47D6}"/>
          </ac:spMkLst>
        </pc:spChg>
        <pc:spChg chg="add">
          <ac:chgData name="Henry Valdemar Vest" userId="f5b1f0ec-4051-405f-83b3-0c678f78df49" providerId="ADAL" clId="{0B671710-12AA-4A9C-8982-6D6CBD054718}" dt="2026-09-17T07:33:43.479" v="2949" actId="26606"/>
          <ac:spMkLst>
            <pc:docMk/>
            <pc:sldMk cId="366371820" sldId="272"/>
            <ac:spMk id="15" creationId="{32DC315B-5680-47D9-B827-34D012FB14B2}"/>
          </ac:spMkLst>
        </pc:spChg>
        <pc:graphicFrameChg chg="add modGraphic">
          <ac:chgData name="Henry Valdemar Vest" userId="f5b1f0ec-4051-405f-83b3-0c678f78df49" providerId="ADAL" clId="{0B671710-12AA-4A9C-8982-6D6CBD054718}" dt="2026-09-21T06:51:13.627" v="5132" actId="20577"/>
          <ac:graphicFrameMkLst>
            <pc:docMk/>
            <pc:sldMk cId="366371820" sldId="272"/>
            <ac:graphicFrameMk id="5" creationId="{E9B31B9F-979C-F6F0-3842-3E905D158DB9}"/>
          </ac:graphicFrameMkLst>
        </pc:graphicFrameChg>
        <pc:picChg chg="add">
          <ac:chgData name="Henry Valdemar Vest" userId="f5b1f0ec-4051-405f-83b3-0c678f78df49" providerId="ADAL" clId="{0B671710-12AA-4A9C-8982-6D6CBD054718}" dt="2026-09-17T07:33:43.479" v="2949" actId="26606"/>
          <ac:picMkLst>
            <pc:docMk/>
            <pc:sldMk cId="366371820" sldId="272"/>
            <ac:picMk id="11" creationId="{B4E7D395-0531-4A17-A276-FDA3EB7792EC}"/>
          </ac:picMkLst>
        </pc:picChg>
      </pc:sldChg>
      <pc:sldChg chg="addSp modSp new mod">
        <pc:chgData name="Henry Valdemar Vest" userId="f5b1f0ec-4051-405f-83b3-0c678f78df49" providerId="ADAL" clId="{0B671710-12AA-4A9C-8982-6D6CBD054718}" dt="2026-09-21T06:32:05.123" v="5113" actId="1076"/>
        <pc:sldMkLst>
          <pc:docMk/>
          <pc:sldMk cId="2102846744" sldId="273"/>
        </pc:sldMkLst>
        <pc:spChg chg="mod">
          <ac:chgData name="Henry Valdemar Vest" userId="f5b1f0ec-4051-405f-83b3-0c678f78df49" providerId="ADAL" clId="{0B671710-12AA-4A9C-8982-6D6CBD054718}" dt="2026-09-17T07:43:43.458" v="2973" actId="20577"/>
          <ac:spMkLst>
            <pc:docMk/>
            <pc:sldMk cId="2102846744" sldId="273"/>
            <ac:spMk id="2" creationId="{2DC89DB1-8C25-503B-3A94-EC75C0D3B5DE}"/>
          </ac:spMkLst>
        </pc:spChg>
        <pc:spChg chg="mod">
          <ac:chgData name="Henry Valdemar Vest" userId="f5b1f0ec-4051-405f-83b3-0c678f78df49" providerId="ADAL" clId="{0B671710-12AA-4A9C-8982-6D6CBD054718}" dt="2026-09-21T06:32:02.233" v="5111" actId="1076"/>
          <ac:spMkLst>
            <pc:docMk/>
            <pc:sldMk cId="2102846744" sldId="273"/>
            <ac:spMk id="3" creationId="{53A2EF50-BD9A-4777-AFAA-EF4D82EB4999}"/>
          </ac:spMkLst>
        </pc:spChg>
        <pc:spChg chg="add mod">
          <ac:chgData name="Henry Valdemar Vest" userId="f5b1f0ec-4051-405f-83b3-0c678f78df49" providerId="ADAL" clId="{0B671710-12AA-4A9C-8982-6D6CBD054718}" dt="2026-09-17T08:03:10.683" v="3181" actId="17032"/>
          <ac:spMkLst>
            <pc:docMk/>
            <pc:sldMk cId="2102846744" sldId="273"/>
            <ac:spMk id="6" creationId="{15C85C38-BA5A-7280-E7A3-F47F92759104}"/>
          </ac:spMkLst>
        </pc:spChg>
        <pc:spChg chg="add mod">
          <ac:chgData name="Henry Valdemar Vest" userId="f5b1f0ec-4051-405f-83b3-0c678f78df49" providerId="ADAL" clId="{0B671710-12AA-4A9C-8982-6D6CBD054718}" dt="2026-09-17T08:06:53.118" v="3197" actId="14100"/>
          <ac:spMkLst>
            <pc:docMk/>
            <pc:sldMk cId="2102846744" sldId="273"/>
            <ac:spMk id="7" creationId="{15098EB5-5A9C-6C53-6521-D0F3903373D3}"/>
          </ac:spMkLst>
        </pc:spChg>
        <pc:picChg chg="add mod">
          <ac:chgData name="Henry Valdemar Vest" userId="f5b1f0ec-4051-405f-83b3-0c678f78df49" providerId="ADAL" clId="{0B671710-12AA-4A9C-8982-6D6CBD054718}" dt="2026-09-17T08:06:57.583" v="3198" actId="1076"/>
          <ac:picMkLst>
            <pc:docMk/>
            <pc:sldMk cId="2102846744" sldId="273"/>
            <ac:picMk id="5" creationId="{B372363D-76AC-A57A-9093-8182A6492317}"/>
          </ac:picMkLst>
        </pc:picChg>
        <pc:picChg chg="add mod">
          <ac:chgData name="Henry Valdemar Vest" userId="f5b1f0ec-4051-405f-83b3-0c678f78df49" providerId="ADAL" clId="{0B671710-12AA-4A9C-8982-6D6CBD054718}" dt="2026-09-21T06:32:05.123" v="5113" actId="1076"/>
          <ac:picMkLst>
            <pc:docMk/>
            <pc:sldMk cId="2102846744" sldId="273"/>
            <ac:picMk id="9" creationId="{DFAE7CC9-AF27-7600-D574-B2F03540D29A}"/>
          </ac:picMkLst>
        </pc:picChg>
      </pc:sldChg>
      <pc:sldChg chg="addSp modSp new mod">
        <pc:chgData name="Henry Valdemar Vest" userId="f5b1f0ec-4051-405f-83b3-0c678f78df49" providerId="ADAL" clId="{0B671710-12AA-4A9C-8982-6D6CBD054718}" dt="2026-09-21T06:32:38.378" v="5117" actId="1076"/>
        <pc:sldMkLst>
          <pc:docMk/>
          <pc:sldMk cId="3684448649" sldId="274"/>
        </pc:sldMkLst>
        <pc:spChg chg="mod">
          <ac:chgData name="Henry Valdemar Vest" userId="f5b1f0ec-4051-405f-83b3-0c678f78df49" providerId="ADAL" clId="{0B671710-12AA-4A9C-8982-6D6CBD054718}" dt="2026-09-21T06:32:19.009" v="5114" actId="1076"/>
          <ac:spMkLst>
            <pc:docMk/>
            <pc:sldMk cId="3684448649" sldId="274"/>
            <ac:spMk id="2" creationId="{833CD977-4857-E519-BBE4-55542AD280F5}"/>
          </ac:spMkLst>
        </pc:spChg>
        <pc:spChg chg="mod">
          <ac:chgData name="Henry Valdemar Vest" userId="f5b1f0ec-4051-405f-83b3-0c678f78df49" providerId="ADAL" clId="{0B671710-12AA-4A9C-8982-6D6CBD054718}" dt="2026-09-21T06:32:25.620" v="5115" actId="1076"/>
          <ac:spMkLst>
            <pc:docMk/>
            <pc:sldMk cId="3684448649" sldId="274"/>
            <ac:spMk id="3" creationId="{4CF3A1CB-D7B1-B9A7-EDD4-B7024F04A844}"/>
          </ac:spMkLst>
        </pc:spChg>
        <pc:picChg chg="add mod">
          <ac:chgData name="Henry Valdemar Vest" userId="f5b1f0ec-4051-405f-83b3-0c678f78df49" providerId="ADAL" clId="{0B671710-12AA-4A9C-8982-6D6CBD054718}" dt="2026-09-21T06:32:36.699" v="5116" actId="1076"/>
          <ac:picMkLst>
            <pc:docMk/>
            <pc:sldMk cId="3684448649" sldId="274"/>
            <ac:picMk id="5" creationId="{9F04E2CA-F8B4-9ECB-1D80-310796474D06}"/>
          </ac:picMkLst>
        </pc:picChg>
        <pc:picChg chg="add mod">
          <ac:chgData name="Henry Valdemar Vest" userId="f5b1f0ec-4051-405f-83b3-0c678f78df49" providerId="ADAL" clId="{0B671710-12AA-4A9C-8982-6D6CBD054718}" dt="2026-09-21T06:32:38.378" v="5117" actId="1076"/>
          <ac:picMkLst>
            <pc:docMk/>
            <pc:sldMk cId="3684448649" sldId="274"/>
            <ac:picMk id="7" creationId="{CDD51C99-0A0F-A9BC-FABC-6D8669A56832}"/>
          </ac:picMkLst>
        </pc:picChg>
      </pc:sldChg>
      <pc:sldChg chg="addSp delSp modSp new mod setBg setClrOvrMap">
        <pc:chgData name="Henry Valdemar Vest" userId="f5b1f0ec-4051-405f-83b3-0c678f78df49" providerId="ADAL" clId="{0B671710-12AA-4A9C-8982-6D6CBD054718}" dt="2026-09-21T06:55:21.283" v="5139" actId="20577"/>
        <pc:sldMkLst>
          <pc:docMk/>
          <pc:sldMk cId="1389592406" sldId="275"/>
        </pc:sldMkLst>
        <pc:spChg chg="mod">
          <ac:chgData name="Henry Valdemar Vest" userId="f5b1f0ec-4051-405f-83b3-0c678f78df49" providerId="ADAL" clId="{0B671710-12AA-4A9C-8982-6D6CBD054718}" dt="2026-09-17T08:13:15.319" v="3627" actId="26606"/>
          <ac:spMkLst>
            <pc:docMk/>
            <pc:sldMk cId="1389592406" sldId="275"/>
            <ac:spMk id="2" creationId="{C33F39ED-A460-F4E7-48DC-3943F610EA5D}"/>
          </ac:spMkLst>
        </pc:spChg>
        <pc:spChg chg="add">
          <ac:chgData name="Henry Valdemar Vest" userId="f5b1f0ec-4051-405f-83b3-0c678f78df49" providerId="ADAL" clId="{0B671710-12AA-4A9C-8982-6D6CBD054718}" dt="2026-09-17T08:13:15.319" v="3627" actId="26606"/>
          <ac:spMkLst>
            <pc:docMk/>
            <pc:sldMk cId="1389592406" sldId="275"/>
            <ac:spMk id="9" creationId="{B5E326A3-EB92-4BDA-9F77-45197E0CBE7E}"/>
          </ac:spMkLst>
        </pc:spChg>
        <pc:spChg chg="add">
          <ac:chgData name="Henry Valdemar Vest" userId="f5b1f0ec-4051-405f-83b3-0c678f78df49" providerId="ADAL" clId="{0B671710-12AA-4A9C-8982-6D6CBD054718}" dt="2026-09-17T08:13:15.319" v="3627" actId="26606"/>
          <ac:spMkLst>
            <pc:docMk/>
            <pc:sldMk cId="1389592406" sldId="275"/>
            <ac:spMk id="13" creationId="{CAC996C7-7B84-4645-9AA1-6EA85EAB47D6}"/>
          </ac:spMkLst>
        </pc:spChg>
        <pc:spChg chg="add">
          <ac:chgData name="Henry Valdemar Vest" userId="f5b1f0ec-4051-405f-83b3-0c678f78df49" providerId="ADAL" clId="{0B671710-12AA-4A9C-8982-6D6CBD054718}" dt="2026-09-17T08:13:15.319" v="3627" actId="26606"/>
          <ac:spMkLst>
            <pc:docMk/>
            <pc:sldMk cId="1389592406" sldId="275"/>
            <ac:spMk id="15" creationId="{32DC315B-5680-47D9-B827-34D012FB14B2}"/>
          </ac:spMkLst>
        </pc:spChg>
        <pc:graphicFrameChg chg="add modGraphic">
          <ac:chgData name="Henry Valdemar Vest" userId="f5b1f0ec-4051-405f-83b3-0c678f78df49" providerId="ADAL" clId="{0B671710-12AA-4A9C-8982-6D6CBD054718}" dt="2026-09-21T06:55:21.283" v="5139" actId="20577"/>
          <ac:graphicFrameMkLst>
            <pc:docMk/>
            <pc:sldMk cId="1389592406" sldId="275"/>
            <ac:graphicFrameMk id="5" creationId="{AD5BEAD9-50A9-6B7B-DE99-BE980BB05132}"/>
          </ac:graphicFrameMkLst>
        </pc:graphicFrameChg>
        <pc:picChg chg="add">
          <ac:chgData name="Henry Valdemar Vest" userId="f5b1f0ec-4051-405f-83b3-0c678f78df49" providerId="ADAL" clId="{0B671710-12AA-4A9C-8982-6D6CBD054718}" dt="2026-09-17T08:13:15.319" v="3627" actId="26606"/>
          <ac:picMkLst>
            <pc:docMk/>
            <pc:sldMk cId="1389592406" sldId="275"/>
            <ac:picMk id="11" creationId="{B4E7D395-0531-4A17-A276-FDA3EB7792EC}"/>
          </ac:picMkLst>
        </pc:picChg>
      </pc:sldChg>
      <pc:sldChg chg="modSp new mod">
        <pc:chgData name="Henry Valdemar Vest" userId="f5b1f0ec-4051-405f-83b3-0c678f78df49" providerId="ADAL" clId="{0B671710-12AA-4A9C-8982-6D6CBD054718}" dt="2026-09-21T06:55:57.230" v="5155" actId="20577"/>
        <pc:sldMkLst>
          <pc:docMk/>
          <pc:sldMk cId="3915709157" sldId="276"/>
        </pc:sldMkLst>
        <pc:spChg chg="mod">
          <ac:chgData name="Henry Valdemar Vest" userId="f5b1f0ec-4051-405f-83b3-0c678f78df49" providerId="ADAL" clId="{0B671710-12AA-4A9C-8982-6D6CBD054718}" dt="2026-09-17T08:14:20.933" v="3652" actId="20577"/>
          <ac:spMkLst>
            <pc:docMk/>
            <pc:sldMk cId="3915709157" sldId="276"/>
            <ac:spMk id="2" creationId="{C06A69D6-C63E-A938-5E14-0596B186AA3D}"/>
          </ac:spMkLst>
        </pc:spChg>
        <pc:spChg chg="mod">
          <ac:chgData name="Henry Valdemar Vest" userId="f5b1f0ec-4051-405f-83b3-0c678f78df49" providerId="ADAL" clId="{0B671710-12AA-4A9C-8982-6D6CBD054718}" dt="2026-09-21T06:55:57.230" v="5155" actId="20577"/>
          <ac:spMkLst>
            <pc:docMk/>
            <pc:sldMk cId="3915709157" sldId="276"/>
            <ac:spMk id="3" creationId="{98CF78AF-0C73-820D-00E2-871D1453AFEE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09-17T08:19:59.173" v="4053" actId="1076"/>
        <pc:sldMkLst>
          <pc:docMk/>
          <pc:sldMk cId="2048759766" sldId="277"/>
        </pc:sldMkLst>
        <pc:spChg chg="mod">
          <ac:chgData name="Henry Valdemar Vest" userId="f5b1f0ec-4051-405f-83b3-0c678f78df49" providerId="ADAL" clId="{0B671710-12AA-4A9C-8982-6D6CBD054718}" dt="2026-09-17T08:19:17.909" v="4050" actId="20577"/>
          <ac:spMkLst>
            <pc:docMk/>
            <pc:sldMk cId="2048759766" sldId="277"/>
            <ac:spMk id="2" creationId="{15E2866F-ED03-8D98-E479-A2E70C0E6A4F}"/>
          </ac:spMkLst>
        </pc:spChg>
        <pc:picChg chg="add mod ord">
          <ac:chgData name="Henry Valdemar Vest" userId="f5b1f0ec-4051-405f-83b3-0c678f78df49" providerId="ADAL" clId="{0B671710-12AA-4A9C-8982-6D6CBD054718}" dt="2026-09-17T08:19:59.173" v="4053" actId="1076"/>
          <ac:picMkLst>
            <pc:docMk/>
            <pc:sldMk cId="2048759766" sldId="277"/>
            <ac:picMk id="5" creationId="{B280B66E-56CC-E251-ACBA-FB9F5F2B8588}"/>
          </ac:picMkLst>
        </pc:picChg>
      </pc:sldChg>
      <pc:sldChg chg="addSp delSp modSp new mod setBg setClrOvrMap">
        <pc:chgData name="Henry Valdemar Vest" userId="f5b1f0ec-4051-405f-83b3-0c678f78df49" providerId="ADAL" clId="{0B671710-12AA-4A9C-8982-6D6CBD054718}" dt="2026-09-21T06:58:33.280" v="5165" actId="20577"/>
        <pc:sldMkLst>
          <pc:docMk/>
          <pc:sldMk cId="4049712200" sldId="278"/>
        </pc:sldMkLst>
        <pc:spChg chg="mod">
          <ac:chgData name="Henry Valdemar Vest" userId="f5b1f0ec-4051-405f-83b3-0c678f78df49" providerId="ADAL" clId="{0B671710-12AA-4A9C-8982-6D6CBD054718}" dt="2026-09-17T08:21:18.557" v="4113" actId="26606"/>
          <ac:spMkLst>
            <pc:docMk/>
            <pc:sldMk cId="4049712200" sldId="278"/>
            <ac:spMk id="2" creationId="{7FAE2260-13D1-8E34-27B0-DF97FB698886}"/>
          </ac:spMkLst>
        </pc:spChg>
        <pc:spChg chg="add">
          <ac:chgData name="Henry Valdemar Vest" userId="f5b1f0ec-4051-405f-83b3-0c678f78df49" providerId="ADAL" clId="{0B671710-12AA-4A9C-8982-6D6CBD054718}" dt="2026-09-17T08:21:18.557" v="4113" actId="26606"/>
          <ac:spMkLst>
            <pc:docMk/>
            <pc:sldMk cId="4049712200" sldId="278"/>
            <ac:spMk id="9" creationId="{B5E326A3-EB92-4BDA-9F77-45197E0CBE7E}"/>
          </ac:spMkLst>
        </pc:spChg>
        <pc:spChg chg="add">
          <ac:chgData name="Henry Valdemar Vest" userId="f5b1f0ec-4051-405f-83b3-0c678f78df49" providerId="ADAL" clId="{0B671710-12AA-4A9C-8982-6D6CBD054718}" dt="2026-09-17T08:21:18.557" v="4113" actId="26606"/>
          <ac:spMkLst>
            <pc:docMk/>
            <pc:sldMk cId="4049712200" sldId="278"/>
            <ac:spMk id="13" creationId="{CAC996C7-7B84-4645-9AA1-6EA85EAB47D6}"/>
          </ac:spMkLst>
        </pc:spChg>
        <pc:spChg chg="add">
          <ac:chgData name="Henry Valdemar Vest" userId="f5b1f0ec-4051-405f-83b3-0c678f78df49" providerId="ADAL" clId="{0B671710-12AA-4A9C-8982-6D6CBD054718}" dt="2026-09-17T08:21:18.557" v="4113" actId="26606"/>
          <ac:spMkLst>
            <pc:docMk/>
            <pc:sldMk cId="4049712200" sldId="278"/>
            <ac:spMk id="15" creationId="{32DC315B-5680-47D9-B827-34D012FB14B2}"/>
          </ac:spMkLst>
        </pc:spChg>
        <pc:graphicFrameChg chg="add modGraphic">
          <ac:chgData name="Henry Valdemar Vest" userId="f5b1f0ec-4051-405f-83b3-0c678f78df49" providerId="ADAL" clId="{0B671710-12AA-4A9C-8982-6D6CBD054718}" dt="2026-09-21T06:58:33.280" v="5165" actId="20577"/>
          <ac:graphicFrameMkLst>
            <pc:docMk/>
            <pc:sldMk cId="4049712200" sldId="278"/>
            <ac:graphicFrameMk id="5" creationId="{995C38EF-1585-76D8-A393-212BCEA63BA5}"/>
          </ac:graphicFrameMkLst>
        </pc:graphicFrameChg>
        <pc:picChg chg="add">
          <ac:chgData name="Henry Valdemar Vest" userId="f5b1f0ec-4051-405f-83b3-0c678f78df49" providerId="ADAL" clId="{0B671710-12AA-4A9C-8982-6D6CBD054718}" dt="2026-09-17T08:21:18.557" v="4113" actId="26606"/>
          <ac:picMkLst>
            <pc:docMk/>
            <pc:sldMk cId="4049712200" sldId="278"/>
            <ac:picMk id="11" creationId="{B4E7D395-0531-4A17-A276-FDA3EB7792EC}"/>
          </ac:picMkLst>
        </pc:picChg>
      </pc:sldChg>
      <pc:sldChg chg="modSp new mod">
        <pc:chgData name="Henry Valdemar Vest" userId="f5b1f0ec-4051-405f-83b3-0c678f78df49" providerId="ADAL" clId="{0B671710-12AA-4A9C-8982-6D6CBD054718}" dt="2026-09-17T08:24:49.166" v="4463" actId="947"/>
        <pc:sldMkLst>
          <pc:docMk/>
          <pc:sldMk cId="183480747" sldId="279"/>
        </pc:sldMkLst>
        <pc:spChg chg="mod">
          <ac:chgData name="Henry Valdemar Vest" userId="f5b1f0ec-4051-405f-83b3-0c678f78df49" providerId="ADAL" clId="{0B671710-12AA-4A9C-8982-6D6CBD054718}" dt="2026-09-17T08:21:48.948" v="4134" actId="20577"/>
          <ac:spMkLst>
            <pc:docMk/>
            <pc:sldMk cId="183480747" sldId="279"/>
            <ac:spMk id="2" creationId="{7532F468-CA23-65A2-1DE7-326A3997D6BD}"/>
          </ac:spMkLst>
        </pc:spChg>
        <pc:spChg chg="mod">
          <ac:chgData name="Henry Valdemar Vest" userId="f5b1f0ec-4051-405f-83b3-0c678f78df49" providerId="ADAL" clId="{0B671710-12AA-4A9C-8982-6D6CBD054718}" dt="2026-09-17T08:24:49.166" v="4463" actId="947"/>
          <ac:spMkLst>
            <pc:docMk/>
            <pc:sldMk cId="183480747" sldId="279"/>
            <ac:spMk id="3" creationId="{25DF9D0C-53E1-1920-69B3-D915B8E09A41}"/>
          </ac:spMkLst>
        </pc:spChg>
      </pc:sldChg>
      <pc:sldChg chg="addSp modSp new mod">
        <pc:chgData name="Henry Valdemar Vest" userId="f5b1f0ec-4051-405f-83b3-0c678f78df49" providerId="ADAL" clId="{0B671710-12AA-4A9C-8982-6D6CBD054718}" dt="2026-09-17T08:29:28.428" v="4823" actId="947"/>
        <pc:sldMkLst>
          <pc:docMk/>
          <pc:sldMk cId="4251941251" sldId="280"/>
        </pc:sldMkLst>
        <pc:spChg chg="mod">
          <ac:chgData name="Henry Valdemar Vest" userId="f5b1f0ec-4051-405f-83b3-0c678f78df49" providerId="ADAL" clId="{0B671710-12AA-4A9C-8982-6D6CBD054718}" dt="2026-09-17T08:25:09.656" v="4488" actId="20577"/>
          <ac:spMkLst>
            <pc:docMk/>
            <pc:sldMk cId="4251941251" sldId="280"/>
            <ac:spMk id="2" creationId="{600204AA-2F53-256E-69B4-AD577DD06BAC}"/>
          </ac:spMkLst>
        </pc:spChg>
        <pc:spChg chg="mod">
          <ac:chgData name="Henry Valdemar Vest" userId="f5b1f0ec-4051-405f-83b3-0c678f78df49" providerId="ADAL" clId="{0B671710-12AA-4A9C-8982-6D6CBD054718}" dt="2026-09-17T08:29:28.428" v="4823" actId="947"/>
          <ac:spMkLst>
            <pc:docMk/>
            <pc:sldMk cId="4251941251" sldId="280"/>
            <ac:spMk id="3" creationId="{BC335B0D-AE7A-DDB8-4AEF-3518E113DE83}"/>
          </ac:spMkLst>
        </pc:spChg>
        <pc:spChg chg="add mod">
          <ac:chgData name="Henry Valdemar Vest" userId="f5b1f0ec-4051-405f-83b3-0c678f78df49" providerId="ADAL" clId="{0B671710-12AA-4A9C-8982-6D6CBD054718}" dt="2026-09-17T08:28:43.005" v="4820" actId="1076"/>
          <ac:spMkLst>
            <pc:docMk/>
            <pc:sldMk cId="4251941251" sldId="280"/>
            <ac:spMk id="4" creationId="{0D028394-8F7F-27FD-805B-4977B48C3FE1}"/>
          </ac:spMkLst>
        </pc:spChg>
      </pc:sldChg>
      <pc:sldChg chg="modSp new mod">
        <pc:chgData name="Henry Valdemar Vest" userId="f5b1f0ec-4051-405f-83b3-0c678f78df49" providerId="ADAL" clId="{0B671710-12AA-4A9C-8982-6D6CBD054718}" dt="2026-09-17T08:30:43.638" v="5038" actId="20577"/>
        <pc:sldMkLst>
          <pc:docMk/>
          <pc:sldMk cId="3542741619" sldId="281"/>
        </pc:sldMkLst>
        <pc:spChg chg="mod">
          <ac:chgData name="Henry Valdemar Vest" userId="f5b1f0ec-4051-405f-83b3-0c678f78df49" providerId="ADAL" clId="{0B671710-12AA-4A9C-8982-6D6CBD054718}" dt="2026-09-17T08:29:44.707" v="4844" actId="20577"/>
          <ac:spMkLst>
            <pc:docMk/>
            <pc:sldMk cId="3542741619" sldId="281"/>
            <ac:spMk id="2" creationId="{FC9C2863-F298-E4DA-176E-4244C1907535}"/>
          </ac:spMkLst>
        </pc:spChg>
        <pc:spChg chg="mod">
          <ac:chgData name="Henry Valdemar Vest" userId="f5b1f0ec-4051-405f-83b3-0c678f78df49" providerId="ADAL" clId="{0B671710-12AA-4A9C-8982-6D6CBD054718}" dt="2026-09-17T08:30:43.638" v="5038" actId="20577"/>
          <ac:spMkLst>
            <pc:docMk/>
            <pc:sldMk cId="3542741619" sldId="281"/>
            <ac:spMk id="3" creationId="{F9F4FC63-5C34-4048-B1A3-924713ED1B07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09-17T08:31:25.085" v="5064" actId="14100"/>
        <pc:sldMkLst>
          <pc:docMk/>
          <pc:sldMk cId="2485284981" sldId="282"/>
        </pc:sldMkLst>
        <pc:spChg chg="mod">
          <ac:chgData name="Henry Valdemar Vest" userId="f5b1f0ec-4051-405f-83b3-0c678f78df49" providerId="ADAL" clId="{0B671710-12AA-4A9C-8982-6D6CBD054718}" dt="2026-09-17T08:30:56.191" v="5061" actId="20577"/>
          <ac:spMkLst>
            <pc:docMk/>
            <pc:sldMk cId="2485284981" sldId="282"/>
            <ac:spMk id="2" creationId="{B0ECEB3C-AFC1-FCD2-387D-843A3B1E4E20}"/>
          </ac:spMkLst>
        </pc:spChg>
        <pc:picChg chg="add mod ord">
          <ac:chgData name="Henry Valdemar Vest" userId="f5b1f0ec-4051-405f-83b3-0c678f78df49" providerId="ADAL" clId="{0B671710-12AA-4A9C-8982-6D6CBD054718}" dt="2026-09-17T08:31:25.085" v="5064" actId="14100"/>
          <ac:picMkLst>
            <pc:docMk/>
            <pc:sldMk cId="2485284981" sldId="282"/>
            <ac:picMk id="5" creationId="{B48C46E7-0A71-F951-52C3-61E93677737B}"/>
          </ac:picMkLst>
        </pc:picChg>
      </pc:sldChg>
      <pc:sldChg chg="addSp delSp modSp new mod setBg setClrOvrMap">
        <pc:chgData name="Henry Valdemar Vest" userId="f5b1f0ec-4051-405f-83b3-0c678f78df49" providerId="ADAL" clId="{0B671710-12AA-4A9C-8982-6D6CBD054718}" dt="2026-09-21T07:04:54.183" v="5175" actId="20577"/>
        <pc:sldMkLst>
          <pc:docMk/>
          <pc:sldMk cId="2236100143" sldId="283"/>
        </pc:sldMkLst>
        <pc:spChg chg="mod">
          <ac:chgData name="Henry Valdemar Vest" userId="f5b1f0ec-4051-405f-83b3-0c678f78df49" providerId="ADAL" clId="{0B671710-12AA-4A9C-8982-6D6CBD054718}" dt="2026-09-17T08:32:29.098" v="5097" actId="26606"/>
          <ac:spMkLst>
            <pc:docMk/>
            <pc:sldMk cId="2236100143" sldId="283"/>
            <ac:spMk id="2" creationId="{D8764D06-6FBF-FEE9-9E25-B4B0027A3555}"/>
          </ac:spMkLst>
        </pc:spChg>
        <pc:spChg chg="add">
          <ac:chgData name="Henry Valdemar Vest" userId="f5b1f0ec-4051-405f-83b3-0c678f78df49" providerId="ADAL" clId="{0B671710-12AA-4A9C-8982-6D6CBD054718}" dt="2026-09-17T08:32:29.098" v="5097" actId="26606"/>
          <ac:spMkLst>
            <pc:docMk/>
            <pc:sldMk cId="2236100143" sldId="283"/>
            <ac:spMk id="9" creationId="{B5E326A3-EB92-4BDA-9F77-45197E0CBE7E}"/>
          </ac:spMkLst>
        </pc:spChg>
        <pc:spChg chg="add">
          <ac:chgData name="Henry Valdemar Vest" userId="f5b1f0ec-4051-405f-83b3-0c678f78df49" providerId="ADAL" clId="{0B671710-12AA-4A9C-8982-6D6CBD054718}" dt="2026-09-17T08:32:29.098" v="5097" actId="26606"/>
          <ac:spMkLst>
            <pc:docMk/>
            <pc:sldMk cId="2236100143" sldId="283"/>
            <ac:spMk id="13" creationId="{CAC996C7-7B84-4645-9AA1-6EA85EAB47D6}"/>
          </ac:spMkLst>
        </pc:spChg>
        <pc:spChg chg="add">
          <ac:chgData name="Henry Valdemar Vest" userId="f5b1f0ec-4051-405f-83b3-0c678f78df49" providerId="ADAL" clId="{0B671710-12AA-4A9C-8982-6D6CBD054718}" dt="2026-09-17T08:32:29.098" v="5097" actId="26606"/>
          <ac:spMkLst>
            <pc:docMk/>
            <pc:sldMk cId="2236100143" sldId="283"/>
            <ac:spMk id="15" creationId="{32DC315B-5680-47D9-B827-34D012FB14B2}"/>
          </ac:spMkLst>
        </pc:spChg>
        <pc:graphicFrameChg chg="add modGraphic">
          <ac:chgData name="Henry Valdemar Vest" userId="f5b1f0ec-4051-405f-83b3-0c678f78df49" providerId="ADAL" clId="{0B671710-12AA-4A9C-8982-6D6CBD054718}" dt="2026-09-21T07:04:54.183" v="5175" actId="20577"/>
          <ac:graphicFrameMkLst>
            <pc:docMk/>
            <pc:sldMk cId="2236100143" sldId="283"/>
            <ac:graphicFrameMk id="5" creationId="{07D9CECD-07DD-78A1-19B8-DD5A1D309836}"/>
          </ac:graphicFrameMkLst>
        </pc:graphicFrameChg>
        <pc:picChg chg="add">
          <ac:chgData name="Henry Valdemar Vest" userId="f5b1f0ec-4051-405f-83b3-0c678f78df49" providerId="ADAL" clId="{0B671710-12AA-4A9C-8982-6D6CBD054718}" dt="2026-09-17T08:32:29.098" v="5097" actId="26606"/>
          <ac:picMkLst>
            <pc:docMk/>
            <pc:sldMk cId="2236100143" sldId="283"/>
            <ac:picMk id="11" creationId="{B4E7D395-0531-4A17-A276-FDA3EB7792EC}"/>
          </ac:picMkLst>
        </pc:picChg>
      </pc:sldChg>
      <pc:sldChg chg="modSp new mod">
        <pc:chgData name="Henry Valdemar Vest" userId="f5b1f0ec-4051-405f-83b3-0c678f78df49" providerId="ADAL" clId="{0B671710-12AA-4A9C-8982-6D6CBD054718}" dt="2026-09-17T08:32:44.125" v="5107"/>
        <pc:sldMkLst>
          <pc:docMk/>
          <pc:sldMk cId="3569960643" sldId="284"/>
        </pc:sldMkLst>
        <pc:spChg chg="mod">
          <ac:chgData name="Henry Valdemar Vest" userId="f5b1f0ec-4051-405f-83b3-0c678f78df49" providerId="ADAL" clId="{0B671710-12AA-4A9C-8982-6D6CBD054718}" dt="2026-09-17T08:32:40.100" v="5106" actId="20577"/>
          <ac:spMkLst>
            <pc:docMk/>
            <pc:sldMk cId="3569960643" sldId="284"/>
            <ac:spMk id="2" creationId="{C03B9928-7227-EA76-6449-67349783E807}"/>
          </ac:spMkLst>
        </pc:spChg>
        <pc:spChg chg="mod">
          <ac:chgData name="Henry Valdemar Vest" userId="f5b1f0ec-4051-405f-83b3-0c678f78df49" providerId="ADAL" clId="{0B671710-12AA-4A9C-8982-6D6CBD054718}" dt="2026-09-17T08:32:44.125" v="5107"/>
          <ac:spMkLst>
            <pc:docMk/>
            <pc:sldMk cId="3569960643" sldId="284"/>
            <ac:spMk id="3" creationId="{68140F7A-583E-C0C7-4A60-10571FA0991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AD725C-86FC-4ADD-8B12-83FE05A7FF20}" type="doc">
      <dgm:prSet loTypeId="urn:microsoft.com/office/officeart/2018/2/layout/IconLabelList" loCatId="icon" qsTypeId="urn:microsoft.com/office/officeart/2005/8/quickstyle/simple1#15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9499187-86B4-4792-8421-5F0D482E5919}">
      <dgm:prSet/>
      <dgm:spPr/>
      <dgm:t>
        <a:bodyPr/>
        <a:lstStyle/>
        <a:p>
          <a:r>
            <a:rPr lang="da-DK"/>
            <a:t>Opgaveark: opgaver kapitel 03.docx</a:t>
          </a:r>
          <a:endParaRPr lang="en-US"/>
        </a:p>
      </dgm:t>
    </dgm:pt>
    <dgm:pt modelId="{A7E4509A-9298-4F60-9C3A-E22B5E9FAF86}" type="parTrans" cxnId="{2A523E1C-C5CA-4A11-A1E7-57F8BF832241}">
      <dgm:prSet/>
      <dgm:spPr/>
      <dgm:t>
        <a:bodyPr/>
        <a:lstStyle/>
        <a:p>
          <a:endParaRPr lang="en-US"/>
        </a:p>
      </dgm:t>
    </dgm:pt>
    <dgm:pt modelId="{57AD0F10-F216-4040-A131-2CE5FC9B9AFC}" type="sibTrans" cxnId="{2A523E1C-C5CA-4A11-A1E7-57F8BF832241}">
      <dgm:prSet/>
      <dgm:spPr/>
      <dgm:t>
        <a:bodyPr/>
        <a:lstStyle/>
        <a:p>
          <a:endParaRPr lang="en-US"/>
        </a:p>
      </dgm:t>
    </dgm:pt>
    <dgm:pt modelId="{3805115B-AE55-4898-9AD3-9E0B1C4007FA}">
      <dgm:prSet/>
      <dgm:spPr/>
      <dgm:t>
        <a:bodyPr/>
        <a:lstStyle/>
        <a:p>
          <a:r>
            <a:rPr lang="da-DK" dirty="0"/>
            <a:t>Opgaver: 1-5</a:t>
          </a:r>
          <a:endParaRPr lang="en-US" dirty="0"/>
        </a:p>
      </dgm:t>
    </dgm:pt>
    <dgm:pt modelId="{0B26EEE9-5AF7-4E64-89A2-517A5278232A}" type="parTrans" cxnId="{DC0B3DF5-1B7E-4D8D-9638-AEA2FE18528A}">
      <dgm:prSet/>
      <dgm:spPr/>
      <dgm:t>
        <a:bodyPr/>
        <a:lstStyle/>
        <a:p>
          <a:endParaRPr lang="en-US"/>
        </a:p>
      </dgm:t>
    </dgm:pt>
    <dgm:pt modelId="{6D0ABC51-A1EF-457A-9A59-AB3C9C9CC47E}" type="sibTrans" cxnId="{DC0B3DF5-1B7E-4D8D-9638-AEA2FE18528A}">
      <dgm:prSet/>
      <dgm:spPr/>
      <dgm:t>
        <a:bodyPr/>
        <a:lstStyle/>
        <a:p>
          <a:endParaRPr lang="en-US"/>
        </a:p>
      </dgm:t>
    </dgm:pt>
    <dgm:pt modelId="{060C75D1-7F8E-4E93-86FC-4244464A46E4}">
      <dgm:prSet/>
      <dgm:spPr/>
      <dgm:t>
        <a:bodyPr/>
        <a:lstStyle/>
        <a:p>
          <a:r>
            <a:rPr lang="da-DK" dirty="0"/>
            <a:t>25 minutter</a:t>
          </a:r>
          <a:endParaRPr lang="en-US" dirty="0"/>
        </a:p>
      </dgm:t>
    </dgm:pt>
    <dgm:pt modelId="{B48DEF99-9BD2-4FC3-932D-76E262F3FA1D}" type="parTrans" cxnId="{50225A8B-892D-40DE-8592-89921A5C3FCE}">
      <dgm:prSet/>
      <dgm:spPr/>
      <dgm:t>
        <a:bodyPr/>
        <a:lstStyle/>
        <a:p>
          <a:endParaRPr lang="en-US"/>
        </a:p>
      </dgm:t>
    </dgm:pt>
    <dgm:pt modelId="{BCBE9895-8A74-4A7B-A659-AEE6FD9FF5AB}" type="sibTrans" cxnId="{50225A8B-892D-40DE-8592-89921A5C3FCE}">
      <dgm:prSet/>
      <dgm:spPr/>
      <dgm:t>
        <a:bodyPr/>
        <a:lstStyle/>
        <a:p>
          <a:endParaRPr lang="en-US"/>
        </a:p>
      </dgm:t>
    </dgm:pt>
    <dgm:pt modelId="{9573669D-E3D3-4218-8AB5-BB8287DF9AEE}" type="pres">
      <dgm:prSet presAssocID="{90AD725C-86FC-4ADD-8B12-83FE05A7FF20}" presName="root" presStyleCnt="0">
        <dgm:presLayoutVars>
          <dgm:dir/>
          <dgm:resizeHandles val="exact"/>
        </dgm:presLayoutVars>
      </dgm:prSet>
      <dgm:spPr/>
    </dgm:pt>
    <dgm:pt modelId="{B629927E-7FC8-47B5-8DA5-A4BEFA844203}" type="pres">
      <dgm:prSet presAssocID="{D9499187-86B4-4792-8421-5F0D482E5919}" presName="compNode" presStyleCnt="0"/>
      <dgm:spPr/>
    </dgm:pt>
    <dgm:pt modelId="{55A7B696-95EF-48F6-8F54-A996323BF146}" type="pres">
      <dgm:prSet presAssocID="{D9499187-86B4-4792-8421-5F0D482E591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4C59862F-7AC5-4767-BB8F-9B6C831D3CC3}" type="pres">
      <dgm:prSet presAssocID="{D9499187-86B4-4792-8421-5F0D482E5919}" presName="spaceRect" presStyleCnt="0"/>
      <dgm:spPr/>
    </dgm:pt>
    <dgm:pt modelId="{D7D84F38-2123-44ED-93A9-AAA65F4BA79D}" type="pres">
      <dgm:prSet presAssocID="{D9499187-86B4-4792-8421-5F0D482E5919}" presName="textRect" presStyleLbl="revTx" presStyleIdx="0" presStyleCnt="3">
        <dgm:presLayoutVars>
          <dgm:chMax val="1"/>
          <dgm:chPref val="1"/>
        </dgm:presLayoutVars>
      </dgm:prSet>
      <dgm:spPr/>
    </dgm:pt>
    <dgm:pt modelId="{EBE1B74A-77EF-4BC5-86BC-EBF0062DA837}" type="pres">
      <dgm:prSet presAssocID="{57AD0F10-F216-4040-A131-2CE5FC9B9AFC}" presName="sibTrans" presStyleCnt="0"/>
      <dgm:spPr/>
    </dgm:pt>
    <dgm:pt modelId="{BF755A7C-233C-4227-8B99-1791679A63C1}" type="pres">
      <dgm:prSet presAssocID="{3805115B-AE55-4898-9AD3-9E0B1C4007FA}" presName="compNode" presStyleCnt="0"/>
      <dgm:spPr/>
    </dgm:pt>
    <dgm:pt modelId="{E7D0C43C-3EAF-4BA6-A69C-8E2F7D7F5370}" type="pres">
      <dgm:prSet presAssocID="{3805115B-AE55-4898-9AD3-9E0B1C4007F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3DE6B6C6-8A1C-48C2-8AB1-5E6B20EBA66D}" type="pres">
      <dgm:prSet presAssocID="{3805115B-AE55-4898-9AD3-9E0B1C4007FA}" presName="spaceRect" presStyleCnt="0"/>
      <dgm:spPr/>
    </dgm:pt>
    <dgm:pt modelId="{A22A7B4D-E29C-4E95-820B-9A67D830500F}" type="pres">
      <dgm:prSet presAssocID="{3805115B-AE55-4898-9AD3-9E0B1C4007FA}" presName="textRect" presStyleLbl="revTx" presStyleIdx="1" presStyleCnt="3">
        <dgm:presLayoutVars>
          <dgm:chMax val="1"/>
          <dgm:chPref val="1"/>
        </dgm:presLayoutVars>
      </dgm:prSet>
      <dgm:spPr/>
    </dgm:pt>
    <dgm:pt modelId="{6C712843-F3BF-423E-AC17-0537BD9C04BC}" type="pres">
      <dgm:prSet presAssocID="{6D0ABC51-A1EF-457A-9A59-AB3C9C9CC47E}" presName="sibTrans" presStyleCnt="0"/>
      <dgm:spPr/>
    </dgm:pt>
    <dgm:pt modelId="{230D799D-018A-434C-A645-162E2E89BF08}" type="pres">
      <dgm:prSet presAssocID="{060C75D1-7F8E-4E93-86FC-4244464A46E4}" presName="compNode" presStyleCnt="0"/>
      <dgm:spPr/>
    </dgm:pt>
    <dgm:pt modelId="{FB595349-47DC-4F37-880B-C1CBE9FC402D}" type="pres">
      <dgm:prSet presAssocID="{060C75D1-7F8E-4E93-86FC-4244464A46E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422907F2-2D79-45FF-9213-FC9987EA1F3A}" type="pres">
      <dgm:prSet presAssocID="{060C75D1-7F8E-4E93-86FC-4244464A46E4}" presName="spaceRect" presStyleCnt="0"/>
      <dgm:spPr/>
    </dgm:pt>
    <dgm:pt modelId="{3A8C5F2A-AAE5-4C6E-BA22-9D77880E0226}" type="pres">
      <dgm:prSet presAssocID="{060C75D1-7F8E-4E93-86FC-4244464A46E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523E1C-C5CA-4A11-A1E7-57F8BF832241}" srcId="{90AD725C-86FC-4ADD-8B12-83FE05A7FF20}" destId="{D9499187-86B4-4792-8421-5F0D482E5919}" srcOrd="0" destOrd="0" parTransId="{A7E4509A-9298-4F60-9C3A-E22B5E9FAF86}" sibTransId="{57AD0F10-F216-4040-A131-2CE5FC9B9AFC}"/>
    <dgm:cxn modelId="{E796A346-677E-43CE-BD51-D01D94843A11}" type="presOf" srcId="{D9499187-86B4-4792-8421-5F0D482E5919}" destId="{D7D84F38-2123-44ED-93A9-AAA65F4BA79D}" srcOrd="0" destOrd="0" presId="urn:microsoft.com/office/officeart/2018/2/layout/IconLabelList"/>
    <dgm:cxn modelId="{E976F275-A1F3-4F96-9739-5A3E3280F9F1}" type="presOf" srcId="{3805115B-AE55-4898-9AD3-9E0B1C4007FA}" destId="{A22A7B4D-E29C-4E95-820B-9A67D830500F}" srcOrd="0" destOrd="0" presId="urn:microsoft.com/office/officeart/2018/2/layout/IconLabelList"/>
    <dgm:cxn modelId="{50225A8B-892D-40DE-8592-89921A5C3FCE}" srcId="{90AD725C-86FC-4ADD-8B12-83FE05A7FF20}" destId="{060C75D1-7F8E-4E93-86FC-4244464A46E4}" srcOrd="2" destOrd="0" parTransId="{B48DEF99-9BD2-4FC3-932D-76E262F3FA1D}" sibTransId="{BCBE9895-8A74-4A7B-A659-AEE6FD9FF5AB}"/>
    <dgm:cxn modelId="{D5C5F0C2-0206-4C0B-944D-9D202C8E964D}" type="presOf" srcId="{90AD725C-86FC-4ADD-8B12-83FE05A7FF20}" destId="{9573669D-E3D3-4218-8AB5-BB8287DF9AEE}" srcOrd="0" destOrd="0" presId="urn:microsoft.com/office/officeart/2018/2/layout/IconLabelList"/>
    <dgm:cxn modelId="{C4BA50DC-37C0-4856-818A-605EEE379678}" type="presOf" srcId="{060C75D1-7F8E-4E93-86FC-4244464A46E4}" destId="{3A8C5F2A-AAE5-4C6E-BA22-9D77880E0226}" srcOrd="0" destOrd="0" presId="urn:microsoft.com/office/officeart/2018/2/layout/IconLabelList"/>
    <dgm:cxn modelId="{DC0B3DF5-1B7E-4D8D-9638-AEA2FE18528A}" srcId="{90AD725C-86FC-4ADD-8B12-83FE05A7FF20}" destId="{3805115B-AE55-4898-9AD3-9E0B1C4007FA}" srcOrd="1" destOrd="0" parTransId="{0B26EEE9-5AF7-4E64-89A2-517A5278232A}" sibTransId="{6D0ABC51-A1EF-457A-9A59-AB3C9C9CC47E}"/>
    <dgm:cxn modelId="{F3C65869-B311-47F6-8364-A24DB8262C95}" type="presParOf" srcId="{9573669D-E3D3-4218-8AB5-BB8287DF9AEE}" destId="{B629927E-7FC8-47B5-8DA5-A4BEFA844203}" srcOrd="0" destOrd="0" presId="urn:microsoft.com/office/officeart/2018/2/layout/IconLabelList"/>
    <dgm:cxn modelId="{727169A4-D292-4702-BB37-E8DF8801A671}" type="presParOf" srcId="{B629927E-7FC8-47B5-8DA5-A4BEFA844203}" destId="{55A7B696-95EF-48F6-8F54-A996323BF146}" srcOrd="0" destOrd="0" presId="urn:microsoft.com/office/officeart/2018/2/layout/IconLabelList"/>
    <dgm:cxn modelId="{CAADAC3D-0DEE-4483-925D-B63B1FD6DAB7}" type="presParOf" srcId="{B629927E-7FC8-47B5-8DA5-A4BEFA844203}" destId="{4C59862F-7AC5-4767-BB8F-9B6C831D3CC3}" srcOrd="1" destOrd="0" presId="urn:microsoft.com/office/officeart/2018/2/layout/IconLabelList"/>
    <dgm:cxn modelId="{41412590-1DFF-4B39-9FB6-EE762AE2CE30}" type="presParOf" srcId="{B629927E-7FC8-47B5-8DA5-A4BEFA844203}" destId="{D7D84F38-2123-44ED-93A9-AAA65F4BA79D}" srcOrd="2" destOrd="0" presId="urn:microsoft.com/office/officeart/2018/2/layout/IconLabelList"/>
    <dgm:cxn modelId="{4D91E630-58BE-4419-9BBD-C01597268C58}" type="presParOf" srcId="{9573669D-E3D3-4218-8AB5-BB8287DF9AEE}" destId="{EBE1B74A-77EF-4BC5-86BC-EBF0062DA837}" srcOrd="1" destOrd="0" presId="urn:microsoft.com/office/officeart/2018/2/layout/IconLabelList"/>
    <dgm:cxn modelId="{E32ABBE8-85E6-493C-983E-F46A7A248C64}" type="presParOf" srcId="{9573669D-E3D3-4218-8AB5-BB8287DF9AEE}" destId="{BF755A7C-233C-4227-8B99-1791679A63C1}" srcOrd="2" destOrd="0" presId="urn:microsoft.com/office/officeart/2018/2/layout/IconLabelList"/>
    <dgm:cxn modelId="{DB3EFD36-6AFC-4FBF-89F4-004B8FF6A3EF}" type="presParOf" srcId="{BF755A7C-233C-4227-8B99-1791679A63C1}" destId="{E7D0C43C-3EAF-4BA6-A69C-8E2F7D7F5370}" srcOrd="0" destOrd="0" presId="urn:microsoft.com/office/officeart/2018/2/layout/IconLabelList"/>
    <dgm:cxn modelId="{57BB8324-900B-4717-9DE1-EDE798F5F221}" type="presParOf" srcId="{BF755A7C-233C-4227-8B99-1791679A63C1}" destId="{3DE6B6C6-8A1C-48C2-8AB1-5E6B20EBA66D}" srcOrd="1" destOrd="0" presId="urn:microsoft.com/office/officeart/2018/2/layout/IconLabelList"/>
    <dgm:cxn modelId="{AE10FB5E-6C1F-4826-AFB1-7D419DD26F6B}" type="presParOf" srcId="{BF755A7C-233C-4227-8B99-1791679A63C1}" destId="{A22A7B4D-E29C-4E95-820B-9A67D830500F}" srcOrd="2" destOrd="0" presId="urn:microsoft.com/office/officeart/2018/2/layout/IconLabelList"/>
    <dgm:cxn modelId="{F7FF9F51-21D2-482F-9537-8C937BE45D76}" type="presParOf" srcId="{9573669D-E3D3-4218-8AB5-BB8287DF9AEE}" destId="{6C712843-F3BF-423E-AC17-0537BD9C04BC}" srcOrd="3" destOrd="0" presId="urn:microsoft.com/office/officeart/2018/2/layout/IconLabelList"/>
    <dgm:cxn modelId="{7F29427D-49A4-41DE-AA1B-58B9F1FFC2F0}" type="presParOf" srcId="{9573669D-E3D3-4218-8AB5-BB8287DF9AEE}" destId="{230D799D-018A-434C-A645-162E2E89BF08}" srcOrd="4" destOrd="0" presId="urn:microsoft.com/office/officeart/2018/2/layout/IconLabelList"/>
    <dgm:cxn modelId="{0685BE07-B7E8-4CCE-A845-D49CD77BCC90}" type="presParOf" srcId="{230D799D-018A-434C-A645-162E2E89BF08}" destId="{FB595349-47DC-4F37-880B-C1CBE9FC402D}" srcOrd="0" destOrd="0" presId="urn:microsoft.com/office/officeart/2018/2/layout/IconLabelList"/>
    <dgm:cxn modelId="{8520F1C7-4F5D-4018-951F-36E712AC007E}" type="presParOf" srcId="{230D799D-018A-434C-A645-162E2E89BF08}" destId="{422907F2-2D79-45FF-9213-FC9987EA1F3A}" srcOrd="1" destOrd="0" presId="urn:microsoft.com/office/officeart/2018/2/layout/IconLabelList"/>
    <dgm:cxn modelId="{35784A7B-A7E5-4A5D-B4F2-4FB2D9CAFF40}" type="presParOf" srcId="{230D799D-018A-434C-A645-162E2E89BF08}" destId="{3A8C5F2A-AAE5-4C6E-BA22-9D77880E022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0F0772-821E-4A32-8F27-546DA7484815}" type="doc">
      <dgm:prSet loTypeId="urn:microsoft.com/office/officeart/2005/8/layout/vList2" loCatId="list" qsTypeId="urn:microsoft.com/office/officeart/2005/8/quickstyle/simple1#27" qsCatId="simple" csTypeId="urn:microsoft.com/office/officeart/2005/8/colors/colorful2#5" csCatId="colorful" phldr="1"/>
      <dgm:spPr/>
      <dgm:t>
        <a:bodyPr/>
        <a:lstStyle/>
        <a:p>
          <a:endParaRPr lang="en-US"/>
        </a:p>
      </dgm:t>
    </dgm:pt>
    <dgm:pt modelId="{56B66D24-91AF-4245-9B56-9F399397ADBE}">
      <dgm:prSet/>
      <dgm:spPr/>
      <dgm:t>
        <a:bodyPr/>
        <a:lstStyle/>
        <a:p>
          <a:r>
            <a:rPr lang="da-DK" dirty="0"/>
            <a:t>Opgaver: 6-9</a:t>
          </a:r>
          <a:endParaRPr lang="en-US" dirty="0"/>
        </a:p>
      </dgm:t>
    </dgm:pt>
    <dgm:pt modelId="{DFA22CD8-4CAB-447F-BF1B-522B93BE9AD2}" type="parTrans" cxnId="{2ACCE286-8984-4619-9CAB-FC96641C2292}">
      <dgm:prSet/>
      <dgm:spPr/>
      <dgm:t>
        <a:bodyPr/>
        <a:lstStyle/>
        <a:p>
          <a:endParaRPr lang="en-US"/>
        </a:p>
      </dgm:t>
    </dgm:pt>
    <dgm:pt modelId="{4A27DC00-3111-47E0-B607-27A6168644EC}" type="sibTrans" cxnId="{2ACCE286-8984-4619-9CAB-FC96641C2292}">
      <dgm:prSet/>
      <dgm:spPr/>
      <dgm:t>
        <a:bodyPr/>
        <a:lstStyle/>
        <a:p>
          <a:endParaRPr lang="en-US"/>
        </a:p>
      </dgm:t>
    </dgm:pt>
    <dgm:pt modelId="{7A004B10-7E71-4AC1-82A9-24363D06184E}">
      <dgm:prSet/>
      <dgm:spPr/>
      <dgm:t>
        <a:bodyPr/>
        <a:lstStyle/>
        <a:p>
          <a:r>
            <a:rPr lang="da-DK" dirty="0"/>
            <a:t>20 min.</a:t>
          </a:r>
          <a:endParaRPr lang="en-US" dirty="0"/>
        </a:p>
      </dgm:t>
    </dgm:pt>
    <dgm:pt modelId="{52B3C343-A8B1-493F-B23D-6708F56FD5F5}" type="parTrans" cxnId="{DD2799DB-9294-401D-8786-631A374FB5C0}">
      <dgm:prSet/>
      <dgm:spPr/>
      <dgm:t>
        <a:bodyPr/>
        <a:lstStyle/>
        <a:p>
          <a:endParaRPr lang="en-US"/>
        </a:p>
      </dgm:t>
    </dgm:pt>
    <dgm:pt modelId="{D5BBB2E5-CF47-4C0A-858A-A05918D80ABF}" type="sibTrans" cxnId="{DD2799DB-9294-401D-8786-631A374FB5C0}">
      <dgm:prSet/>
      <dgm:spPr/>
      <dgm:t>
        <a:bodyPr/>
        <a:lstStyle/>
        <a:p>
          <a:endParaRPr lang="en-US"/>
        </a:p>
      </dgm:t>
    </dgm:pt>
    <dgm:pt modelId="{F5A6260D-8BC3-493F-8856-25ADBF825575}" type="pres">
      <dgm:prSet presAssocID="{CA0F0772-821E-4A32-8F27-546DA7484815}" presName="linear" presStyleCnt="0">
        <dgm:presLayoutVars>
          <dgm:animLvl val="lvl"/>
          <dgm:resizeHandles val="exact"/>
        </dgm:presLayoutVars>
      </dgm:prSet>
      <dgm:spPr/>
    </dgm:pt>
    <dgm:pt modelId="{241D3269-9C21-4566-A423-42E1BA67898D}" type="pres">
      <dgm:prSet presAssocID="{56B66D24-91AF-4245-9B56-9F399397AD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A03C325-66E6-4540-9EF1-C7BB61CDB319}" type="pres">
      <dgm:prSet presAssocID="{4A27DC00-3111-47E0-B607-27A6168644EC}" presName="spacer" presStyleCnt="0"/>
      <dgm:spPr/>
    </dgm:pt>
    <dgm:pt modelId="{CE2E140D-B583-4865-8208-494C528398F7}" type="pres">
      <dgm:prSet presAssocID="{7A004B10-7E71-4AC1-82A9-24363D06184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ACCE286-8984-4619-9CAB-FC96641C2292}" srcId="{CA0F0772-821E-4A32-8F27-546DA7484815}" destId="{56B66D24-91AF-4245-9B56-9F399397ADBE}" srcOrd="0" destOrd="0" parTransId="{DFA22CD8-4CAB-447F-BF1B-522B93BE9AD2}" sibTransId="{4A27DC00-3111-47E0-B607-27A6168644EC}"/>
    <dgm:cxn modelId="{780D35AA-287C-4237-A17F-44C82741D316}" type="presOf" srcId="{CA0F0772-821E-4A32-8F27-546DA7484815}" destId="{F5A6260D-8BC3-493F-8856-25ADBF825575}" srcOrd="0" destOrd="0" presId="urn:microsoft.com/office/officeart/2005/8/layout/vList2"/>
    <dgm:cxn modelId="{47593DC5-3EBA-466F-9A91-D2B7FFACDD66}" type="presOf" srcId="{7A004B10-7E71-4AC1-82A9-24363D06184E}" destId="{CE2E140D-B583-4865-8208-494C528398F7}" srcOrd="0" destOrd="0" presId="urn:microsoft.com/office/officeart/2005/8/layout/vList2"/>
    <dgm:cxn modelId="{DD2799DB-9294-401D-8786-631A374FB5C0}" srcId="{CA0F0772-821E-4A32-8F27-546DA7484815}" destId="{7A004B10-7E71-4AC1-82A9-24363D06184E}" srcOrd="1" destOrd="0" parTransId="{52B3C343-A8B1-493F-B23D-6708F56FD5F5}" sibTransId="{D5BBB2E5-CF47-4C0A-858A-A05918D80ABF}"/>
    <dgm:cxn modelId="{3E81B7E3-0D0E-421B-A9E4-B8F50021AE10}" type="presOf" srcId="{56B66D24-91AF-4245-9B56-9F399397ADBE}" destId="{241D3269-9C21-4566-A423-42E1BA67898D}" srcOrd="0" destOrd="0" presId="urn:microsoft.com/office/officeart/2005/8/layout/vList2"/>
    <dgm:cxn modelId="{2B535B85-EC93-4F43-BA49-A6A32A71FB8C}" type="presParOf" srcId="{F5A6260D-8BC3-493F-8856-25ADBF825575}" destId="{241D3269-9C21-4566-A423-42E1BA67898D}" srcOrd="0" destOrd="0" presId="urn:microsoft.com/office/officeart/2005/8/layout/vList2"/>
    <dgm:cxn modelId="{56411563-C56B-47D3-AA45-C97B9FFCD1E4}" type="presParOf" srcId="{F5A6260D-8BC3-493F-8856-25ADBF825575}" destId="{3A03C325-66E6-4540-9EF1-C7BB61CDB319}" srcOrd="1" destOrd="0" presId="urn:microsoft.com/office/officeart/2005/8/layout/vList2"/>
    <dgm:cxn modelId="{5CC706C8-A44B-4313-9C9A-93F8DA2EB565}" type="presParOf" srcId="{F5A6260D-8BC3-493F-8856-25ADBF825575}" destId="{CE2E140D-B583-4865-8208-494C528398F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C758A3-7E3C-4468-828A-128FAFA4A9C4}" type="doc">
      <dgm:prSet loTypeId="urn:microsoft.com/office/officeart/2018/2/layout/IconVerticalSolidList" loCatId="icon" qsTypeId="urn:microsoft.com/office/officeart/2005/8/quickstyle/simple1#48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419CD3D-8D41-44DE-B65A-FA9C0BF5AD7A}">
      <dgm:prSet/>
      <dgm:spPr/>
      <dgm:t>
        <a:bodyPr/>
        <a:lstStyle/>
        <a:p>
          <a:r>
            <a:rPr lang="da-DK" dirty="0"/>
            <a:t>Opgaver: 10</a:t>
          </a:r>
          <a:endParaRPr lang="en-US" dirty="0"/>
        </a:p>
      </dgm:t>
    </dgm:pt>
    <dgm:pt modelId="{B021129F-4619-41F4-AB11-85313AE3AA03}" type="parTrans" cxnId="{DF785864-6067-4235-B1E8-0FBC9913C025}">
      <dgm:prSet/>
      <dgm:spPr/>
      <dgm:t>
        <a:bodyPr/>
        <a:lstStyle/>
        <a:p>
          <a:endParaRPr lang="en-US"/>
        </a:p>
      </dgm:t>
    </dgm:pt>
    <dgm:pt modelId="{6DCFA36D-F4FC-4AF5-8F6E-03DD3197CB65}" type="sibTrans" cxnId="{DF785864-6067-4235-B1E8-0FBC9913C025}">
      <dgm:prSet/>
      <dgm:spPr/>
      <dgm:t>
        <a:bodyPr/>
        <a:lstStyle/>
        <a:p>
          <a:endParaRPr lang="en-US"/>
        </a:p>
      </dgm:t>
    </dgm:pt>
    <dgm:pt modelId="{E80F07EC-B5C7-47FC-A0D0-332E77E2532B}">
      <dgm:prSet/>
      <dgm:spPr/>
      <dgm:t>
        <a:bodyPr/>
        <a:lstStyle/>
        <a:p>
          <a:r>
            <a:rPr lang="da-DK" dirty="0"/>
            <a:t>10 min.</a:t>
          </a:r>
          <a:endParaRPr lang="en-US" dirty="0"/>
        </a:p>
      </dgm:t>
    </dgm:pt>
    <dgm:pt modelId="{B4BD4745-05F8-4CBC-9B4D-621DF422D6DC}" type="parTrans" cxnId="{6373112B-9785-42A1-A98B-C6C60E7FD1EA}">
      <dgm:prSet/>
      <dgm:spPr/>
      <dgm:t>
        <a:bodyPr/>
        <a:lstStyle/>
        <a:p>
          <a:endParaRPr lang="en-US"/>
        </a:p>
      </dgm:t>
    </dgm:pt>
    <dgm:pt modelId="{7D103089-F9A3-4632-B1A8-95FFF707CD17}" type="sibTrans" cxnId="{6373112B-9785-42A1-A98B-C6C60E7FD1EA}">
      <dgm:prSet/>
      <dgm:spPr/>
      <dgm:t>
        <a:bodyPr/>
        <a:lstStyle/>
        <a:p>
          <a:endParaRPr lang="en-US"/>
        </a:p>
      </dgm:t>
    </dgm:pt>
    <dgm:pt modelId="{AC598B73-7A62-4412-963E-FE38B52ED2E3}" type="pres">
      <dgm:prSet presAssocID="{67C758A3-7E3C-4468-828A-128FAFA4A9C4}" presName="root" presStyleCnt="0">
        <dgm:presLayoutVars>
          <dgm:dir/>
          <dgm:resizeHandles val="exact"/>
        </dgm:presLayoutVars>
      </dgm:prSet>
      <dgm:spPr/>
    </dgm:pt>
    <dgm:pt modelId="{375AEC84-35FF-4265-9561-228A54F54A32}" type="pres">
      <dgm:prSet presAssocID="{4419CD3D-8D41-44DE-B65A-FA9C0BF5AD7A}" presName="compNode" presStyleCnt="0"/>
      <dgm:spPr/>
    </dgm:pt>
    <dgm:pt modelId="{730043A3-E5E9-46BA-BA7B-596ED6CAA70F}" type="pres">
      <dgm:prSet presAssocID="{4419CD3D-8D41-44DE-B65A-FA9C0BF5AD7A}" presName="bgRect" presStyleLbl="bgShp" presStyleIdx="0" presStyleCnt="2"/>
      <dgm:spPr/>
    </dgm:pt>
    <dgm:pt modelId="{2A5BBEBF-64FC-4AC7-A615-DC9BB571AF76}" type="pres">
      <dgm:prSet presAssocID="{4419CD3D-8D41-44DE-B65A-FA9C0BF5AD7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06460B63-244C-4293-A2D8-14D175CE99B5}" type="pres">
      <dgm:prSet presAssocID="{4419CD3D-8D41-44DE-B65A-FA9C0BF5AD7A}" presName="spaceRect" presStyleCnt="0"/>
      <dgm:spPr/>
    </dgm:pt>
    <dgm:pt modelId="{212CCE29-3026-4A86-80BA-3CBFBE24F454}" type="pres">
      <dgm:prSet presAssocID="{4419CD3D-8D41-44DE-B65A-FA9C0BF5AD7A}" presName="parTx" presStyleLbl="revTx" presStyleIdx="0" presStyleCnt="2">
        <dgm:presLayoutVars>
          <dgm:chMax val="0"/>
          <dgm:chPref val="0"/>
        </dgm:presLayoutVars>
      </dgm:prSet>
      <dgm:spPr/>
    </dgm:pt>
    <dgm:pt modelId="{F55016A5-D2E9-48A8-B3E8-8437FF2B6959}" type="pres">
      <dgm:prSet presAssocID="{6DCFA36D-F4FC-4AF5-8F6E-03DD3197CB65}" presName="sibTrans" presStyleCnt="0"/>
      <dgm:spPr/>
    </dgm:pt>
    <dgm:pt modelId="{F665A339-73F1-4CC0-977C-42FF2E13C986}" type="pres">
      <dgm:prSet presAssocID="{E80F07EC-B5C7-47FC-A0D0-332E77E2532B}" presName="compNode" presStyleCnt="0"/>
      <dgm:spPr/>
    </dgm:pt>
    <dgm:pt modelId="{53BE31AE-1CD6-4DB1-9EE5-6E020BD99546}" type="pres">
      <dgm:prSet presAssocID="{E80F07EC-B5C7-47FC-A0D0-332E77E2532B}" presName="bgRect" presStyleLbl="bgShp" presStyleIdx="1" presStyleCnt="2"/>
      <dgm:spPr/>
    </dgm:pt>
    <dgm:pt modelId="{9560EDD0-DAFC-40B4-8676-5757DC547360}" type="pres">
      <dgm:prSet presAssocID="{E80F07EC-B5C7-47FC-A0D0-332E77E2532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8A494FBD-E199-403F-9395-869D4F731569}" type="pres">
      <dgm:prSet presAssocID="{E80F07EC-B5C7-47FC-A0D0-332E77E2532B}" presName="spaceRect" presStyleCnt="0"/>
      <dgm:spPr/>
    </dgm:pt>
    <dgm:pt modelId="{989BAF73-2294-4B07-9B53-8E379B27CAB5}" type="pres">
      <dgm:prSet presAssocID="{E80F07EC-B5C7-47FC-A0D0-332E77E2532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8C6301E-6476-49C5-8DDE-471745C94811}" type="presOf" srcId="{E80F07EC-B5C7-47FC-A0D0-332E77E2532B}" destId="{989BAF73-2294-4B07-9B53-8E379B27CAB5}" srcOrd="0" destOrd="0" presId="urn:microsoft.com/office/officeart/2018/2/layout/IconVerticalSolidList"/>
    <dgm:cxn modelId="{6373112B-9785-42A1-A98B-C6C60E7FD1EA}" srcId="{67C758A3-7E3C-4468-828A-128FAFA4A9C4}" destId="{E80F07EC-B5C7-47FC-A0D0-332E77E2532B}" srcOrd="1" destOrd="0" parTransId="{B4BD4745-05F8-4CBC-9B4D-621DF422D6DC}" sibTransId="{7D103089-F9A3-4632-B1A8-95FFF707CD17}"/>
    <dgm:cxn modelId="{DF785864-6067-4235-B1E8-0FBC9913C025}" srcId="{67C758A3-7E3C-4468-828A-128FAFA4A9C4}" destId="{4419CD3D-8D41-44DE-B65A-FA9C0BF5AD7A}" srcOrd="0" destOrd="0" parTransId="{B021129F-4619-41F4-AB11-85313AE3AA03}" sibTransId="{6DCFA36D-F4FC-4AF5-8F6E-03DD3197CB65}"/>
    <dgm:cxn modelId="{CEBCDD92-FB6E-45DF-8DC1-C060D86B0C49}" type="presOf" srcId="{67C758A3-7E3C-4468-828A-128FAFA4A9C4}" destId="{AC598B73-7A62-4412-963E-FE38B52ED2E3}" srcOrd="0" destOrd="0" presId="urn:microsoft.com/office/officeart/2018/2/layout/IconVerticalSolidList"/>
    <dgm:cxn modelId="{D73ADA97-1A13-43A7-AEAA-E4185B950054}" type="presOf" srcId="{4419CD3D-8D41-44DE-B65A-FA9C0BF5AD7A}" destId="{212CCE29-3026-4A86-80BA-3CBFBE24F454}" srcOrd="0" destOrd="0" presId="urn:microsoft.com/office/officeart/2018/2/layout/IconVerticalSolidList"/>
    <dgm:cxn modelId="{DE9707EC-B3FF-4665-9B28-A6A920B0725C}" type="presParOf" srcId="{AC598B73-7A62-4412-963E-FE38B52ED2E3}" destId="{375AEC84-35FF-4265-9561-228A54F54A32}" srcOrd="0" destOrd="0" presId="urn:microsoft.com/office/officeart/2018/2/layout/IconVerticalSolidList"/>
    <dgm:cxn modelId="{390B5B52-9BEE-4AC6-BE12-E772E4598D1C}" type="presParOf" srcId="{375AEC84-35FF-4265-9561-228A54F54A32}" destId="{730043A3-E5E9-46BA-BA7B-596ED6CAA70F}" srcOrd="0" destOrd="0" presId="urn:microsoft.com/office/officeart/2018/2/layout/IconVerticalSolidList"/>
    <dgm:cxn modelId="{2D6FA337-409E-4960-A844-6D5052E992C7}" type="presParOf" srcId="{375AEC84-35FF-4265-9561-228A54F54A32}" destId="{2A5BBEBF-64FC-4AC7-A615-DC9BB571AF76}" srcOrd="1" destOrd="0" presId="urn:microsoft.com/office/officeart/2018/2/layout/IconVerticalSolidList"/>
    <dgm:cxn modelId="{67369D41-CD01-468E-836B-EB4F58351E18}" type="presParOf" srcId="{375AEC84-35FF-4265-9561-228A54F54A32}" destId="{06460B63-244C-4293-A2D8-14D175CE99B5}" srcOrd="2" destOrd="0" presId="urn:microsoft.com/office/officeart/2018/2/layout/IconVerticalSolidList"/>
    <dgm:cxn modelId="{0561AD4C-D4C1-4F57-A5F1-6B2E9F6A0655}" type="presParOf" srcId="{375AEC84-35FF-4265-9561-228A54F54A32}" destId="{212CCE29-3026-4A86-80BA-3CBFBE24F454}" srcOrd="3" destOrd="0" presId="urn:microsoft.com/office/officeart/2018/2/layout/IconVerticalSolidList"/>
    <dgm:cxn modelId="{238B6408-4ABA-427D-B715-1C5856365977}" type="presParOf" srcId="{AC598B73-7A62-4412-963E-FE38B52ED2E3}" destId="{F55016A5-D2E9-48A8-B3E8-8437FF2B6959}" srcOrd="1" destOrd="0" presId="urn:microsoft.com/office/officeart/2018/2/layout/IconVerticalSolidList"/>
    <dgm:cxn modelId="{AAC4B4EB-F80C-4D0B-84A8-66979DFEE150}" type="presParOf" srcId="{AC598B73-7A62-4412-963E-FE38B52ED2E3}" destId="{F665A339-73F1-4CC0-977C-42FF2E13C986}" srcOrd="2" destOrd="0" presId="urn:microsoft.com/office/officeart/2018/2/layout/IconVerticalSolidList"/>
    <dgm:cxn modelId="{763A1539-CB87-4574-841D-D8C77F2DA4D5}" type="presParOf" srcId="{F665A339-73F1-4CC0-977C-42FF2E13C986}" destId="{53BE31AE-1CD6-4DB1-9EE5-6E020BD99546}" srcOrd="0" destOrd="0" presId="urn:microsoft.com/office/officeart/2018/2/layout/IconVerticalSolidList"/>
    <dgm:cxn modelId="{CA258C54-CB44-40FD-B5B8-908AE8965317}" type="presParOf" srcId="{F665A339-73F1-4CC0-977C-42FF2E13C986}" destId="{9560EDD0-DAFC-40B4-8676-5757DC547360}" srcOrd="1" destOrd="0" presId="urn:microsoft.com/office/officeart/2018/2/layout/IconVerticalSolidList"/>
    <dgm:cxn modelId="{CD815672-F9BA-4806-B3FB-A32245EF7938}" type="presParOf" srcId="{F665A339-73F1-4CC0-977C-42FF2E13C986}" destId="{8A494FBD-E199-403F-9395-869D4F731569}" srcOrd="2" destOrd="0" presId="urn:microsoft.com/office/officeart/2018/2/layout/IconVerticalSolidList"/>
    <dgm:cxn modelId="{614B8786-E8C8-4127-8D09-8E3BA0A898BB}" type="presParOf" srcId="{F665A339-73F1-4CC0-977C-42FF2E13C986}" destId="{989BAF73-2294-4B07-9B53-8E379B27CA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C15ADC-06F8-4FA5-AE3C-0B89260615C3}" type="doc">
      <dgm:prSet loTypeId="urn:microsoft.com/office/officeart/2018/2/layout/IconLabelList" loCatId="icon" qsTypeId="urn:microsoft.com/office/officeart/2005/8/quickstyle/simple1#7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81C3FEF-C540-4476-948E-55191E0627E5}">
      <dgm:prSet/>
      <dgm:spPr/>
      <dgm:t>
        <a:bodyPr/>
        <a:lstStyle/>
        <a:p>
          <a:r>
            <a:rPr lang="da-DK" dirty="0"/>
            <a:t>Opgaver: 11+12</a:t>
          </a:r>
          <a:endParaRPr lang="en-US" dirty="0"/>
        </a:p>
      </dgm:t>
    </dgm:pt>
    <dgm:pt modelId="{B5897353-DE57-4EDF-BBF8-E7F39355CD28}" type="parTrans" cxnId="{F314A04A-87FB-4CCF-BA5E-6F49D75BE6E7}">
      <dgm:prSet/>
      <dgm:spPr/>
      <dgm:t>
        <a:bodyPr/>
        <a:lstStyle/>
        <a:p>
          <a:endParaRPr lang="en-US"/>
        </a:p>
      </dgm:t>
    </dgm:pt>
    <dgm:pt modelId="{E039386A-6761-4AD3-A951-EABFE6655DCD}" type="sibTrans" cxnId="{F314A04A-87FB-4CCF-BA5E-6F49D75BE6E7}">
      <dgm:prSet/>
      <dgm:spPr/>
      <dgm:t>
        <a:bodyPr/>
        <a:lstStyle/>
        <a:p>
          <a:endParaRPr lang="en-US"/>
        </a:p>
      </dgm:t>
    </dgm:pt>
    <dgm:pt modelId="{2CDCEDA1-E11D-4330-9CE2-FACB6097646E}">
      <dgm:prSet/>
      <dgm:spPr/>
      <dgm:t>
        <a:bodyPr/>
        <a:lstStyle/>
        <a:p>
          <a:r>
            <a:rPr lang="da-DK" dirty="0"/>
            <a:t>10 min.</a:t>
          </a:r>
          <a:endParaRPr lang="en-US" dirty="0"/>
        </a:p>
      </dgm:t>
    </dgm:pt>
    <dgm:pt modelId="{67B1808B-D74B-4C66-AFA6-255596FC5CF2}" type="parTrans" cxnId="{ED9BC61C-F1FD-4677-8C2C-1E822460A3AB}">
      <dgm:prSet/>
      <dgm:spPr/>
      <dgm:t>
        <a:bodyPr/>
        <a:lstStyle/>
        <a:p>
          <a:endParaRPr lang="en-US"/>
        </a:p>
      </dgm:t>
    </dgm:pt>
    <dgm:pt modelId="{A8A7E1DD-A0B7-46B2-B443-1889E506846A}" type="sibTrans" cxnId="{ED9BC61C-F1FD-4677-8C2C-1E822460A3AB}">
      <dgm:prSet/>
      <dgm:spPr/>
      <dgm:t>
        <a:bodyPr/>
        <a:lstStyle/>
        <a:p>
          <a:endParaRPr lang="en-US"/>
        </a:p>
      </dgm:t>
    </dgm:pt>
    <dgm:pt modelId="{4A0DCF17-CF30-4B2B-A605-E36B964A90E3}" type="pres">
      <dgm:prSet presAssocID="{B4C15ADC-06F8-4FA5-AE3C-0B89260615C3}" presName="root" presStyleCnt="0">
        <dgm:presLayoutVars>
          <dgm:dir/>
          <dgm:resizeHandles val="exact"/>
        </dgm:presLayoutVars>
      </dgm:prSet>
      <dgm:spPr/>
    </dgm:pt>
    <dgm:pt modelId="{B546E1EA-E3F6-4758-AD60-46F79D18C543}" type="pres">
      <dgm:prSet presAssocID="{C81C3FEF-C540-4476-948E-55191E0627E5}" presName="compNode" presStyleCnt="0"/>
      <dgm:spPr/>
    </dgm:pt>
    <dgm:pt modelId="{505731CF-C037-4421-8E30-93B3CF6AD58C}" type="pres">
      <dgm:prSet presAssocID="{C81C3FEF-C540-4476-948E-55191E0627E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A8BE4BB0-6B26-4CA6-91D3-3CFF0BD9C9EA}" type="pres">
      <dgm:prSet presAssocID="{C81C3FEF-C540-4476-948E-55191E0627E5}" presName="spaceRect" presStyleCnt="0"/>
      <dgm:spPr/>
    </dgm:pt>
    <dgm:pt modelId="{C9A87FFF-0713-4E7B-A66B-BB41CF2209F1}" type="pres">
      <dgm:prSet presAssocID="{C81C3FEF-C540-4476-948E-55191E0627E5}" presName="textRect" presStyleLbl="revTx" presStyleIdx="0" presStyleCnt="2">
        <dgm:presLayoutVars>
          <dgm:chMax val="1"/>
          <dgm:chPref val="1"/>
        </dgm:presLayoutVars>
      </dgm:prSet>
      <dgm:spPr/>
    </dgm:pt>
    <dgm:pt modelId="{B987CDE0-7C04-4DD3-AFE1-AEC4A23DBC74}" type="pres">
      <dgm:prSet presAssocID="{E039386A-6761-4AD3-A951-EABFE6655DCD}" presName="sibTrans" presStyleCnt="0"/>
      <dgm:spPr/>
    </dgm:pt>
    <dgm:pt modelId="{9E54E505-27B8-4820-92E1-256720DDA838}" type="pres">
      <dgm:prSet presAssocID="{2CDCEDA1-E11D-4330-9CE2-FACB6097646E}" presName="compNode" presStyleCnt="0"/>
      <dgm:spPr/>
    </dgm:pt>
    <dgm:pt modelId="{6EB28A99-F47E-487D-BF8C-1F4267C56609}" type="pres">
      <dgm:prSet presAssocID="{2CDCEDA1-E11D-4330-9CE2-FACB6097646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037532E7-FBFA-4D9A-94BB-FAD3E881A0CA}" type="pres">
      <dgm:prSet presAssocID="{2CDCEDA1-E11D-4330-9CE2-FACB6097646E}" presName="spaceRect" presStyleCnt="0"/>
      <dgm:spPr/>
    </dgm:pt>
    <dgm:pt modelId="{16378300-0052-40A1-93F3-A4DE42B2B50A}" type="pres">
      <dgm:prSet presAssocID="{2CDCEDA1-E11D-4330-9CE2-FACB6097646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D9BC61C-F1FD-4677-8C2C-1E822460A3AB}" srcId="{B4C15ADC-06F8-4FA5-AE3C-0B89260615C3}" destId="{2CDCEDA1-E11D-4330-9CE2-FACB6097646E}" srcOrd="1" destOrd="0" parTransId="{67B1808B-D74B-4C66-AFA6-255596FC5CF2}" sibTransId="{A8A7E1DD-A0B7-46B2-B443-1889E506846A}"/>
    <dgm:cxn modelId="{089A0C24-0AEC-4C53-86AD-3735B2D274D3}" type="presOf" srcId="{C81C3FEF-C540-4476-948E-55191E0627E5}" destId="{C9A87FFF-0713-4E7B-A66B-BB41CF2209F1}" srcOrd="0" destOrd="0" presId="urn:microsoft.com/office/officeart/2018/2/layout/IconLabelList"/>
    <dgm:cxn modelId="{F314A04A-87FB-4CCF-BA5E-6F49D75BE6E7}" srcId="{B4C15ADC-06F8-4FA5-AE3C-0B89260615C3}" destId="{C81C3FEF-C540-4476-948E-55191E0627E5}" srcOrd="0" destOrd="0" parTransId="{B5897353-DE57-4EDF-BBF8-E7F39355CD28}" sibTransId="{E039386A-6761-4AD3-A951-EABFE6655DCD}"/>
    <dgm:cxn modelId="{A45E3F87-1D98-4AAB-803C-90CC5F715A6E}" type="presOf" srcId="{B4C15ADC-06F8-4FA5-AE3C-0B89260615C3}" destId="{4A0DCF17-CF30-4B2B-A605-E36B964A90E3}" srcOrd="0" destOrd="0" presId="urn:microsoft.com/office/officeart/2018/2/layout/IconLabelList"/>
    <dgm:cxn modelId="{8559FBEC-B445-42CD-8B1F-33FC30A27693}" type="presOf" srcId="{2CDCEDA1-E11D-4330-9CE2-FACB6097646E}" destId="{16378300-0052-40A1-93F3-A4DE42B2B50A}" srcOrd="0" destOrd="0" presId="urn:microsoft.com/office/officeart/2018/2/layout/IconLabelList"/>
    <dgm:cxn modelId="{B106D7AE-8C1B-4AB7-8161-9E2647158834}" type="presParOf" srcId="{4A0DCF17-CF30-4B2B-A605-E36B964A90E3}" destId="{B546E1EA-E3F6-4758-AD60-46F79D18C543}" srcOrd="0" destOrd="0" presId="urn:microsoft.com/office/officeart/2018/2/layout/IconLabelList"/>
    <dgm:cxn modelId="{7AE2F191-E1E1-45B9-8AD0-7FA3D9F0819D}" type="presParOf" srcId="{B546E1EA-E3F6-4758-AD60-46F79D18C543}" destId="{505731CF-C037-4421-8E30-93B3CF6AD58C}" srcOrd="0" destOrd="0" presId="urn:microsoft.com/office/officeart/2018/2/layout/IconLabelList"/>
    <dgm:cxn modelId="{147F7343-97C3-40E8-8D3A-8F035C22176B}" type="presParOf" srcId="{B546E1EA-E3F6-4758-AD60-46F79D18C543}" destId="{A8BE4BB0-6B26-4CA6-91D3-3CFF0BD9C9EA}" srcOrd="1" destOrd="0" presId="urn:microsoft.com/office/officeart/2018/2/layout/IconLabelList"/>
    <dgm:cxn modelId="{4455E606-4416-415F-9936-5CB2921F205A}" type="presParOf" srcId="{B546E1EA-E3F6-4758-AD60-46F79D18C543}" destId="{C9A87FFF-0713-4E7B-A66B-BB41CF2209F1}" srcOrd="2" destOrd="0" presId="urn:microsoft.com/office/officeart/2018/2/layout/IconLabelList"/>
    <dgm:cxn modelId="{D9409497-097B-4B08-B73A-B5C9DC8807B2}" type="presParOf" srcId="{4A0DCF17-CF30-4B2B-A605-E36B964A90E3}" destId="{B987CDE0-7C04-4DD3-AFE1-AEC4A23DBC74}" srcOrd="1" destOrd="0" presId="urn:microsoft.com/office/officeart/2018/2/layout/IconLabelList"/>
    <dgm:cxn modelId="{1F9457B0-EEBF-40B0-9715-A6481C219066}" type="presParOf" srcId="{4A0DCF17-CF30-4B2B-A605-E36B964A90E3}" destId="{9E54E505-27B8-4820-92E1-256720DDA838}" srcOrd="2" destOrd="0" presId="urn:microsoft.com/office/officeart/2018/2/layout/IconLabelList"/>
    <dgm:cxn modelId="{01D08150-C826-4036-B46B-438F64719AC1}" type="presParOf" srcId="{9E54E505-27B8-4820-92E1-256720DDA838}" destId="{6EB28A99-F47E-487D-BF8C-1F4267C56609}" srcOrd="0" destOrd="0" presId="urn:microsoft.com/office/officeart/2018/2/layout/IconLabelList"/>
    <dgm:cxn modelId="{3666E010-F914-4E5A-B2A7-5A4B1B3EFD54}" type="presParOf" srcId="{9E54E505-27B8-4820-92E1-256720DDA838}" destId="{037532E7-FBFA-4D9A-94BB-FAD3E881A0CA}" srcOrd="1" destOrd="0" presId="urn:microsoft.com/office/officeart/2018/2/layout/IconLabelList"/>
    <dgm:cxn modelId="{71D6DE63-4092-4F44-A02D-A1CEB56CDCF9}" type="presParOf" srcId="{9E54E505-27B8-4820-92E1-256720DDA838}" destId="{16378300-0052-40A1-93F3-A4DE42B2B5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A76A9D-7892-472C-8523-9602261B882D}" type="doc">
      <dgm:prSet loTypeId="urn:microsoft.com/office/officeart/2018/2/layout/IconVerticalSolidList" loCatId="icon" qsTypeId="urn:microsoft.com/office/officeart/2005/8/quickstyle/simple1#75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748F2B-10D3-4010-87BC-6BC21CAEEAE9}">
      <dgm:prSet/>
      <dgm:spPr/>
      <dgm:t>
        <a:bodyPr/>
        <a:lstStyle/>
        <a:p>
          <a:r>
            <a:rPr lang="da-DK" dirty="0"/>
            <a:t>Opgaver: 13-14</a:t>
          </a:r>
          <a:endParaRPr lang="en-US" dirty="0"/>
        </a:p>
      </dgm:t>
    </dgm:pt>
    <dgm:pt modelId="{A48575F6-4F45-41E3-A504-451CA70B42F3}" type="parTrans" cxnId="{0E087F74-4BD6-4B84-830D-4ADA18B77A59}">
      <dgm:prSet/>
      <dgm:spPr/>
      <dgm:t>
        <a:bodyPr/>
        <a:lstStyle/>
        <a:p>
          <a:endParaRPr lang="en-US"/>
        </a:p>
      </dgm:t>
    </dgm:pt>
    <dgm:pt modelId="{6A58D81B-641C-4DCA-A51D-C52478D09C7C}" type="sibTrans" cxnId="{0E087F74-4BD6-4B84-830D-4ADA18B77A59}">
      <dgm:prSet/>
      <dgm:spPr/>
      <dgm:t>
        <a:bodyPr/>
        <a:lstStyle/>
        <a:p>
          <a:endParaRPr lang="en-US"/>
        </a:p>
      </dgm:t>
    </dgm:pt>
    <dgm:pt modelId="{A0361B34-F9DA-4A23-AA8F-B8EB65F96D8D}">
      <dgm:prSet/>
      <dgm:spPr/>
      <dgm:t>
        <a:bodyPr/>
        <a:lstStyle/>
        <a:p>
          <a:r>
            <a:rPr lang="da-DK"/>
            <a:t>15 min.</a:t>
          </a:r>
          <a:endParaRPr lang="en-US" dirty="0"/>
        </a:p>
      </dgm:t>
    </dgm:pt>
    <dgm:pt modelId="{64EA9DE3-3373-4D03-8AD1-89A525F5942B}" type="parTrans" cxnId="{76F0BA48-C811-437C-8932-5D2EC06C2FEB}">
      <dgm:prSet/>
      <dgm:spPr/>
      <dgm:t>
        <a:bodyPr/>
        <a:lstStyle/>
        <a:p>
          <a:endParaRPr lang="en-US"/>
        </a:p>
      </dgm:t>
    </dgm:pt>
    <dgm:pt modelId="{53240344-22C6-4950-8751-46769213B9BA}" type="sibTrans" cxnId="{76F0BA48-C811-437C-8932-5D2EC06C2FEB}">
      <dgm:prSet/>
      <dgm:spPr/>
      <dgm:t>
        <a:bodyPr/>
        <a:lstStyle/>
        <a:p>
          <a:endParaRPr lang="en-US"/>
        </a:p>
      </dgm:t>
    </dgm:pt>
    <dgm:pt modelId="{89A8B7C5-99AC-4F6E-9668-E0921170302C}" type="pres">
      <dgm:prSet presAssocID="{0BA76A9D-7892-472C-8523-9602261B882D}" presName="root" presStyleCnt="0">
        <dgm:presLayoutVars>
          <dgm:dir/>
          <dgm:resizeHandles val="exact"/>
        </dgm:presLayoutVars>
      </dgm:prSet>
      <dgm:spPr/>
    </dgm:pt>
    <dgm:pt modelId="{EC36169F-F932-4634-A846-7E56BA68A1AD}" type="pres">
      <dgm:prSet presAssocID="{25748F2B-10D3-4010-87BC-6BC21CAEEAE9}" presName="compNode" presStyleCnt="0"/>
      <dgm:spPr/>
    </dgm:pt>
    <dgm:pt modelId="{F08DB5AE-10A4-489D-B13B-FAAD90536020}" type="pres">
      <dgm:prSet presAssocID="{25748F2B-10D3-4010-87BC-6BC21CAEEAE9}" presName="bgRect" presStyleLbl="bgShp" presStyleIdx="0" presStyleCnt="2"/>
      <dgm:spPr/>
    </dgm:pt>
    <dgm:pt modelId="{347FEB5C-0EEB-44C0-8B8F-E1950D9F1CBD}" type="pres">
      <dgm:prSet presAssocID="{25748F2B-10D3-4010-87BC-6BC21CAEEAE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2C97312F-A929-410F-BA00-653C0DEFBAEA}" type="pres">
      <dgm:prSet presAssocID="{25748F2B-10D3-4010-87BC-6BC21CAEEAE9}" presName="spaceRect" presStyleCnt="0"/>
      <dgm:spPr/>
    </dgm:pt>
    <dgm:pt modelId="{730497BD-3480-4BCF-9100-C3D31D92F137}" type="pres">
      <dgm:prSet presAssocID="{25748F2B-10D3-4010-87BC-6BC21CAEEAE9}" presName="parTx" presStyleLbl="revTx" presStyleIdx="0" presStyleCnt="2">
        <dgm:presLayoutVars>
          <dgm:chMax val="0"/>
          <dgm:chPref val="0"/>
        </dgm:presLayoutVars>
      </dgm:prSet>
      <dgm:spPr/>
    </dgm:pt>
    <dgm:pt modelId="{503372A4-D7C7-4220-9C8B-C224203F1D7B}" type="pres">
      <dgm:prSet presAssocID="{6A58D81B-641C-4DCA-A51D-C52478D09C7C}" presName="sibTrans" presStyleCnt="0"/>
      <dgm:spPr/>
    </dgm:pt>
    <dgm:pt modelId="{132F00CA-5711-4D57-8F09-EDAFC06BE1A4}" type="pres">
      <dgm:prSet presAssocID="{A0361B34-F9DA-4A23-AA8F-B8EB65F96D8D}" presName="compNode" presStyleCnt="0"/>
      <dgm:spPr/>
    </dgm:pt>
    <dgm:pt modelId="{60B64EFA-7340-4874-BF32-43DA49930405}" type="pres">
      <dgm:prSet presAssocID="{A0361B34-F9DA-4A23-AA8F-B8EB65F96D8D}" presName="bgRect" presStyleLbl="bgShp" presStyleIdx="1" presStyleCnt="2"/>
      <dgm:spPr/>
    </dgm:pt>
    <dgm:pt modelId="{A2E0C7EA-49A2-4CCF-8C3B-F75781D843FC}" type="pres">
      <dgm:prSet presAssocID="{A0361B34-F9DA-4A23-AA8F-B8EB65F96D8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468AFCC8-052E-4CB0-8688-4466B9410BAA}" type="pres">
      <dgm:prSet presAssocID="{A0361B34-F9DA-4A23-AA8F-B8EB65F96D8D}" presName="spaceRect" presStyleCnt="0"/>
      <dgm:spPr/>
    </dgm:pt>
    <dgm:pt modelId="{F35B1046-F97F-485C-8D48-937CD669B7BB}" type="pres">
      <dgm:prSet presAssocID="{A0361B34-F9DA-4A23-AA8F-B8EB65F96D8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BC2DC1C-D8AA-4120-AF4D-78057924862F}" type="presOf" srcId="{25748F2B-10D3-4010-87BC-6BC21CAEEAE9}" destId="{730497BD-3480-4BCF-9100-C3D31D92F137}" srcOrd="0" destOrd="0" presId="urn:microsoft.com/office/officeart/2018/2/layout/IconVerticalSolidList"/>
    <dgm:cxn modelId="{76F0BA48-C811-437C-8932-5D2EC06C2FEB}" srcId="{0BA76A9D-7892-472C-8523-9602261B882D}" destId="{A0361B34-F9DA-4A23-AA8F-B8EB65F96D8D}" srcOrd="1" destOrd="0" parTransId="{64EA9DE3-3373-4D03-8AD1-89A525F5942B}" sibTransId="{53240344-22C6-4950-8751-46769213B9BA}"/>
    <dgm:cxn modelId="{0E087F74-4BD6-4B84-830D-4ADA18B77A59}" srcId="{0BA76A9D-7892-472C-8523-9602261B882D}" destId="{25748F2B-10D3-4010-87BC-6BC21CAEEAE9}" srcOrd="0" destOrd="0" parTransId="{A48575F6-4F45-41E3-A504-451CA70B42F3}" sibTransId="{6A58D81B-641C-4DCA-A51D-C52478D09C7C}"/>
    <dgm:cxn modelId="{E16FA399-7ABC-4B4A-AED6-83773DA8D557}" type="presOf" srcId="{0BA76A9D-7892-472C-8523-9602261B882D}" destId="{89A8B7C5-99AC-4F6E-9668-E0921170302C}" srcOrd="0" destOrd="0" presId="urn:microsoft.com/office/officeart/2018/2/layout/IconVerticalSolidList"/>
    <dgm:cxn modelId="{766FE89A-29A3-483D-93AC-F7ECD9CEC874}" type="presOf" srcId="{A0361B34-F9DA-4A23-AA8F-B8EB65F96D8D}" destId="{F35B1046-F97F-485C-8D48-937CD669B7BB}" srcOrd="0" destOrd="0" presId="urn:microsoft.com/office/officeart/2018/2/layout/IconVerticalSolidList"/>
    <dgm:cxn modelId="{47F7D71B-CB45-4263-B182-BBAA9A31BD87}" type="presParOf" srcId="{89A8B7C5-99AC-4F6E-9668-E0921170302C}" destId="{EC36169F-F932-4634-A846-7E56BA68A1AD}" srcOrd="0" destOrd="0" presId="urn:microsoft.com/office/officeart/2018/2/layout/IconVerticalSolidList"/>
    <dgm:cxn modelId="{C09DCAE8-2BC2-4A43-A8D4-A9587323A5EF}" type="presParOf" srcId="{EC36169F-F932-4634-A846-7E56BA68A1AD}" destId="{F08DB5AE-10A4-489D-B13B-FAAD90536020}" srcOrd="0" destOrd="0" presId="urn:microsoft.com/office/officeart/2018/2/layout/IconVerticalSolidList"/>
    <dgm:cxn modelId="{7EDF6AC0-5736-4309-8E8A-3EC7203277ED}" type="presParOf" srcId="{EC36169F-F932-4634-A846-7E56BA68A1AD}" destId="{347FEB5C-0EEB-44C0-8B8F-E1950D9F1CBD}" srcOrd="1" destOrd="0" presId="urn:microsoft.com/office/officeart/2018/2/layout/IconVerticalSolidList"/>
    <dgm:cxn modelId="{74A85EA6-D68E-4D95-A567-89F6456AF596}" type="presParOf" srcId="{EC36169F-F932-4634-A846-7E56BA68A1AD}" destId="{2C97312F-A929-410F-BA00-653C0DEFBAEA}" srcOrd="2" destOrd="0" presId="urn:microsoft.com/office/officeart/2018/2/layout/IconVerticalSolidList"/>
    <dgm:cxn modelId="{4DF63B69-CC46-4BDC-ACB4-62538BF040CD}" type="presParOf" srcId="{EC36169F-F932-4634-A846-7E56BA68A1AD}" destId="{730497BD-3480-4BCF-9100-C3D31D92F137}" srcOrd="3" destOrd="0" presId="urn:microsoft.com/office/officeart/2018/2/layout/IconVerticalSolidList"/>
    <dgm:cxn modelId="{A414D533-A8B6-4228-9F06-A677C641D858}" type="presParOf" srcId="{89A8B7C5-99AC-4F6E-9668-E0921170302C}" destId="{503372A4-D7C7-4220-9C8B-C224203F1D7B}" srcOrd="1" destOrd="0" presId="urn:microsoft.com/office/officeart/2018/2/layout/IconVerticalSolidList"/>
    <dgm:cxn modelId="{ADDEC97A-B574-4C57-9ED1-88CAA7360BF5}" type="presParOf" srcId="{89A8B7C5-99AC-4F6E-9668-E0921170302C}" destId="{132F00CA-5711-4D57-8F09-EDAFC06BE1A4}" srcOrd="2" destOrd="0" presId="urn:microsoft.com/office/officeart/2018/2/layout/IconVerticalSolidList"/>
    <dgm:cxn modelId="{E97D765A-66B5-4D71-AB0A-49E9F7BD206C}" type="presParOf" srcId="{132F00CA-5711-4D57-8F09-EDAFC06BE1A4}" destId="{60B64EFA-7340-4874-BF32-43DA49930405}" srcOrd="0" destOrd="0" presId="urn:microsoft.com/office/officeart/2018/2/layout/IconVerticalSolidList"/>
    <dgm:cxn modelId="{590FD6E1-5387-4C5A-8E66-4995D2B2C685}" type="presParOf" srcId="{132F00CA-5711-4D57-8F09-EDAFC06BE1A4}" destId="{A2E0C7EA-49A2-4CCF-8C3B-F75781D843FC}" srcOrd="1" destOrd="0" presId="urn:microsoft.com/office/officeart/2018/2/layout/IconVerticalSolidList"/>
    <dgm:cxn modelId="{6D6C84F7-083A-4C63-911F-5DFA3F01543B}" type="presParOf" srcId="{132F00CA-5711-4D57-8F09-EDAFC06BE1A4}" destId="{468AFCC8-052E-4CB0-8688-4466B9410BAA}" srcOrd="2" destOrd="0" presId="urn:microsoft.com/office/officeart/2018/2/layout/IconVerticalSolidList"/>
    <dgm:cxn modelId="{8B6C4B86-F073-45E0-9513-296D6BFDC800}" type="presParOf" srcId="{132F00CA-5711-4D57-8F09-EDAFC06BE1A4}" destId="{F35B1046-F97F-485C-8D48-937CD669B7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A7B696-95EF-48F6-8F54-A996323BF146}">
      <dsp:nvSpPr>
        <dsp:cNvPr id="0" name=""/>
        <dsp:cNvSpPr/>
      </dsp:nvSpPr>
      <dsp:spPr>
        <a:xfrm>
          <a:off x="1066984" y="291519"/>
          <a:ext cx="1040044" cy="10400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84F38-2123-44ED-93A9-AAA65F4BA79D}">
      <dsp:nvSpPr>
        <dsp:cNvPr id="0" name=""/>
        <dsp:cNvSpPr/>
      </dsp:nvSpPr>
      <dsp:spPr>
        <a:xfrm>
          <a:off x="431401" y="1650719"/>
          <a:ext cx="231121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/>
            <a:t>Opgaveark: opgaver kapitel 03.docx</a:t>
          </a:r>
          <a:endParaRPr lang="en-US" sz="2000" kern="1200"/>
        </a:p>
      </dsp:txBody>
      <dsp:txXfrm>
        <a:off x="431401" y="1650719"/>
        <a:ext cx="2311210" cy="720000"/>
      </dsp:txXfrm>
    </dsp:sp>
    <dsp:sp modelId="{E7D0C43C-3EAF-4BA6-A69C-8E2F7D7F5370}">
      <dsp:nvSpPr>
        <dsp:cNvPr id="0" name=""/>
        <dsp:cNvSpPr/>
      </dsp:nvSpPr>
      <dsp:spPr>
        <a:xfrm>
          <a:off x="3782656" y="291519"/>
          <a:ext cx="1040044" cy="10400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A7B4D-E29C-4E95-820B-9A67D830500F}">
      <dsp:nvSpPr>
        <dsp:cNvPr id="0" name=""/>
        <dsp:cNvSpPr/>
      </dsp:nvSpPr>
      <dsp:spPr>
        <a:xfrm>
          <a:off x="3147073" y="1650719"/>
          <a:ext cx="231121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/>
            <a:t>Opgaver: 1-5</a:t>
          </a:r>
          <a:endParaRPr lang="en-US" sz="2000" kern="1200" dirty="0"/>
        </a:p>
      </dsp:txBody>
      <dsp:txXfrm>
        <a:off x="3147073" y="1650719"/>
        <a:ext cx="2311210" cy="720000"/>
      </dsp:txXfrm>
    </dsp:sp>
    <dsp:sp modelId="{FB595349-47DC-4F37-880B-C1CBE9FC402D}">
      <dsp:nvSpPr>
        <dsp:cNvPr id="0" name=""/>
        <dsp:cNvSpPr/>
      </dsp:nvSpPr>
      <dsp:spPr>
        <a:xfrm>
          <a:off x="2424820" y="2948521"/>
          <a:ext cx="1040044" cy="10400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C5F2A-AAE5-4C6E-BA22-9D77880E0226}">
      <dsp:nvSpPr>
        <dsp:cNvPr id="0" name=""/>
        <dsp:cNvSpPr/>
      </dsp:nvSpPr>
      <dsp:spPr>
        <a:xfrm>
          <a:off x="1789237" y="4307721"/>
          <a:ext cx="231121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/>
            <a:t>25 minutter</a:t>
          </a:r>
          <a:endParaRPr lang="en-US" sz="2000" kern="1200" dirty="0"/>
        </a:p>
      </dsp:txBody>
      <dsp:txXfrm>
        <a:off x="1789237" y="4307721"/>
        <a:ext cx="231121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1D3269-9C21-4566-A423-42E1BA67898D}">
      <dsp:nvSpPr>
        <dsp:cNvPr id="0" name=""/>
        <dsp:cNvSpPr/>
      </dsp:nvSpPr>
      <dsp:spPr>
        <a:xfrm>
          <a:off x="0" y="1045020"/>
          <a:ext cx="5889686" cy="1521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 dirty="0"/>
            <a:t>Opgaver: 6-9</a:t>
          </a:r>
          <a:endParaRPr lang="en-US" sz="6500" kern="1200" dirty="0"/>
        </a:p>
      </dsp:txBody>
      <dsp:txXfrm>
        <a:off x="74249" y="1119269"/>
        <a:ext cx="5741188" cy="1372502"/>
      </dsp:txXfrm>
    </dsp:sp>
    <dsp:sp modelId="{CE2E140D-B583-4865-8208-494C528398F7}">
      <dsp:nvSpPr>
        <dsp:cNvPr id="0" name=""/>
        <dsp:cNvSpPr/>
      </dsp:nvSpPr>
      <dsp:spPr>
        <a:xfrm>
          <a:off x="0" y="2753220"/>
          <a:ext cx="5889686" cy="1521000"/>
        </a:xfrm>
        <a:prstGeom prst="roundRect">
          <a:avLst/>
        </a:prstGeom>
        <a:solidFill>
          <a:schemeClr val="accent2">
            <a:hueOff val="2655785"/>
            <a:satOff val="9135"/>
            <a:lumOff val="-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 dirty="0"/>
            <a:t>20 min.</a:t>
          </a:r>
          <a:endParaRPr lang="en-US" sz="6500" kern="1200" dirty="0"/>
        </a:p>
      </dsp:txBody>
      <dsp:txXfrm>
        <a:off x="74249" y="2827469"/>
        <a:ext cx="5741188" cy="13725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043A3-E5E9-46BA-BA7B-596ED6CAA70F}">
      <dsp:nvSpPr>
        <dsp:cNvPr id="0" name=""/>
        <dsp:cNvSpPr/>
      </dsp:nvSpPr>
      <dsp:spPr>
        <a:xfrm>
          <a:off x="0" y="864376"/>
          <a:ext cx="5889686" cy="15957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BBEBF-64FC-4AC7-A615-DC9BB571AF76}">
      <dsp:nvSpPr>
        <dsp:cNvPr id="0" name=""/>
        <dsp:cNvSpPr/>
      </dsp:nvSpPr>
      <dsp:spPr>
        <a:xfrm>
          <a:off x="482721" y="1223425"/>
          <a:ext cx="877674" cy="877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CCE29-3026-4A86-80BA-3CBFBE24F454}">
      <dsp:nvSpPr>
        <dsp:cNvPr id="0" name=""/>
        <dsp:cNvSpPr/>
      </dsp:nvSpPr>
      <dsp:spPr>
        <a:xfrm>
          <a:off x="1843117" y="864376"/>
          <a:ext cx="4046568" cy="15957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86" tIns="168886" rIns="168886" bIns="16888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10</a:t>
          </a:r>
          <a:endParaRPr lang="en-US" sz="2500" kern="1200" dirty="0"/>
        </a:p>
      </dsp:txBody>
      <dsp:txXfrm>
        <a:off x="1843117" y="864376"/>
        <a:ext cx="4046568" cy="1595772"/>
      </dsp:txXfrm>
    </dsp:sp>
    <dsp:sp modelId="{53BE31AE-1CD6-4DB1-9EE5-6E020BD99546}">
      <dsp:nvSpPr>
        <dsp:cNvPr id="0" name=""/>
        <dsp:cNvSpPr/>
      </dsp:nvSpPr>
      <dsp:spPr>
        <a:xfrm>
          <a:off x="0" y="2859092"/>
          <a:ext cx="5889686" cy="15957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0EDD0-DAFC-40B4-8676-5757DC547360}">
      <dsp:nvSpPr>
        <dsp:cNvPr id="0" name=""/>
        <dsp:cNvSpPr/>
      </dsp:nvSpPr>
      <dsp:spPr>
        <a:xfrm>
          <a:off x="482721" y="3218140"/>
          <a:ext cx="877674" cy="877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BAF73-2294-4B07-9B53-8E379B27CAB5}">
      <dsp:nvSpPr>
        <dsp:cNvPr id="0" name=""/>
        <dsp:cNvSpPr/>
      </dsp:nvSpPr>
      <dsp:spPr>
        <a:xfrm>
          <a:off x="1843117" y="2859092"/>
          <a:ext cx="4046568" cy="15957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86" tIns="168886" rIns="168886" bIns="16888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10 min.</a:t>
          </a:r>
          <a:endParaRPr lang="en-US" sz="2500" kern="1200" dirty="0"/>
        </a:p>
      </dsp:txBody>
      <dsp:txXfrm>
        <a:off x="1843117" y="2859092"/>
        <a:ext cx="4046568" cy="15957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5731CF-C037-4421-8E30-93B3CF6AD58C}">
      <dsp:nvSpPr>
        <dsp:cNvPr id="0" name=""/>
        <dsp:cNvSpPr/>
      </dsp:nvSpPr>
      <dsp:spPr>
        <a:xfrm>
          <a:off x="778514" y="1530163"/>
          <a:ext cx="1199812" cy="1199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87FFF-0713-4E7B-A66B-BB41CF2209F1}">
      <dsp:nvSpPr>
        <dsp:cNvPr id="0" name=""/>
        <dsp:cNvSpPr/>
      </dsp:nvSpPr>
      <dsp:spPr>
        <a:xfrm>
          <a:off x="45296" y="3069077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900" kern="1200" dirty="0"/>
            <a:t>Opgaver: 11+12</a:t>
          </a:r>
          <a:endParaRPr lang="en-US" sz="2900" kern="1200" dirty="0"/>
        </a:p>
      </dsp:txBody>
      <dsp:txXfrm>
        <a:off x="45296" y="3069077"/>
        <a:ext cx="2666250" cy="720000"/>
      </dsp:txXfrm>
    </dsp:sp>
    <dsp:sp modelId="{6EB28A99-F47E-487D-BF8C-1F4267C56609}">
      <dsp:nvSpPr>
        <dsp:cNvPr id="0" name=""/>
        <dsp:cNvSpPr/>
      </dsp:nvSpPr>
      <dsp:spPr>
        <a:xfrm>
          <a:off x="3911358" y="1530163"/>
          <a:ext cx="1199812" cy="1199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78300-0052-40A1-93F3-A4DE42B2B50A}">
      <dsp:nvSpPr>
        <dsp:cNvPr id="0" name=""/>
        <dsp:cNvSpPr/>
      </dsp:nvSpPr>
      <dsp:spPr>
        <a:xfrm>
          <a:off x="3178139" y="3069077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900" kern="1200" dirty="0"/>
            <a:t>10 min.</a:t>
          </a:r>
          <a:endParaRPr lang="en-US" sz="2900" kern="1200" dirty="0"/>
        </a:p>
      </dsp:txBody>
      <dsp:txXfrm>
        <a:off x="3178139" y="3069077"/>
        <a:ext cx="266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DB5AE-10A4-489D-B13B-FAAD90536020}">
      <dsp:nvSpPr>
        <dsp:cNvPr id="0" name=""/>
        <dsp:cNvSpPr/>
      </dsp:nvSpPr>
      <dsp:spPr>
        <a:xfrm>
          <a:off x="0" y="864376"/>
          <a:ext cx="5889686" cy="15957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FEB5C-0EEB-44C0-8B8F-E1950D9F1CBD}">
      <dsp:nvSpPr>
        <dsp:cNvPr id="0" name=""/>
        <dsp:cNvSpPr/>
      </dsp:nvSpPr>
      <dsp:spPr>
        <a:xfrm>
          <a:off x="482721" y="1223425"/>
          <a:ext cx="877674" cy="877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0497BD-3480-4BCF-9100-C3D31D92F137}">
      <dsp:nvSpPr>
        <dsp:cNvPr id="0" name=""/>
        <dsp:cNvSpPr/>
      </dsp:nvSpPr>
      <dsp:spPr>
        <a:xfrm>
          <a:off x="1843117" y="864376"/>
          <a:ext cx="4046568" cy="15957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86" tIns="168886" rIns="168886" bIns="16888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13-14</a:t>
          </a:r>
          <a:endParaRPr lang="en-US" sz="2500" kern="1200" dirty="0"/>
        </a:p>
      </dsp:txBody>
      <dsp:txXfrm>
        <a:off x="1843117" y="864376"/>
        <a:ext cx="4046568" cy="1595772"/>
      </dsp:txXfrm>
    </dsp:sp>
    <dsp:sp modelId="{60B64EFA-7340-4874-BF32-43DA49930405}">
      <dsp:nvSpPr>
        <dsp:cNvPr id="0" name=""/>
        <dsp:cNvSpPr/>
      </dsp:nvSpPr>
      <dsp:spPr>
        <a:xfrm>
          <a:off x="0" y="2859092"/>
          <a:ext cx="5889686" cy="15957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0C7EA-49A2-4CCF-8C3B-F75781D843FC}">
      <dsp:nvSpPr>
        <dsp:cNvPr id="0" name=""/>
        <dsp:cNvSpPr/>
      </dsp:nvSpPr>
      <dsp:spPr>
        <a:xfrm>
          <a:off x="482721" y="3218140"/>
          <a:ext cx="877674" cy="877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B1046-F97F-485C-8D48-937CD669B7BB}">
      <dsp:nvSpPr>
        <dsp:cNvPr id="0" name=""/>
        <dsp:cNvSpPr/>
      </dsp:nvSpPr>
      <dsp:spPr>
        <a:xfrm>
          <a:off x="1843117" y="2859092"/>
          <a:ext cx="4046568" cy="15957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86" tIns="168886" rIns="168886" bIns="16888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15 min.</a:t>
          </a:r>
          <a:endParaRPr lang="en-US" sz="2500" kern="1200" dirty="0"/>
        </a:p>
      </dsp:txBody>
      <dsp:txXfrm>
        <a:off x="1843117" y="2859092"/>
        <a:ext cx="4046568" cy="1595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7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7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F1342-1C5D-40D3-A5B2-48498082F34D}" type="datetimeFigureOut">
              <a:rPr lang="da-DK" smtClean="0"/>
              <a:t>24-09-2026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63164-B5D0-4490-B48B-86D9DEE844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673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DB28F-80C9-4463-8D4F-2DB7753C243C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67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F880-26F4-4FA5-B720-97C1E643D5D0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57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AE34-BC38-43F8-BB8E-57A6422AF8A5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4999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6217-E8ED-498F-B676-7891D86C4C08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67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B649-FC60-4CEF-83FE-468B4C376564}" type="datetime1">
              <a:rPr lang="da-DK" smtClean="0"/>
              <a:t>24-09-2026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153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95792-12BB-47DC-B0FC-BB804682E054}" type="datetime1">
              <a:rPr lang="da-DK" smtClean="0"/>
              <a:t>24-09-2026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02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F6E1-5557-4354-9EE9-544835670BA9}" type="datetime1">
              <a:rPr lang="da-DK" smtClean="0"/>
              <a:t>24-09-2026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947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F9F6F-A25F-405A-9A08-7FF82D09F436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544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3F0B-A671-4264-A392-BB061369A043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338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6A67-2F8C-4125-86B6-02FC4C6A5626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8088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25BFE-487E-442A-A551-0D3FF14C275F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655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DBDEC8BA-B4DF-49C8-AA35-0402E1BFC3DD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4BD1C-9603-49B8-A93A-CF9FFFA7E0BB}" type="slidenum">
              <a:rPr lang="da-DK" smtClean="0"/>
              <a:t>‹nr.›</a:t>
            </a:fld>
            <a:endParaRPr lang="da-DK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1842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DDC0D4-FCCE-8D06-AE17-79F9CB108E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 b="1" dirty="0"/>
              <a:t>Kemi C for HF – kap. </a:t>
            </a:r>
            <a:r>
              <a:rPr lang="da-DK" b="1"/>
              <a:t>3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A024CEC-EAEB-B889-AF74-3072216C0A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b="1" dirty="0"/>
              <a:t>Atomer, grundstoffer og kemiske forbindelser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528312D-6BED-3F53-F653-34CC5BFB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536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8DFD79-C3E6-2E5C-A02F-55A74082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Atomer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B259EE8-713C-69F6-076F-0990A05BD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741" y="1430086"/>
            <a:ext cx="7796540" cy="3997828"/>
          </a:xfrm>
        </p:spPr>
        <p:txBody>
          <a:bodyPr/>
          <a:lstStyle/>
          <a:p>
            <a:r>
              <a:rPr lang="da-DK" dirty="0"/>
              <a:t>Alt stof er opbygget af atomer</a:t>
            </a:r>
          </a:p>
          <a:p>
            <a:r>
              <a:rPr lang="da-DK" dirty="0"/>
              <a:t>Der findes 118 slags atomer</a:t>
            </a:r>
          </a:p>
          <a:p>
            <a:r>
              <a:rPr lang="da-DK" dirty="0"/>
              <a:t>Atomer består af mindre partikler: elementarpartikler</a:t>
            </a:r>
          </a:p>
          <a:p>
            <a:r>
              <a:rPr lang="da-DK" dirty="0"/>
              <a:t>Der findes tre slags elementarpartikler:</a:t>
            </a:r>
          </a:p>
          <a:p>
            <a:r>
              <a:rPr lang="da-DK" dirty="0"/>
              <a:t>Protoner, elektroner og neutroner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2724B116-6B0E-39D8-FEC6-B2DA096A6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71" y="2667000"/>
            <a:ext cx="3997828" cy="3997828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F7F178C-2A92-CDA8-280D-CCC08FE8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149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EE156-75E5-0B05-DA31-B4FF6A5C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Atomer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DD36140-452B-E77B-2DD7-3673E321A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028" y="808056"/>
            <a:ext cx="7001772" cy="3997828"/>
          </a:xfrm>
        </p:spPr>
        <p:txBody>
          <a:bodyPr/>
          <a:lstStyle/>
          <a:p>
            <a:r>
              <a:rPr lang="da-DK" dirty="0"/>
              <a:t>De tre elementarpartikler har forskellig ladning og masse</a:t>
            </a:r>
          </a:p>
          <a:p>
            <a:r>
              <a:rPr lang="da-DK" dirty="0"/>
              <a:t>Ladning er en egenskab ved stof, der gør at de frastødes eller tiltrækkes af andre partikler med ladning</a:t>
            </a:r>
          </a:p>
          <a:p>
            <a:r>
              <a:rPr lang="da-DK" dirty="0"/>
              <a:t>Der findes to slags ladning, de kaldes positiv og negativ</a:t>
            </a:r>
          </a:p>
          <a:p>
            <a:r>
              <a:rPr lang="da-DK" dirty="0"/>
              <a:t>To partikler med samme ladning (positiv-positiv eller negativ-negativ) frastøder hinanden</a:t>
            </a:r>
          </a:p>
          <a:p>
            <a:r>
              <a:rPr lang="da-DK" dirty="0"/>
              <a:t>To partikler med forskellig ladning (positiv-negativ) tiltrækker hinanden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3D222B5B-B829-EB13-E8BB-A483D8443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456" y="3871688"/>
            <a:ext cx="4460767" cy="2801255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2A71A31-E290-AE92-9A19-2179C79F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819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7D66F7-80A4-AA3F-2C5D-9C83433B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Elementarpartikler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CCA8165-7A21-B3FE-2BF3-F818B2EAE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Elementarpartiklerne har følgende ladning:</a:t>
            </a:r>
          </a:p>
          <a:p>
            <a:r>
              <a:rPr lang="da-DK" dirty="0"/>
              <a:t>Proton: positiv (+)</a:t>
            </a:r>
          </a:p>
          <a:p>
            <a:r>
              <a:rPr lang="da-DK" dirty="0"/>
              <a:t>Elektron: negativ (-)</a:t>
            </a:r>
          </a:p>
          <a:p>
            <a:r>
              <a:rPr lang="da-DK" dirty="0"/>
              <a:t>Neutron: neutral (0)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EDB3C77-A742-6BF9-C971-41DF87B2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409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20145C-2218-33A6-6B62-05B080D1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Elementarpartikler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5389B33-E7D6-349A-9864-905AE65C4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Atomer er meget små</a:t>
            </a:r>
          </a:p>
          <a:p>
            <a:r>
              <a:rPr lang="da-DK" dirty="0"/>
              <a:t>Atomernes masser (det vi i daglig tale kalder vægt) er derfor meget små</a:t>
            </a:r>
          </a:p>
          <a:p>
            <a:r>
              <a:rPr lang="da-DK" dirty="0"/>
              <a:t>I stedet for at måle i gram eller kilogram, bruger man masseenheden ”unit”.</a:t>
            </a:r>
          </a:p>
          <a:p>
            <a:r>
              <a:rPr lang="da-DK" dirty="0"/>
              <a:t>1 u = 1,66∙10</a:t>
            </a:r>
            <a:r>
              <a:rPr lang="da-DK" baseline="30000" dirty="0"/>
              <a:t>-27</a:t>
            </a:r>
            <a:r>
              <a:rPr lang="da-DK" dirty="0"/>
              <a:t> kg (et meget lille tal)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510FABF-A3B2-A15E-0D84-D526AE76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858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497FD7-A9AF-D8B2-CAD7-F0FB3C4A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Elementarpartikler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6EB1571-4021-AA33-FB25-8BFD698AF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845" y="2403418"/>
            <a:ext cx="7796540" cy="3997828"/>
          </a:xfrm>
        </p:spPr>
        <p:txBody>
          <a:bodyPr>
            <a:normAutofit/>
          </a:bodyPr>
          <a:lstStyle/>
          <a:p>
            <a:r>
              <a:rPr lang="da-DK" dirty="0"/>
              <a:t>Elementarpartiklernes masser</a:t>
            </a:r>
          </a:p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Bemærk:</a:t>
            </a:r>
          </a:p>
          <a:p>
            <a:r>
              <a:rPr lang="da-DK" dirty="0"/>
              <a:t>En proton og en neutron vejer næsten det sammen</a:t>
            </a:r>
          </a:p>
          <a:p>
            <a:r>
              <a:rPr lang="da-DK" dirty="0"/>
              <a:t>En elektron vejer meget lidt i forhold til de to andre</a:t>
            </a:r>
          </a:p>
          <a:p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F56B6BC3-D036-9DA6-AD48-FAF530774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813598"/>
              </p:ext>
            </p:extLst>
          </p:nvPr>
        </p:nvGraphicFramePr>
        <p:xfrm>
          <a:off x="5802086" y="1863513"/>
          <a:ext cx="5148944" cy="2458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472">
                  <a:extLst>
                    <a:ext uri="{9D8B030D-6E8A-4147-A177-3AD203B41FA5}">
                      <a16:colId xmlns:a16="http://schemas.microsoft.com/office/drawing/2014/main" val="3571714992"/>
                    </a:ext>
                  </a:extLst>
                </a:gridCol>
                <a:gridCol w="2574472">
                  <a:extLst>
                    <a:ext uri="{9D8B030D-6E8A-4147-A177-3AD203B41FA5}">
                      <a16:colId xmlns:a16="http://schemas.microsoft.com/office/drawing/2014/main" val="435695286"/>
                    </a:ext>
                  </a:extLst>
                </a:gridCol>
              </a:tblGrid>
              <a:tr h="614529">
                <a:tc>
                  <a:txBody>
                    <a:bodyPr/>
                    <a:lstStyle/>
                    <a:p>
                      <a:r>
                        <a:rPr lang="da-DK" dirty="0"/>
                        <a:t>Partikel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Masse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619507"/>
                  </a:ext>
                </a:extLst>
              </a:tr>
              <a:tr h="614529">
                <a:tc>
                  <a:txBody>
                    <a:bodyPr/>
                    <a:lstStyle/>
                    <a:p>
                      <a:r>
                        <a:rPr lang="da-DK" dirty="0"/>
                        <a:t>Proton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1,0073 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283631"/>
                  </a:ext>
                </a:extLst>
              </a:tr>
              <a:tr h="614529">
                <a:tc>
                  <a:txBody>
                    <a:bodyPr/>
                    <a:lstStyle/>
                    <a:p>
                      <a:r>
                        <a:rPr lang="da-DK" dirty="0"/>
                        <a:t>Neutron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1,0086 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106259"/>
                  </a:ext>
                </a:extLst>
              </a:tr>
              <a:tr h="614529">
                <a:tc>
                  <a:txBody>
                    <a:bodyPr/>
                    <a:lstStyle/>
                    <a:p>
                      <a:r>
                        <a:rPr lang="da-DK" dirty="0"/>
                        <a:t>Elektron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0,00055 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798124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5A9889A-438E-023C-A234-4C434BEC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45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6290C-710F-ADFB-766A-A1F00CDE6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Atomets opbygning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BE5551E-5BA3-178D-C5A0-B1DE8559A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628" y="1638459"/>
            <a:ext cx="5492640" cy="3997828"/>
          </a:xfrm>
        </p:spPr>
        <p:txBody>
          <a:bodyPr/>
          <a:lstStyle/>
          <a:p>
            <a:r>
              <a:rPr lang="da-DK" dirty="0"/>
              <a:t>Protoner og neutroner befinder sig i atomets kerne</a:t>
            </a:r>
          </a:p>
          <a:p>
            <a:r>
              <a:rPr lang="da-DK" dirty="0"/>
              <a:t>Elektronerne befinder sig i baner (skaller) udenom </a:t>
            </a:r>
            <a:r>
              <a:rPr lang="da-DK" dirty="0" err="1"/>
              <a:t>kernene</a:t>
            </a:r>
            <a:endParaRPr lang="da-DK" dirty="0"/>
          </a:p>
          <a:p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41797A6E-9F11-1FF2-6199-1B6C80095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339" y="2387840"/>
            <a:ext cx="3970198" cy="4135623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C381684-9DC2-2399-BEBD-A563CF38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824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2F53D-55D8-2ABC-70E9-786DE532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Antal elementarpartikler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E729FAA-662E-DEAB-0D9E-796223BBC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det periodiske system har hvert grundstof et nummer fra 1 til 118</a:t>
            </a:r>
          </a:p>
          <a:p>
            <a:r>
              <a:rPr lang="da-DK" dirty="0"/>
              <a:t>Det nummer kaldes atomnummeret eller grundstofnummeret</a:t>
            </a:r>
          </a:p>
          <a:p>
            <a:r>
              <a:rPr lang="da-DK" dirty="0"/>
              <a:t>Der er lige så mange protoner i et atom som grundstofnummeret</a:t>
            </a:r>
          </a:p>
          <a:p>
            <a:r>
              <a:rPr lang="da-DK" dirty="0"/>
              <a:t>Jern (Fe) er grundstof nr. 26</a:t>
            </a:r>
          </a:p>
          <a:p>
            <a:r>
              <a:rPr lang="da-DK" dirty="0"/>
              <a:t>Der er derfor 26 protoner i kernen på et jernatom</a:t>
            </a:r>
          </a:p>
          <a:p>
            <a:r>
              <a:rPr lang="da-DK" dirty="0"/>
              <a:t>Der er lige så mange elektroner som protoner i et atom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EA32E69-D7C0-79C7-1610-B7EB7B8F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7128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A42032-E430-F353-8A0D-9EC5D6145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Antal elementarpartikler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BCC41F2-AFC3-CBB2-A414-B8DC05DC2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Antallet af neutroner kan variere</a:t>
            </a:r>
          </a:p>
          <a:p>
            <a:r>
              <a:rPr lang="da-DK" dirty="0"/>
              <a:t>For de første grundstoffer gælder der, at antallet af neutroner ca. er lig med antallet af protoner</a:t>
            </a:r>
          </a:p>
          <a:p>
            <a:r>
              <a:rPr lang="da-DK" dirty="0"/>
              <a:t>Jo længere vi kommer op i det periodiske system, jo dårligere passer denne regel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38B2826-681C-0FA8-CEC8-38E54DFB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52058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229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A8FE6-FF99-DA37-6B23-1A2EC65B3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91" y="1064365"/>
            <a:ext cx="2856582" cy="3313671"/>
          </a:xfrm>
        </p:spPr>
        <p:txBody>
          <a:bodyPr>
            <a:normAutofit/>
          </a:bodyPr>
          <a:lstStyle/>
          <a:p>
            <a:pPr algn="l"/>
            <a:r>
              <a:rPr lang="da-DK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769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EFD633E1-F635-7256-5B4C-921A76504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676666"/>
              </p:ext>
            </p:extLst>
          </p:nvPr>
        </p:nvGraphicFramePr>
        <p:xfrm>
          <a:off x="5507182" y="897534"/>
          <a:ext cx="5889686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E17D2FCF-B6BE-3533-C4B6-DDC14785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7749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196F6-E3D5-4EE6-E982-D17FF460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Det periodiske system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C269730-932B-3F27-3FDD-079380189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Det periodiske system er en oversigt over de 118 grundstoffer</a:t>
            </a:r>
          </a:p>
          <a:p>
            <a:r>
              <a:rPr lang="da-DK" dirty="0"/>
              <a:t>Grundstofferne står i lodrette kolonner der hedder </a:t>
            </a:r>
            <a:r>
              <a:rPr lang="da-DK" dirty="0">
                <a:solidFill>
                  <a:srgbClr val="FF0000"/>
                </a:solidFill>
              </a:rPr>
              <a:t>grupper</a:t>
            </a:r>
          </a:p>
          <a:p>
            <a:r>
              <a:rPr lang="da-DK" dirty="0"/>
              <a:t>Der er 18 grupper</a:t>
            </a:r>
          </a:p>
          <a:p>
            <a:r>
              <a:rPr lang="da-DK" dirty="0"/>
              <a:t>De vandrette rækker kaldes </a:t>
            </a:r>
            <a:r>
              <a:rPr lang="da-DK" dirty="0">
                <a:solidFill>
                  <a:srgbClr val="FF0000"/>
                </a:solidFill>
              </a:rPr>
              <a:t>perioder</a:t>
            </a:r>
          </a:p>
          <a:p>
            <a:r>
              <a:rPr lang="da-DK" dirty="0"/>
              <a:t>Der er 7 perioder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52828DA-B750-3C76-C7DE-5313AAB6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609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F608CD-B2A9-BCD4-57C4-78961461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Det periodiske system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1B7EBAEE-AA04-D103-6894-8F6E3F506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466" y="1504742"/>
            <a:ext cx="9567648" cy="5128887"/>
          </a:xfrm>
          <a:prstGeom prst="rect">
            <a:avLst/>
          </a:prstGeom>
        </p:spPr>
      </p:pic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79844BE7-98AD-5B57-8268-C19D3537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7697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02649D-B048-6BBE-8B8A-A4421420D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Det periodiske system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8CCC2B-767D-5C28-3C7D-AEEB78854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18 grupper deles ind i </a:t>
            </a:r>
            <a:r>
              <a:rPr lang="da-DK" dirty="0">
                <a:solidFill>
                  <a:srgbClr val="FF0000"/>
                </a:solidFill>
              </a:rPr>
              <a:t>hovedgrupper</a:t>
            </a:r>
            <a:r>
              <a:rPr lang="da-DK" dirty="0"/>
              <a:t> og </a:t>
            </a:r>
            <a:r>
              <a:rPr lang="da-DK" dirty="0">
                <a:solidFill>
                  <a:srgbClr val="FF0000"/>
                </a:solidFill>
              </a:rPr>
              <a:t>undergrupper</a:t>
            </a:r>
          </a:p>
          <a:p>
            <a:r>
              <a:rPr lang="da-DK" dirty="0"/>
              <a:t>Hovedgrupperne er de to grupper til venstre (1-2) og de seks til højre (13-18)</a:t>
            </a:r>
          </a:p>
          <a:p>
            <a:r>
              <a:rPr lang="da-DK" dirty="0"/>
              <a:t>Undergrupperne er de ti grupper imellem (3-12)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E4BDAB5-1682-C610-FA17-1437FE93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7730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7F1233-CBE5-65D2-750C-5927C5551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Gruppernes nummerering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09F8EBC-AF31-079F-76E2-7D117BA3D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den moderne nummerering nummereres de 18 grupper blot et nummer fra 1-18 med almindelige arabertal</a:t>
            </a:r>
          </a:p>
          <a:p>
            <a:r>
              <a:rPr lang="da-DK" dirty="0"/>
              <a:t>I en ældre metode nummereres hovedgrupperne med romertal (I-VIII) og undergrupperne med at romertal efterfulgt af et a, fx </a:t>
            </a:r>
            <a:r>
              <a:rPr lang="da-DK" dirty="0" err="1"/>
              <a:t>VIa</a:t>
            </a:r>
            <a:r>
              <a:rPr lang="da-DK" dirty="0"/>
              <a:t>. 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A1694F3-1B5D-30AE-5B07-8FD3EEF6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2235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343727-A913-DEDF-0011-6A496A1D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Gruppernes nummerering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E4E56903-612C-CD60-6833-0C647FE0B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301185"/>
              </p:ext>
            </p:extLst>
          </p:nvPr>
        </p:nvGraphicFramePr>
        <p:xfrm>
          <a:off x="185057" y="2052638"/>
          <a:ext cx="1110342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391">
                  <a:extLst>
                    <a:ext uri="{9D8B030D-6E8A-4147-A177-3AD203B41FA5}">
                      <a16:colId xmlns:a16="http://schemas.microsoft.com/office/drawing/2014/main" val="1084606640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2307403049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1612210526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1994361342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3667067115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3308997582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1767731226"/>
                    </a:ext>
                  </a:extLst>
                </a:gridCol>
                <a:gridCol w="720749">
                  <a:extLst>
                    <a:ext uri="{9D8B030D-6E8A-4147-A177-3AD203B41FA5}">
                      <a16:colId xmlns:a16="http://schemas.microsoft.com/office/drawing/2014/main" val="1412870511"/>
                    </a:ext>
                  </a:extLst>
                </a:gridCol>
                <a:gridCol w="674914">
                  <a:extLst>
                    <a:ext uri="{9D8B030D-6E8A-4147-A177-3AD203B41FA5}">
                      <a16:colId xmlns:a16="http://schemas.microsoft.com/office/drawing/2014/main" val="537064477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1415439706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915516447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3156422807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39649265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478450676"/>
                    </a:ext>
                  </a:extLst>
                </a:gridCol>
                <a:gridCol w="503608">
                  <a:extLst>
                    <a:ext uri="{9D8B030D-6E8A-4147-A177-3AD203B41FA5}">
                      <a16:colId xmlns:a16="http://schemas.microsoft.com/office/drawing/2014/main" val="438833810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3785979834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4248380674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2092851661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3608112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43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Gl.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>
                          <a:solidFill>
                            <a:srgbClr val="0070C0"/>
                          </a:solidFill>
                        </a:rPr>
                        <a:t>IIIa</a:t>
                      </a:r>
                      <a:endParaRPr lang="da-DK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>
                          <a:solidFill>
                            <a:srgbClr val="0070C0"/>
                          </a:solidFill>
                        </a:rPr>
                        <a:t>IVa</a:t>
                      </a:r>
                      <a:endParaRPr lang="da-DK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>
                          <a:solidFill>
                            <a:srgbClr val="0070C0"/>
                          </a:solidFill>
                        </a:rPr>
                        <a:t>Va</a:t>
                      </a:r>
                      <a:endParaRPr lang="da-DK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>
                          <a:solidFill>
                            <a:srgbClr val="0070C0"/>
                          </a:solidFill>
                        </a:rPr>
                        <a:t>VIa</a:t>
                      </a:r>
                      <a:endParaRPr lang="da-DK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>
                          <a:solidFill>
                            <a:srgbClr val="0070C0"/>
                          </a:solidFill>
                        </a:rPr>
                        <a:t>VIIa</a:t>
                      </a:r>
                      <a:endParaRPr lang="da-DK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>
                          <a:solidFill>
                            <a:srgbClr val="0070C0"/>
                          </a:solidFill>
                        </a:rPr>
                        <a:t>VIIIa</a:t>
                      </a:r>
                      <a:endParaRPr lang="da-DK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>
                          <a:solidFill>
                            <a:srgbClr val="0070C0"/>
                          </a:solidFill>
                        </a:rPr>
                        <a:t>VIIIa</a:t>
                      </a:r>
                      <a:endParaRPr lang="da-DK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>
                          <a:solidFill>
                            <a:srgbClr val="0070C0"/>
                          </a:solidFill>
                        </a:rPr>
                        <a:t>VIIIa</a:t>
                      </a:r>
                      <a:endParaRPr lang="da-DK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rgbClr val="0070C0"/>
                          </a:solidFill>
                        </a:rPr>
                        <a:t>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>
                          <a:solidFill>
                            <a:srgbClr val="0070C0"/>
                          </a:solidFill>
                        </a:rPr>
                        <a:t>IIa</a:t>
                      </a:r>
                      <a:endParaRPr lang="da-DK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VIII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794848"/>
                  </a:ext>
                </a:extLst>
              </a:tr>
            </a:tbl>
          </a:graphicData>
        </a:graphic>
      </p:graphicFrame>
      <p:sp>
        <p:nvSpPr>
          <p:cNvPr id="5" name="Tekstfelt 4">
            <a:extLst>
              <a:ext uri="{FF2B5EF4-FFF2-40B4-BE49-F238E27FC236}">
                <a16:creationId xmlns:a16="http://schemas.microsoft.com/office/drawing/2014/main" id="{A4C77239-81F1-2A68-7045-C3FD7C0D4849}"/>
              </a:ext>
            </a:extLst>
          </p:cNvPr>
          <p:cNvSpPr txBox="1"/>
          <p:nvPr/>
        </p:nvSpPr>
        <p:spPr>
          <a:xfrm>
            <a:off x="1426029" y="3276600"/>
            <a:ext cx="68362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dirty="0"/>
              <a:t>Hovedgrupper er vist med </a:t>
            </a:r>
            <a:r>
              <a:rPr lang="da-DK" sz="3200" dirty="0">
                <a:solidFill>
                  <a:srgbClr val="FF0000"/>
                </a:solidFill>
              </a:rPr>
              <a:t>rødt</a:t>
            </a:r>
          </a:p>
          <a:p>
            <a:r>
              <a:rPr lang="da-DK" sz="3200" dirty="0"/>
              <a:t>Undergrupper er vist med </a:t>
            </a:r>
            <a:r>
              <a:rPr lang="da-DK" sz="3200" dirty="0">
                <a:solidFill>
                  <a:srgbClr val="0070C0"/>
                </a:solidFill>
              </a:rPr>
              <a:t>blåt</a:t>
            </a:r>
            <a:endParaRPr lang="da-DK" dirty="0">
              <a:solidFill>
                <a:srgbClr val="0070C0"/>
              </a:solidFill>
            </a:endParaRP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BF74E8D2-F374-4C55-DE1E-2C0B3373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6545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ED26EA-3BAD-39F8-D881-00871DD1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Kemiske egenskaber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C41A8E8-6C04-5092-CA9A-0C648CC0E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Grundstoffer der står i samme gruppe har lignende kemiske egenskaber</a:t>
            </a:r>
          </a:p>
          <a:p>
            <a:r>
              <a:rPr lang="da-DK" dirty="0"/>
              <a:t>Fx står </a:t>
            </a:r>
            <a:r>
              <a:rPr lang="da-DK" dirty="0" err="1"/>
              <a:t>lithium</a:t>
            </a:r>
            <a:r>
              <a:rPr lang="da-DK" dirty="0"/>
              <a:t>, natrium, kalium, rubidium, cæsium og </a:t>
            </a:r>
            <a:r>
              <a:rPr lang="da-DK" dirty="0" err="1"/>
              <a:t>francium</a:t>
            </a:r>
            <a:r>
              <a:rPr lang="da-DK" dirty="0"/>
              <a:t> i første (hoved)gruppe, alle er bløde metaller og alle reagerer kraftigt med vand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D525519-A2E0-246E-555D-3E7C7A7C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7665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229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C0F573-F9BB-96D8-4771-B818494DC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91" y="1064365"/>
            <a:ext cx="2856582" cy="3313671"/>
          </a:xfrm>
        </p:spPr>
        <p:txBody>
          <a:bodyPr>
            <a:normAutofit/>
          </a:bodyPr>
          <a:lstStyle/>
          <a:p>
            <a:pPr algn="l"/>
            <a:r>
              <a:rPr lang="da-DK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769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E9B31B9F-979C-F6F0-3842-3E905D158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82223"/>
              </p:ext>
            </p:extLst>
          </p:nvPr>
        </p:nvGraphicFramePr>
        <p:xfrm>
          <a:off x="5507182" y="897534"/>
          <a:ext cx="5889686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1282E94C-36FD-4376-6D0F-8F629CE5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6371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C89DB1-8C25-503B-3A94-EC75C0D3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Elektronernes fordeling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3A2EF50-BD9A-4777-AFAA-EF4D82EB4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169" y="636973"/>
            <a:ext cx="5314487" cy="3997828"/>
          </a:xfrm>
        </p:spPr>
        <p:txBody>
          <a:bodyPr/>
          <a:lstStyle/>
          <a:p>
            <a:r>
              <a:rPr lang="da-DK" dirty="0"/>
              <a:t>Elektronernes fordeling i de forskellige skaller, kan ses i det periodiske system</a:t>
            </a:r>
          </a:p>
          <a:p>
            <a:r>
              <a:rPr lang="da-DK" dirty="0"/>
              <a:t>Vi kan fx se at i magnesium er der 2 elektroner i første skal, 8 i anden skal og 2 i tredje skal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B372363D-76AC-A57A-9093-8182A6492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685" y="3623437"/>
            <a:ext cx="2253343" cy="236489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15C85C38-BA5A-7280-E7A3-F47F92759104}"/>
              </a:ext>
            </a:extLst>
          </p:cNvPr>
          <p:cNvSpPr/>
          <p:nvPr/>
        </p:nvSpPr>
        <p:spPr>
          <a:xfrm>
            <a:off x="10047514" y="2198914"/>
            <a:ext cx="522625" cy="1709057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5098EB5-5A9C-6C53-6521-D0F3903373D3}"/>
              </a:ext>
            </a:extLst>
          </p:cNvPr>
          <p:cNvSpPr/>
          <p:nvPr/>
        </p:nvSpPr>
        <p:spPr>
          <a:xfrm>
            <a:off x="4695307" y="3589773"/>
            <a:ext cx="540721" cy="12161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DFAE7CC9-AF27-7600-D574-B2F03540D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25" y="1573355"/>
            <a:ext cx="4217481" cy="4541903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377A163-6912-0EF8-2DE1-5B17CAF1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02846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3CD977-4857-E519-BBE4-55542AD2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951" y="594562"/>
            <a:ext cx="7958331" cy="1077229"/>
          </a:xfrm>
        </p:spPr>
        <p:txBody>
          <a:bodyPr/>
          <a:lstStyle/>
          <a:p>
            <a:r>
              <a:rPr lang="da-DK" dirty="0"/>
              <a:t>Elektronernes fordeling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CF3A1CB-D7B1-B9A7-EDD4-B7024F04A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100" y="1292241"/>
            <a:ext cx="7186830" cy="3997828"/>
          </a:xfrm>
        </p:spPr>
        <p:txBody>
          <a:bodyPr>
            <a:normAutofit lnSpcReduction="10000"/>
          </a:bodyPr>
          <a:lstStyle/>
          <a:p>
            <a:r>
              <a:rPr lang="da-DK" dirty="0"/>
              <a:t>Der findes to regler for antallet af elektroner:</a:t>
            </a:r>
          </a:p>
          <a:p>
            <a:r>
              <a:rPr lang="da-DK" dirty="0"/>
              <a:t>1. Der er lige så mange elektroner i yderste skal som hovedgruppenummeret</a:t>
            </a:r>
          </a:p>
          <a:p>
            <a:r>
              <a:rPr lang="da-DK" dirty="0"/>
              <a:t>Eksempel: Oxygen (O) står i 6. hovedgruppe og har 6 elektroner i yderste skal</a:t>
            </a:r>
          </a:p>
          <a:p>
            <a:r>
              <a:rPr lang="da-DK" dirty="0"/>
              <a:t>2. Der er elektroner i lige så mange skaller som periodenummeret</a:t>
            </a:r>
          </a:p>
          <a:p>
            <a:r>
              <a:rPr lang="da-DK" dirty="0"/>
              <a:t>Eksempel: Kalium (K) står i 4. periode og har elektroner i 4 skaller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9F04E2CA-F8B4-9ECB-1D80-310796474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507" y="1537830"/>
            <a:ext cx="2009775" cy="1943100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CDD51C99-0A0F-A9BC-FABC-6D8669A56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644" y="3934033"/>
            <a:ext cx="2028825" cy="1952625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DA80D0C-F307-CD78-B8E2-293983D0E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4448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229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3F39ED-A460-F4E7-48DC-3943F610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91" y="1064365"/>
            <a:ext cx="2856582" cy="3313671"/>
          </a:xfrm>
        </p:spPr>
        <p:txBody>
          <a:bodyPr>
            <a:normAutofit/>
          </a:bodyPr>
          <a:lstStyle/>
          <a:p>
            <a:pPr algn="l"/>
            <a:r>
              <a:rPr lang="da-DK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769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AD5BEAD9-50A9-6B7B-DE99-BE980BB051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795114"/>
              </p:ext>
            </p:extLst>
          </p:nvPr>
        </p:nvGraphicFramePr>
        <p:xfrm>
          <a:off x="5507182" y="897534"/>
          <a:ext cx="5889686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A29279C-0264-C014-B00E-8C29CE7B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9592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6A69D6-C63E-A938-5E14-0596B186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Metaller og ikkemetaller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CF78AF-0C73-820D-00E2-871D1453A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826" y="1430086"/>
            <a:ext cx="7796540" cy="3997828"/>
          </a:xfrm>
        </p:spPr>
        <p:txBody>
          <a:bodyPr/>
          <a:lstStyle/>
          <a:p>
            <a:r>
              <a:rPr lang="da-DK" dirty="0"/>
              <a:t>Grundstofferne kan groft deles op i metaller og ikkemetaller</a:t>
            </a:r>
          </a:p>
          <a:p>
            <a:r>
              <a:rPr lang="da-DK" dirty="0"/>
              <a:t>Metaller har metalglans og er gode til at lede strøm og varme</a:t>
            </a:r>
          </a:p>
          <a:p>
            <a:r>
              <a:rPr lang="da-DK" dirty="0"/>
              <a:t>I nogle periodiske systemer er metaller og ikkemetaller vist med forskellige baggrundsfarver</a:t>
            </a:r>
          </a:p>
          <a:p>
            <a:r>
              <a:rPr lang="da-DK" dirty="0"/>
              <a:t>En række stoffer ligger på grænsen mellem metaller og ikkemetaller, de kaldes halvmetaller</a:t>
            </a:r>
          </a:p>
          <a:p>
            <a:r>
              <a:rPr lang="da-DK" dirty="0"/>
              <a:t>Se figur på næste slide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BFCF151-23B9-F707-B7CD-8646C6F26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5709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E2866F-ED03-8D98-E479-A2E70C0E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Metaller og ikkemetaller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B280B66E-56CC-E251-ACBA-FB9F5F2B8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57" y="1444254"/>
            <a:ext cx="9314137" cy="5139109"/>
          </a:xfrm>
          <a:prstGeom prst="rect">
            <a:avLst/>
          </a:prstGeom>
        </p:spPr>
      </p:pic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26A6C1C-F1AA-2927-EF53-6AE5B113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8759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229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AE2260-13D1-8E34-27B0-DF97FB69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91" y="1064365"/>
            <a:ext cx="2856582" cy="3313671"/>
          </a:xfrm>
        </p:spPr>
        <p:txBody>
          <a:bodyPr>
            <a:normAutofit/>
          </a:bodyPr>
          <a:lstStyle/>
          <a:p>
            <a:pPr algn="l"/>
            <a:r>
              <a:rPr lang="da-DK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769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995C38EF-1585-76D8-A393-212BCEA63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535929"/>
              </p:ext>
            </p:extLst>
          </p:nvPr>
        </p:nvGraphicFramePr>
        <p:xfrm>
          <a:off x="5507182" y="897534"/>
          <a:ext cx="5889686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389F1F4E-8182-5D27-89FB-976A034B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9712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2F468-CA23-65A2-1DE7-326A3997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Kemiske 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5DF9D0C-53E1-1920-69B3-D915B8E09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Der findes 118 grundstoffer</a:t>
            </a:r>
          </a:p>
          <a:p>
            <a:r>
              <a:rPr lang="da-DK" dirty="0"/>
              <a:t>Grundstoffer er opbygget af én slags atomer</a:t>
            </a:r>
          </a:p>
          <a:p>
            <a:r>
              <a:rPr lang="da-DK" dirty="0"/>
              <a:t>De kan deles op i metaller og ikkemetaller</a:t>
            </a:r>
          </a:p>
          <a:p>
            <a:r>
              <a:rPr lang="da-DK" dirty="0"/>
              <a:t>Kemiske stoffer hvor der indgår flere forskellige slags atomer, kaldes for </a:t>
            </a:r>
            <a:r>
              <a:rPr lang="da-DK" dirty="0">
                <a:solidFill>
                  <a:srgbClr val="FF0000"/>
                </a:solidFill>
              </a:rPr>
              <a:t>kemiske forbindelser</a:t>
            </a:r>
          </a:p>
          <a:p>
            <a:r>
              <a:rPr lang="da-DK" dirty="0"/>
              <a:t>Eksempler på grundstoffer: O</a:t>
            </a:r>
            <a:r>
              <a:rPr lang="da-DK" baseline="-25000" dirty="0"/>
              <a:t>2</a:t>
            </a:r>
            <a:r>
              <a:rPr lang="da-DK" dirty="0"/>
              <a:t>, Na, F</a:t>
            </a:r>
            <a:r>
              <a:rPr lang="da-DK" baseline="-25000" dirty="0"/>
              <a:t>2</a:t>
            </a:r>
          </a:p>
          <a:p>
            <a:r>
              <a:rPr lang="da-DK" dirty="0"/>
              <a:t>Eksempler på kemiske forbindelser: H</a:t>
            </a:r>
            <a:r>
              <a:rPr lang="da-DK" baseline="-25000" dirty="0"/>
              <a:t>2</a:t>
            </a:r>
            <a:r>
              <a:rPr lang="da-DK" dirty="0"/>
              <a:t>O, NaCl, MgBr</a:t>
            </a:r>
            <a:r>
              <a:rPr lang="da-DK" baseline="-25000" dirty="0"/>
              <a:t>2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3863A74-2DCE-E999-B82C-06436084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480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0204AA-2F53-256E-69B4-AD577DD0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Kemiske 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C335B0D-AE7A-DDB8-4AEF-3518E113D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456" y="1237812"/>
            <a:ext cx="5760801" cy="399782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Vi kan sætte metal sammen med ikkemetal</a:t>
            </a:r>
          </a:p>
          <a:p>
            <a:r>
              <a:rPr lang="da-DK" dirty="0">
                <a:solidFill>
                  <a:srgbClr val="FF0000"/>
                </a:solidFill>
              </a:rPr>
              <a:t>Det kalder vi ionforbindelser</a:t>
            </a:r>
          </a:p>
          <a:p>
            <a:r>
              <a:rPr lang="da-DK" dirty="0">
                <a:solidFill>
                  <a:srgbClr val="FF0000"/>
                </a:solidFill>
              </a:rPr>
              <a:t>Eksempler: NaCl, </a:t>
            </a:r>
            <a:r>
              <a:rPr lang="da-DK" dirty="0" err="1">
                <a:solidFill>
                  <a:srgbClr val="FF0000"/>
                </a:solidFill>
              </a:rPr>
              <a:t>MgO</a:t>
            </a:r>
            <a:r>
              <a:rPr lang="da-DK" dirty="0">
                <a:solidFill>
                  <a:srgbClr val="FF0000"/>
                </a:solidFill>
              </a:rPr>
              <a:t>, </a:t>
            </a:r>
            <a:r>
              <a:rPr lang="da-DK" dirty="0" err="1">
                <a:solidFill>
                  <a:srgbClr val="FF0000"/>
                </a:solidFill>
              </a:rPr>
              <a:t>AlN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>
                <a:solidFill>
                  <a:srgbClr val="00B050"/>
                </a:solidFill>
              </a:rPr>
              <a:t>Vi kan sætte to ikkemetaller sammen</a:t>
            </a:r>
          </a:p>
          <a:p>
            <a:r>
              <a:rPr lang="da-DK" dirty="0">
                <a:solidFill>
                  <a:srgbClr val="00B050"/>
                </a:solidFill>
              </a:rPr>
              <a:t>Det kalder vi molekylforbindelser</a:t>
            </a:r>
          </a:p>
          <a:p>
            <a:r>
              <a:rPr lang="da-DK" dirty="0">
                <a:solidFill>
                  <a:srgbClr val="00B050"/>
                </a:solidFill>
              </a:rPr>
              <a:t>Eksempler: </a:t>
            </a:r>
            <a:r>
              <a:rPr lang="da-DK" dirty="0" err="1">
                <a:solidFill>
                  <a:srgbClr val="00B050"/>
                </a:solidFill>
              </a:rPr>
              <a:t>HBr</a:t>
            </a:r>
            <a:r>
              <a:rPr lang="da-DK" dirty="0">
                <a:solidFill>
                  <a:srgbClr val="00B050"/>
                </a:solidFill>
              </a:rPr>
              <a:t>, C</a:t>
            </a:r>
            <a:r>
              <a:rPr lang="da-DK" baseline="-25000" dirty="0">
                <a:solidFill>
                  <a:srgbClr val="00B050"/>
                </a:solidFill>
              </a:rPr>
              <a:t>3</a:t>
            </a:r>
            <a:r>
              <a:rPr lang="da-DK" dirty="0">
                <a:solidFill>
                  <a:srgbClr val="00B050"/>
                </a:solidFill>
              </a:rPr>
              <a:t>H</a:t>
            </a:r>
            <a:r>
              <a:rPr lang="da-DK" baseline="-25000" dirty="0">
                <a:solidFill>
                  <a:srgbClr val="00B050"/>
                </a:solidFill>
              </a:rPr>
              <a:t>8</a:t>
            </a:r>
            <a:r>
              <a:rPr lang="da-DK" dirty="0">
                <a:solidFill>
                  <a:srgbClr val="00B050"/>
                </a:solidFill>
              </a:rPr>
              <a:t>, CO</a:t>
            </a:r>
            <a:r>
              <a:rPr lang="da-DK" baseline="-25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0D028394-8F7F-27FD-805B-4977B48C3FE1}"/>
              </a:ext>
            </a:extLst>
          </p:cNvPr>
          <p:cNvSpPr txBox="1">
            <a:spLocks/>
          </p:cNvSpPr>
          <p:nvPr/>
        </p:nvSpPr>
        <p:spPr>
          <a:xfrm>
            <a:off x="6311455" y="2052116"/>
            <a:ext cx="5760801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>
                <a:solidFill>
                  <a:srgbClr val="0070C0"/>
                </a:solidFill>
              </a:rPr>
              <a:t>Vi kan sætte to metaller sammen</a:t>
            </a:r>
          </a:p>
          <a:p>
            <a:r>
              <a:rPr lang="da-DK" dirty="0">
                <a:solidFill>
                  <a:srgbClr val="0070C0"/>
                </a:solidFill>
              </a:rPr>
              <a:t>Dem kalder vi metalforbindelser eller legeringer</a:t>
            </a:r>
          </a:p>
          <a:p>
            <a:r>
              <a:rPr lang="da-DK" dirty="0">
                <a:solidFill>
                  <a:srgbClr val="0070C0"/>
                </a:solidFill>
              </a:rPr>
              <a:t>Eksempler: </a:t>
            </a:r>
            <a:r>
              <a:rPr lang="da-DK" dirty="0" err="1">
                <a:solidFill>
                  <a:srgbClr val="0070C0"/>
                </a:solidFill>
              </a:rPr>
              <a:t>CuZn</a:t>
            </a:r>
            <a:r>
              <a:rPr lang="da-DK" dirty="0">
                <a:solidFill>
                  <a:srgbClr val="0070C0"/>
                </a:solidFill>
              </a:rPr>
              <a:t>, </a:t>
            </a:r>
            <a:r>
              <a:rPr lang="da-DK" dirty="0" err="1">
                <a:solidFill>
                  <a:srgbClr val="0070C0"/>
                </a:solidFill>
              </a:rPr>
              <a:t>CuSn</a:t>
            </a:r>
            <a:endParaRPr lang="da-DK" dirty="0">
              <a:solidFill>
                <a:srgbClr val="0070C0"/>
              </a:solidFill>
            </a:endParaRP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E2DC110-FAEA-3A72-0C88-C8BE9561B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1941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9C2863-F298-E4DA-176E-4244C190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Kemiske 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9F4FC63-5C34-4048-B1A3-924713ED1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vil ikke på C-niveau omtale metalforbindelser yderligere</a:t>
            </a:r>
          </a:p>
          <a:p>
            <a:r>
              <a:rPr lang="da-DK" dirty="0"/>
              <a:t>Derfor vil vi normalt kun tale om to slags forbindelser, ionforbindelser (M+IM) og molekylforbindelser (IM+IM)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1C74C04-7031-50D1-FCB2-D54D2FDD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2741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CEB3C-AFC1-FCD2-387D-843A3B1E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Kemiske forbindelser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B48C46E7-0A71-F951-52C3-61E936777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242" y="1562781"/>
            <a:ext cx="6922671" cy="5192004"/>
          </a:xfrm>
          <a:prstGeom prst="rect">
            <a:avLst/>
          </a:prstGeom>
        </p:spPr>
      </p:pic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E6270259-7AD2-38CE-6928-C9765269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5284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229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764D06-6FBF-FEE9-9E25-B4B0027A3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91" y="1064365"/>
            <a:ext cx="2856582" cy="3313671"/>
          </a:xfrm>
        </p:spPr>
        <p:txBody>
          <a:bodyPr>
            <a:normAutofit/>
          </a:bodyPr>
          <a:lstStyle/>
          <a:p>
            <a:pPr algn="l"/>
            <a:r>
              <a:rPr lang="da-DK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769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7D9CECD-07DD-78A1-19B8-DD5A1D3098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6647"/>
              </p:ext>
            </p:extLst>
          </p:nvPr>
        </p:nvGraphicFramePr>
        <p:xfrm>
          <a:off x="5507182" y="897534"/>
          <a:ext cx="5889686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5EFF63B-A112-7149-65A1-6D88556B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6100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3B9928-7227-EA76-6449-67349783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8140F7A-583E-C0C7-4A60-10571FA09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/>
              <a:t>Atomets opbygning.</a:t>
            </a:r>
          </a:p>
          <a:p>
            <a:pPr lvl="0"/>
            <a:r>
              <a:rPr lang="da-DK" dirty="0"/>
              <a:t>Protoner, neutroner og elektroner.</a:t>
            </a:r>
          </a:p>
          <a:p>
            <a:pPr lvl="0"/>
            <a:r>
              <a:rPr lang="da-DK" dirty="0"/>
              <a:t>Det periodiske system.</a:t>
            </a:r>
          </a:p>
          <a:p>
            <a:pPr lvl="0"/>
            <a:r>
              <a:rPr lang="da-DK" dirty="0"/>
              <a:t>Grupper og perioder.</a:t>
            </a:r>
          </a:p>
          <a:p>
            <a:pPr lvl="0"/>
            <a:r>
              <a:rPr lang="da-DK" dirty="0"/>
              <a:t>Nummerering af grupper (gamle og nye system).</a:t>
            </a:r>
          </a:p>
          <a:p>
            <a:pPr lvl="0"/>
            <a:r>
              <a:rPr lang="da-DK" dirty="0"/>
              <a:t>Metaller og ikkemetaller.</a:t>
            </a:r>
          </a:p>
          <a:p>
            <a:pPr lvl="0"/>
            <a:r>
              <a:rPr lang="da-DK" dirty="0"/>
              <a:t>Typer af kemiske forbindelser.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0F70CEE-71FD-F51F-C487-8380C5B5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4BD1C-9603-49B8-A93A-CF9FFFA7E0BB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699606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148</TotalTime>
  <Words>962</Words>
  <Application>Microsoft Office PowerPoint</Application>
  <PresentationFormat>Widescreen</PresentationFormat>
  <Paragraphs>202</Paragraphs>
  <Slides>29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29</vt:i4>
      </vt:variant>
    </vt:vector>
  </HeadingPairs>
  <TitlesOfParts>
    <vt:vector size="35" baseType="lpstr">
      <vt:lpstr>Aptos</vt:lpstr>
      <vt:lpstr>Arial</vt:lpstr>
      <vt:lpstr>MS Shell Dlg 2</vt:lpstr>
      <vt:lpstr>Wingdings</vt:lpstr>
      <vt:lpstr>Wingdings 3</vt:lpstr>
      <vt:lpstr>Madison</vt:lpstr>
      <vt:lpstr>Kemi C for HF – kap. 3</vt:lpstr>
      <vt:lpstr>Atomer</vt:lpstr>
      <vt:lpstr>Atomer</vt:lpstr>
      <vt:lpstr>Elementarpartikler</vt:lpstr>
      <vt:lpstr>Elementarpartikler</vt:lpstr>
      <vt:lpstr>Elementarpartikler</vt:lpstr>
      <vt:lpstr>Atomets opbygning</vt:lpstr>
      <vt:lpstr>Antal elementarpartikler</vt:lpstr>
      <vt:lpstr>Antal elementarpartikler</vt:lpstr>
      <vt:lpstr>Opgaver</vt:lpstr>
      <vt:lpstr>Det periodiske system</vt:lpstr>
      <vt:lpstr>Det periodiske system</vt:lpstr>
      <vt:lpstr>Det periodiske system</vt:lpstr>
      <vt:lpstr>Gruppernes nummerering</vt:lpstr>
      <vt:lpstr>Gruppernes nummerering</vt:lpstr>
      <vt:lpstr>Kemiske egenskaber</vt:lpstr>
      <vt:lpstr>Opgaver</vt:lpstr>
      <vt:lpstr>Elektronernes fordeling</vt:lpstr>
      <vt:lpstr>Elektronernes fordeling</vt:lpstr>
      <vt:lpstr>Opgaver</vt:lpstr>
      <vt:lpstr>Metaller og ikkemetaller</vt:lpstr>
      <vt:lpstr>Metaller og ikkemetaller</vt:lpstr>
      <vt:lpstr>Opgaver</vt:lpstr>
      <vt:lpstr>Kemiske forbindelser</vt:lpstr>
      <vt:lpstr>Kemiske forbindelser</vt:lpstr>
      <vt:lpstr>Kemiske forbindelser</vt:lpstr>
      <vt:lpstr>Kemiske forbindelser</vt:lpstr>
      <vt:lpstr>Opgaver</vt:lpstr>
      <vt:lpstr>Oversigt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Valdemar Vest</dc:creator>
  <cp:lastModifiedBy>Henry Valdemar Vest</cp:lastModifiedBy>
  <cp:revision>1</cp:revision>
  <dcterms:created xsi:type="dcterms:W3CDTF">2026-09-16T12:44:57Z</dcterms:created>
  <dcterms:modified xsi:type="dcterms:W3CDTF">2026-09-24T09:11:08Z</dcterms:modified>
</cp:coreProperties>
</file>