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92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4" r:id="rId30"/>
    <p:sldId id="283" r:id="rId31"/>
    <p:sldId id="285" r:id="rId32"/>
    <p:sldId id="286" r:id="rId33"/>
    <p:sldId id="287" r:id="rId34"/>
    <p:sldId id="288" r:id="rId35"/>
    <p:sldId id="289" r:id="rId36"/>
    <p:sldId id="291" r:id="rId37"/>
    <p:sldId id="290" r:id="rId38"/>
    <p:sldId id="293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4D3834-2714-41B0-B42D-5D737A060960}" v="30" dt="2026-09-30T11:12:59.7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y Valdemar Vest" userId="f5b1f0ec-4051-405f-83b3-0c678f78df49" providerId="ADAL" clId="{0B671710-12AA-4A9C-8982-6D6CBD054718}"/>
    <pc:docChg chg="custSel addSld modSld">
      <pc:chgData name="Henry Valdemar Vest" userId="f5b1f0ec-4051-405f-83b3-0c678f78df49" providerId="ADAL" clId="{0B671710-12AA-4A9C-8982-6D6CBD054718}" dt="2026-09-30T11:27:28.726" v="565" actId="27636"/>
      <pc:docMkLst>
        <pc:docMk/>
      </pc:docMkLst>
      <pc:sldChg chg="modSp mod">
        <pc:chgData name="Henry Valdemar Vest" userId="f5b1f0ec-4051-405f-83b3-0c678f78df49" providerId="ADAL" clId="{0B671710-12AA-4A9C-8982-6D6CBD054718}" dt="2026-09-29T13:27:13.535" v="76" actId="20577"/>
        <pc:sldMkLst>
          <pc:docMk/>
          <pc:sldMk cId="1060412619" sldId="256"/>
        </pc:sldMkLst>
        <pc:spChg chg="mod">
          <ac:chgData name="Henry Valdemar Vest" userId="f5b1f0ec-4051-405f-83b3-0c678f78df49" providerId="ADAL" clId="{0B671710-12AA-4A9C-8982-6D6CBD054718}" dt="2026-09-29T13:27:13.535" v="76" actId="20577"/>
          <ac:spMkLst>
            <pc:docMk/>
            <pc:sldMk cId="1060412619" sldId="256"/>
            <ac:spMk id="2" creationId="{D812E0DD-E24B-4A40-99A7-6929055716D6}"/>
          </ac:spMkLst>
        </pc:spChg>
        <pc:spChg chg="mod">
          <ac:chgData name="Henry Valdemar Vest" userId="f5b1f0ec-4051-405f-83b3-0c678f78df49" providerId="ADAL" clId="{0B671710-12AA-4A9C-8982-6D6CBD054718}" dt="2026-09-29T13:27:05.925" v="65" actId="20577"/>
          <ac:spMkLst>
            <pc:docMk/>
            <pc:sldMk cId="1060412619" sldId="256"/>
            <ac:spMk id="3" creationId="{08DFE9DB-8EA4-44E7-8DB7-FF1162BDA202}"/>
          </ac:spMkLst>
        </pc:spChg>
      </pc:sldChg>
      <pc:sldChg chg="modSp mod">
        <pc:chgData name="Henry Valdemar Vest" userId="f5b1f0ec-4051-405f-83b3-0c678f78df49" providerId="ADAL" clId="{0B671710-12AA-4A9C-8982-6D6CBD054718}" dt="2026-09-30T11:10:00.635" v="212"/>
        <pc:sldMkLst>
          <pc:docMk/>
          <pc:sldMk cId="1340695364" sldId="267"/>
        </pc:sldMkLst>
        <pc:graphicFrameChg chg="mod modGraphic">
          <ac:chgData name="Henry Valdemar Vest" userId="f5b1f0ec-4051-405f-83b3-0c678f78df49" providerId="ADAL" clId="{0B671710-12AA-4A9C-8982-6D6CBD054718}" dt="2026-09-30T11:10:00.635" v="212"/>
          <ac:graphicFrameMkLst>
            <pc:docMk/>
            <pc:sldMk cId="1340695364" sldId="267"/>
            <ac:graphicFrameMk id="4" creationId="{C421CE66-69D8-40FB-943E-CF3A64C765EB}"/>
          </ac:graphicFrameMkLst>
        </pc:graphicFrameChg>
      </pc:sldChg>
      <pc:sldChg chg="addSp delSp modSp mod setBg">
        <pc:chgData name="Henry Valdemar Vest" userId="f5b1f0ec-4051-405f-83b3-0c678f78df49" providerId="ADAL" clId="{0B671710-12AA-4A9C-8982-6D6CBD054718}" dt="2026-09-30T11:12:20.640" v="216" actId="20577"/>
        <pc:sldMkLst>
          <pc:docMk/>
          <pc:sldMk cId="3060394258" sldId="270"/>
        </pc:sldMkLst>
        <pc:spChg chg="mod">
          <ac:chgData name="Henry Valdemar Vest" userId="f5b1f0ec-4051-405f-83b3-0c678f78df49" providerId="ADAL" clId="{0B671710-12AA-4A9C-8982-6D6CBD054718}" dt="2026-09-29T13:30:52.307" v="106" actId="26606"/>
          <ac:spMkLst>
            <pc:docMk/>
            <pc:sldMk cId="3060394258" sldId="270"/>
            <ac:spMk id="2" creationId="{9118CD70-6EF0-4874-9B63-846D332624A5}"/>
          </ac:spMkLst>
        </pc:spChg>
        <pc:spChg chg="del mod">
          <ac:chgData name="Henry Valdemar Vest" userId="f5b1f0ec-4051-405f-83b3-0c678f78df49" providerId="ADAL" clId="{0B671710-12AA-4A9C-8982-6D6CBD054718}" dt="2026-09-29T13:30:52.307" v="106" actId="26606"/>
          <ac:spMkLst>
            <pc:docMk/>
            <pc:sldMk cId="3060394258" sldId="270"/>
            <ac:spMk id="3" creationId="{85679801-EAD2-492F-97B2-4110E000C124}"/>
          </ac:spMkLst>
        </pc:spChg>
        <pc:spChg chg="mod">
          <ac:chgData name="Henry Valdemar Vest" userId="f5b1f0ec-4051-405f-83b3-0c678f78df49" providerId="ADAL" clId="{0B671710-12AA-4A9C-8982-6D6CBD054718}" dt="2026-09-29T13:30:52.307" v="106" actId="26606"/>
          <ac:spMkLst>
            <pc:docMk/>
            <pc:sldMk cId="3060394258" sldId="270"/>
            <ac:spMk id="4" creationId="{7D112879-B054-41F5-8DF4-4B0C4E319BDA}"/>
          </ac:spMkLst>
        </pc:spChg>
        <pc:spChg chg="add">
          <ac:chgData name="Henry Valdemar Vest" userId="f5b1f0ec-4051-405f-83b3-0c678f78df49" providerId="ADAL" clId="{0B671710-12AA-4A9C-8982-6D6CBD054718}" dt="2026-09-29T13:30:52.307" v="106" actId="26606"/>
          <ac:spMkLst>
            <pc:docMk/>
            <pc:sldMk cId="3060394258" sldId="270"/>
            <ac:spMk id="10" creationId="{7517A47C-B2E5-4B79-8061-D74B1311AF6E}"/>
          </ac:spMkLst>
        </pc:spChg>
        <pc:spChg chg="add">
          <ac:chgData name="Henry Valdemar Vest" userId="f5b1f0ec-4051-405f-83b3-0c678f78df49" providerId="ADAL" clId="{0B671710-12AA-4A9C-8982-6D6CBD054718}" dt="2026-09-29T13:30:52.307" v="106" actId="26606"/>
          <ac:spMkLst>
            <pc:docMk/>
            <pc:sldMk cId="3060394258" sldId="270"/>
            <ac:spMk id="12" creationId="{C505E780-2083-4CB5-A42A-5E0E2908ECC3}"/>
          </ac:spMkLst>
        </pc:spChg>
        <pc:spChg chg="add">
          <ac:chgData name="Henry Valdemar Vest" userId="f5b1f0ec-4051-405f-83b3-0c678f78df49" providerId="ADAL" clId="{0B671710-12AA-4A9C-8982-6D6CBD054718}" dt="2026-09-29T13:30:52.307" v="106" actId="26606"/>
          <ac:spMkLst>
            <pc:docMk/>
            <pc:sldMk cId="3060394258" sldId="270"/>
            <ac:spMk id="14" creationId="{D2C0AE1C-0118-41AE-8A10-7CDCBF10E96F}"/>
          </ac:spMkLst>
        </pc:spChg>
        <pc:spChg chg="add">
          <ac:chgData name="Henry Valdemar Vest" userId="f5b1f0ec-4051-405f-83b3-0c678f78df49" providerId="ADAL" clId="{0B671710-12AA-4A9C-8982-6D6CBD054718}" dt="2026-09-29T13:30:52.307" v="106" actId="26606"/>
          <ac:spMkLst>
            <pc:docMk/>
            <pc:sldMk cId="3060394258" sldId="270"/>
            <ac:spMk id="16" creationId="{463EEC44-1BA3-44ED-81FC-A644B04B2A44}"/>
          </ac:spMkLst>
        </pc:spChg>
        <pc:graphicFrameChg chg="add modGraphic">
          <ac:chgData name="Henry Valdemar Vest" userId="f5b1f0ec-4051-405f-83b3-0c678f78df49" providerId="ADAL" clId="{0B671710-12AA-4A9C-8982-6D6CBD054718}" dt="2026-09-30T11:12:20.640" v="216" actId="20577"/>
          <ac:graphicFrameMkLst>
            <pc:docMk/>
            <pc:sldMk cId="3060394258" sldId="270"/>
            <ac:graphicFrameMk id="6" creationId="{751D695E-DB84-5A02-DAE2-45755BB41D01}"/>
          </ac:graphicFrameMkLst>
        </pc:graphicFrameChg>
      </pc:sldChg>
      <pc:sldChg chg="addSp modSp mod">
        <pc:chgData name="Henry Valdemar Vest" userId="f5b1f0ec-4051-405f-83b3-0c678f78df49" providerId="ADAL" clId="{0B671710-12AA-4A9C-8982-6D6CBD054718}" dt="2026-09-30T11:13:25.738" v="231" actId="113"/>
        <pc:sldMkLst>
          <pc:docMk/>
          <pc:sldMk cId="1698201956" sldId="272"/>
        </pc:sldMkLst>
        <pc:spChg chg="add mod">
          <ac:chgData name="Henry Valdemar Vest" userId="f5b1f0ec-4051-405f-83b3-0c678f78df49" providerId="ADAL" clId="{0B671710-12AA-4A9C-8982-6D6CBD054718}" dt="2026-09-30T11:13:25.738" v="231" actId="113"/>
          <ac:spMkLst>
            <pc:docMk/>
            <pc:sldMk cId="1698201956" sldId="272"/>
            <ac:spMk id="6" creationId="{AAC84F6F-9208-FA7F-1925-0302F9C54EC5}"/>
          </ac:spMkLst>
        </pc:spChg>
        <pc:graphicFrameChg chg="mod">
          <ac:chgData name="Henry Valdemar Vest" userId="f5b1f0ec-4051-405f-83b3-0c678f78df49" providerId="ADAL" clId="{0B671710-12AA-4A9C-8982-6D6CBD054718}" dt="2026-09-30T11:13:19.010" v="229" actId="1076"/>
          <ac:graphicFrameMkLst>
            <pc:docMk/>
            <pc:sldMk cId="1698201956" sldId="272"/>
            <ac:graphicFrameMk id="4" creationId="{0DCD59C9-73E5-430F-A560-B8E413CC69D2}"/>
          </ac:graphicFrameMkLst>
        </pc:graphicFrameChg>
      </pc:sldChg>
      <pc:sldChg chg="addSp delSp modSp mod setBg">
        <pc:chgData name="Henry Valdemar Vest" userId="f5b1f0ec-4051-405f-83b3-0c678f78df49" providerId="ADAL" clId="{0B671710-12AA-4A9C-8982-6D6CBD054718}" dt="2026-09-30T11:16:11.306" v="238" actId="20577"/>
        <pc:sldMkLst>
          <pc:docMk/>
          <pc:sldMk cId="2141624592" sldId="274"/>
        </pc:sldMkLst>
        <pc:spChg chg="mod">
          <ac:chgData name="Henry Valdemar Vest" userId="f5b1f0ec-4051-405f-83b3-0c678f78df49" providerId="ADAL" clId="{0B671710-12AA-4A9C-8982-6D6CBD054718}" dt="2026-09-29T13:32:09.181" v="108" actId="26606"/>
          <ac:spMkLst>
            <pc:docMk/>
            <pc:sldMk cId="2141624592" sldId="274"/>
            <ac:spMk id="2" creationId="{89B81297-0DC5-4064-A8F1-C0368EDC584F}"/>
          </ac:spMkLst>
        </pc:spChg>
        <pc:spChg chg="del">
          <ac:chgData name="Henry Valdemar Vest" userId="f5b1f0ec-4051-405f-83b3-0c678f78df49" providerId="ADAL" clId="{0B671710-12AA-4A9C-8982-6D6CBD054718}" dt="2026-09-29T13:32:09.181" v="108" actId="26606"/>
          <ac:spMkLst>
            <pc:docMk/>
            <pc:sldMk cId="2141624592" sldId="274"/>
            <ac:spMk id="3" creationId="{BD20D0EB-0530-4EC5-9B6A-AE1C83CCF6F2}"/>
          </ac:spMkLst>
        </pc:spChg>
        <pc:spChg chg="mod">
          <ac:chgData name="Henry Valdemar Vest" userId="f5b1f0ec-4051-405f-83b3-0c678f78df49" providerId="ADAL" clId="{0B671710-12AA-4A9C-8982-6D6CBD054718}" dt="2026-09-29T13:32:09.181" v="108" actId="26606"/>
          <ac:spMkLst>
            <pc:docMk/>
            <pc:sldMk cId="2141624592" sldId="274"/>
            <ac:spMk id="4" creationId="{8C4964B7-343F-4EC2-818A-73F3AD3B8923}"/>
          </ac:spMkLst>
        </pc:spChg>
        <pc:spChg chg="add">
          <ac:chgData name="Henry Valdemar Vest" userId="f5b1f0ec-4051-405f-83b3-0c678f78df49" providerId="ADAL" clId="{0B671710-12AA-4A9C-8982-6D6CBD054718}" dt="2026-09-29T13:32:09.181" v="108" actId="26606"/>
          <ac:spMkLst>
            <pc:docMk/>
            <pc:sldMk cId="2141624592" sldId="274"/>
            <ac:spMk id="10" creationId="{7517A47C-B2E5-4B79-8061-D74B1311AF6E}"/>
          </ac:spMkLst>
        </pc:spChg>
        <pc:spChg chg="add">
          <ac:chgData name="Henry Valdemar Vest" userId="f5b1f0ec-4051-405f-83b3-0c678f78df49" providerId="ADAL" clId="{0B671710-12AA-4A9C-8982-6D6CBD054718}" dt="2026-09-29T13:32:09.181" v="108" actId="26606"/>
          <ac:spMkLst>
            <pc:docMk/>
            <pc:sldMk cId="2141624592" sldId="274"/>
            <ac:spMk id="12" creationId="{C505E780-2083-4CB5-A42A-5E0E2908ECC3}"/>
          </ac:spMkLst>
        </pc:spChg>
        <pc:spChg chg="add">
          <ac:chgData name="Henry Valdemar Vest" userId="f5b1f0ec-4051-405f-83b3-0c678f78df49" providerId="ADAL" clId="{0B671710-12AA-4A9C-8982-6D6CBD054718}" dt="2026-09-29T13:32:09.181" v="108" actId="26606"/>
          <ac:spMkLst>
            <pc:docMk/>
            <pc:sldMk cId="2141624592" sldId="274"/>
            <ac:spMk id="14" creationId="{D2C0AE1C-0118-41AE-8A10-7CDCBF10E96F}"/>
          </ac:spMkLst>
        </pc:spChg>
        <pc:spChg chg="add">
          <ac:chgData name="Henry Valdemar Vest" userId="f5b1f0ec-4051-405f-83b3-0c678f78df49" providerId="ADAL" clId="{0B671710-12AA-4A9C-8982-6D6CBD054718}" dt="2026-09-29T13:32:09.181" v="108" actId="26606"/>
          <ac:spMkLst>
            <pc:docMk/>
            <pc:sldMk cId="2141624592" sldId="274"/>
            <ac:spMk id="16" creationId="{463EEC44-1BA3-44ED-81FC-A644B04B2A44}"/>
          </ac:spMkLst>
        </pc:spChg>
        <pc:graphicFrameChg chg="add modGraphic">
          <ac:chgData name="Henry Valdemar Vest" userId="f5b1f0ec-4051-405f-83b3-0c678f78df49" providerId="ADAL" clId="{0B671710-12AA-4A9C-8982-6D6CBD054718}" dt="2026-09-30T11:16:11.306" v="238" actId="20577"/>
          <ac:graphicFrameMkLst>
            <pc:docMk/>
            <pc:sldMk cId="2141624592" sldId="274"/>
            <ac:graphicFrameMk id="6" creationId="{FE858582-9E38-F6D3-CA36-3939492DDC9D}"/>
          </ac:graphicFrameMkLst>
        </pc:graphicFrameChg>
      </pc:sldChg>
      <pc:sldChg chg="modSp mod">
        <pc:chgData name="Henry Valdemar Vest" userId="f5b1f0ec-4051-405f-83b3-0c678f78df49" providerId="ADAL" clId="{0B671710-12AA-4A9C-8982-6D6CBD054718}" dt="2026-09-29T13:32:55.338" v="120" actId="14100"/>
        <pc:sldMkLst>
          <pc:docMk/>
          <pc:sldMk cId="237116240" sldId="275"/>
        </pc:sldMkLst>
        <pc:spChg chg="mod">
          <ac:chgData name="Henry Valdemar Vest" userId="f5b1f0ec-4051-405f-83b3-0c678f78df49" providerId="ADAL" clId="{0B671710-12AA-4A9C-8982-6D6CBD054718}" dt="2026-09-29T13:32:44.644" v="118" actId="14100"/>
          <ac:spMkLst>
            <pc:docMk/>
            <pc:sldMk cId="237116240" sldId="275"/>
            <ac:spMk id="5" creationId="{B366B394-C2FC-42C3-B69D-C052D85F8ED3}"/>
          </ac:spMkLst>
        </pc:spChg>
        <pc:graphicFrameChg chg="mod">
          <ac:chgData name="Henry Valdemar Vest" userId="f5b1f0ec-4051-405f-83b3-0c678f78df49" providerId="ADAL" clId="{0B671710-12AA-4A9C-8982-6D6CBD054718}" dt="2026-09-29T13:32:55.338" v="120" actId="14100"/>
          <ac:graphicFrameMkLst>
            <pc:docMk/>
            <pc:sldMk cId="237116240" sldId="275"/>
            <ac:graphicFrameMk id="6" creationId="{A5DE590B-5335-4142-B0D4-79AE88BDE4FF}"/>
          </ac:graphicFrameMkLst>
        </pc:graphicFrameChg>
      </pc:sldChg>
      <pc:sldChg chg="addSp delSp modSp mod setBg">
        <pc:chgData name="Henry Valdemar Vest" userId="f5b1f0ec-4051-405f-83b3-0c678f78df49" providerId="ADAL" clId="{0B671710-12AA-4A9C-8982-6D6CBD054718}" dt="2026-09-30T11:18:11.648" v="251" actId="26606"/>
        <pc:sldMkLst>
          <pc:docMk/>
          <pc:sldMk cId="3521766726" sldId="279"/>
        </pc:sldMkLst>
        <pc:spChg chg="mod">
          <ac:chgData name="Henry Valdemar Vest" userId="f5b1f0ec-4051-405f-83b3-0c678f78df49" providerId="ADAL" clId="{0B671710-12AA-4A9C-8982-6D6CBD054718}" dt="2026-09-30T11:18:11.648" v="251" actId="26606"/>
          <ac:spMkLst>
            <pc:docMk/>
            <pc:sldMk cId="3521766726" sldId="279"/>
            <ac:spMk id="2" creationId="{AFC0A19F-F54E-401C-8732-FF79636183A7}"/>
          </ac:spMkLst>
        </pc:spChg>
        <pc:spChg chg="del mod">
          <ac:chgData name="Henry Valdemar Vest" userId="f5b1f0ec-4051-405f-83b3-0c678f78df49" providerId="ADAL" clId="{0B671710-12AA-4A9C-8982-6D6CBD054718}" dt="2026-09-30T11:18:11.648" v="251" actId="26606"/>
          <ac:spMkLst>
            <pc:docMk/>
            <pc:sldMk cId="3521766726" sldId="279"/>
            <ac:spMk id="3" creationId="{DB670D28-DF1B-4B5F-9D98-E3BE9BBD4D88}"/>
          </ac:spMkLst>
        </pc:spChg>
        <pc:spChg chg="mod">
          <ac:chgData name="Henry Valdemar Vest" userId="f5b1f0ec-4051-405f-83b3-0c678f78df49" providerId="ADAL" clId="{0B671710-12AA-4A9C-8982-6D6CBD054718}" dt="2026-09-30T11:18:11.648" v="251" actId="26606"/>
          <ac:spMkLst>
            <pc:docMk/>
            <pc:sldMk cId="3521766726" sldId="279"/>
            <ac:spMk id="4" creationId="{8D6ED992-2442-49CC-A477-38C27804BD31}"/>
          </ac:spMkLst>
        </pc:spChg>
        <pc:spChg chg="add">
          <ac:chgData name="Henry Valdemar Vest" userId="f5b1f0ec-4051-405f-83b3-0c678f78df49" providerId="ADAL" clId="{0B671710-12AA-4A9C-8982-6D6CBD054718}" dt="2026-09-30T11:18:11.648" v="251" actId="26606"/>
          <ac:spMkLst>
            <pc:docMk/>
            <pc:sldMk cId="3521766726" sldId="279"/>
            <ac:spMk id="10" creationId="{2D6FBB9D-1CAA-4D05-AB33-BABDFE17B843}"/>
          </ac:spMkLst>
        </pc:spChg>
        <pc:spChg chg="add">
          <ac:chgData name="Henry Valdemar Vest" userId="f5b1f0ec-4051-405f-83b3-0c678f78df49" providerId="ADAL" clId="{0B671710-12AA-4A9C-8982-6D6CBD054718}" dt="2026-09-30T11:18:11.648" v="251" actId="26606"/>
          <ac:spMkLst>
            <pc:docMk/>
            <pc:sldMk cId="3521766726" sldId="279"/>
            <ac:spMk id="12" creationId="{04727B71-B4B6-4823-80A1-68C40B475118}"/>
          </ac:spMkLst>
        </pc:spChg>
        <pc:spChg chg="add">
          <ac:chgData name="Henry Valdemar Vest" userId="f5b1f0ec-4051-405f-83b3-0c678f78df49" providerId="ADAL" clId="{0B671710-12AA-4A9C-8982-6D6CBD054718}" dt="2026-09-30T11:18:11.648" v="251" actId="26606"/>
          <ac:spMkLst>
            <pc:docMk/>
            <pc:sldMk cId="3521766726" sldId="279"/>
            <ac:spMk id="14" creationId="{79A6DB05-9FB5-4B07-8675-74C23D4FD89D}"/>
          </ac:spMkLst>
        </pc:spChg>
        <pc:spChg chg="add">
          <ac:chgData name="Henry Valdemar Vest" userId="f5b1f0ec-4051-405f-83b3-0c678f78df49" providerId="ADAL" clId="{0B671710-12AA-4A9C-8982-6D6CBD054718}" dt="2026-09-30T11:18:11.648" v="251" actId="26606"/>
          <ac:spMkLst>
            <pc:docMk/>
            <pc:sldMk cId="3521766726" sldId="279"/>
            <ac:spMk id="16" creationId="{7517A47C-B2E5-4B79-8061-D74B1311AF6E}"/>
          </ac:spMkLst>
        </pc:spChg>
        <pc:spChg chg="add">
          <ac:chgData name="Henry Valdemar Vest" userId="f5b1f0ec-4051-405f-83b3-0c678f78df49" providerId="ADAL" clId="{0B671710-12AA-4A9C-8982-6D6CBD054718}" dt="2026-09-30T11:18:11.648" v="251" actId="26606"/>
          <ac:spMkLst>
            <pc:docMk/>
            <pc:sldMk cId="3521766726" sldId="279"/>
            <ac:spMk id="18" creationId="{C505E780-2083-4CB5-A42A-5E0E2908ECC3}"/>
          </ac:spMkLst>
        </pc:spChg>
        <pc:spChg chg="add">
          <ac:chgData name="Henry Valdemar Vest" userId="f5b1f0ec-4051-405f-83b3-0c678f78df49" providerId="ADAL" clId="{0B671710-12AA-4A9C-8982-6D6CBD054718}" dt="2026-09-30T11:18:11.648" v="251" actId="26606"/>
          <ac:spMkLst>
            <pc:docMk/>
            <pc:sldMk cId="3521766726" sldId="279"/>
            <ac:spMk id="20" creationId="{D2C0AE1C-0118-41AE-8A10-7CDCBF10E96F}"/>
          </ac:spMkLst>
        </pc:spChg>
        <pc:spChg chg="add">
          <ac:chgData name="Henry Valdemar Vest" userId="f5b1f0ec-4051-405f-83b3-0c678f78df49" providerId="ADAL" clId="{0B671710-12AA-4A9C-8982-6D6CBD054718}" dt="2026-09-30T11:18:11.648" v="251" actId="26606"/>
          <ac:spMkLst>
            <pc:docMk/>
            <pc:sldMk cId="3521766726" sldId="279"/>
            <ac:spMk id="22" creationId="{463EEC44-1BA3-44ED-81FC-A644B04B2A44}"/>
          </ac:spMkLst>
        </pc:spChg>
      </pc:sldChg>
      <pc:sldChg chg="modSp mod">
        <pc:chgData name="Henry Valdemar Vest" userId="f5b1f0ec-4051-405f-83b3-0c678f78df49" providerId="ADAL" clId="{0B671710-12AA-4A9C-8982-6D6CBD054718}" dt="2026-09-30T11:19:25.778" v="253" actId="14100"/>
        <pc:sldMkLst>
          <pc:docMk/>
          <pc:sldMk cId="1425275701" sldId="282"/>
        </pc:sldMkLst>
        <pc:spChg chg="mod">
          <ac:chgData name="Henry Valdemar Vest" userId="f5b1f0ec-4051-405f-83b3-0c678f78df49" providerId="ADAL" clId="{0B671710-12AA-4A9C-8982-6D6CBD054718}" dt="2026-09-30T11:19:25.778" v="253" actId="14100"/>
          <ac:spMkLst>
            <pc:docMk/>
            <pc:sldMk cId="1425275701" sldId="282"/>
            <ac:spMk id="5" creationId="{92EFF5DD-56CC-4A17-9D6D-E31A444E6E39}"/>
          </ac:spMkLst>
        </pc:spChg>
      </pc:sldChg>
      <pc:sldChg chg="addSp delSp modSp mod setBg">
        <pc:chgData name="Henry Valdemar Vest" userId="f5b1f0ec-4051-405f-83b3-0c678f78df49" providerId="ADAL" clId="{0B671710-12AA-4A9C-8982-6D6CBD054718}" dt="2026-09-30T11:20:23.327" v="266" actId="26606"/>
        <pc:sldMkLst>
          <pc:docMk/>
          <pc:sldMk cId="2769302816" sldId="284"/>
        </pc:sldMkLst>
        <pc:spChg chg="mod">
          <ac:chgData name="Henry Valdemar Vest" userId="f5b1f0ec-4051-405f-83b3-0c678f78df49" providerId="ADAL" clId="{0B671710-12AA-4A9C-8982-6D6CBD054718}" dt="2026-09-30T11:20:23.327" v="266" actId="26606"/>
          <ac:spMkLst>
            <pc:docMk/>
            <pc:sldMk cId="2769302816" sldId="284"/>
            <ac:spMk id="2" creationId="{7FC06162-E386-42F7-895A-10A8DA3A80C8}"/>
          </ac:spMkLst>
        </pc:spChg>
        <pc:spChg chg="del mod">
          <ac:chgData name="Henry Valdemar Vest" userId="f5b1f0ec-4051-405f-83b3-0c678f78df49" providerId="ADAL" clId="{0B671710-12AA-4A9C-8982-6D6CBD054718}" dt="2026-09-30T11:20:23.327" v="266" actId="26606"/>
          <ac:spMkLst>
            <pc:docMk/>
            <pc:sldMk cId="2769302816" sldId="284"/>
            <ac:spMk id="3" creationId="{DE5A03CF-8009-4BD2-B78F-8457F557DDB7}"/>
          </ac:spMkLst>
        </pc:spChg>
        <pc:spChg chg="mod">
          <ac:chgData name="Henry Valdemar Vest" userId="f5b1f0ec-4051-405f-83b3-0c678f78df49" providerId="ADAL" clId="{0B671710-12AA-4A9C-8982-6D6CBD054718}" dt="2026-09-30T11:20:23.327" v="266" actId="26606"/>
          <ac:spMkLst>
            <pc:docMk/>
            <pc:sldMk cId="2769302816" sldId="284"/>
            <ac:spMk id="4" creationId="{37052F58-DF52-46CD-A09C-C28F24AAA918}"/>
          </ac:spMkLst>
        </pc:spChg>
        <pc:spChg chg="add">
          <ac:chgData name="Henry Valdemar Vest" userId="f5b1f0ec-4051-405f-83b3-0c678f78df49" providerId="ADAL" clId="{0B671710-12AA-4A9C-8982-6D6CBD054718}" dt="2026-09-30T11:20:23.327" v="266" actId="26606"/>
          <ac:spMkLst>
            <pc:docMk/>
            <pc:sldMk cId="2769302816" sldId="284"/>
            <ac:spMk id="10" creationId="{7517A47C-B2E5-4B79-8061-D74B1311AF6E}"/>
          </ac:spMkLst>
        </pc:spChg>
        <pc:spChg chg="add">
          <ac:chgData name="Henry Valdemar Vest" userId="f5b1f0ec-4051-405f-83b3-0c678f78df49" providerId="ADAL" clId="{0B671710-12AA-4A9C-8982-6D6CBD054718}" dt="2026-09-30T11:20:23.327" v="266" actId="26606"/>
          <ac:spMkLst>
            <pc:docMk/>
            <pc:sldMk cId="2769302816" sldId="284"/>
            <ac:spMk id="12" creationId="{C505E780-2083-4CB5-A42A-5E0E2908ECC3}"/>
          </ac:spMkLst>
        </pc:spChg>
        <pc:spChg chg="add">
          <ac:chgData name="Henry Valdemar Vest" userId="f5b1f0ec-4051-405f-83b3-0c678f78df49" providerId="ADAL" clId="{0B671710-12AA-4A9C-8982-6D6CBD054718}" dt="2026-09-30T11:20:23.327" v="266" actId="26606"/>
          <ac:spMkLst>
            <pc:docMk/>
            <pc:sldMk cId="2769302816" sldId="284"/>
            <ac:spMk id="14" creationId="{D2C0AE1C-0118-41AE-8A10-7CDCBF10E96F}"/>
          </ac:spMkLst>
        </pc:spChg>
        <pc:spChg chg="add">
          <ac:chgData name="Henry Valdemar Vest" userId="f5b1f0ec-4051-405f-83b3-0c678f78df49" providerId="ADAL" clId="{0B671710-12AA-4A9C-8982-6D6CBD054718}" dt="2026-09-30T11:20:23.327" v="266" actId="26606"/>
          <ac:spMkLst>
            <pc:docMk/>
            <pc:sldMk cId="2769302816" sldId="284"/>
            <ac:spMk id="16" creationId="{463EEC44-1BA3-44ED-81FC-A644B04B2A44}"/>
          </ac:spMkLst>
        </pc:spChg>
        <pc:graphicFrameChg chg="add">
          <ac:chgData name="Henry Valdemar Vest" userId="f5b1f0ec-4051-405f-83b3-0c678f78df49" providerId="ADAL" clId="{0B671710-12AA-4A9C-8982-6D6CBD054718}" dt="2026-09-30T11:20:23.327" v="266" actId="26606"/>
          <ac:graphicFrameMkLst>
            <pc:docMk/>
            <pc:sldMk cId="2769302816" sldId="284"/>
            <ac:graphicFrameMk id="6" creationId="{5F8AC871-2675-89BC-AF91-AAB9D0B9D937}"/>
          </ac:graphicFrameMkLst>
        </pc:graphicFrameChg>
      </pc:sldChg>
      <pc:sldChg chg="addSp delSp modSp mod setBg">
        <pc:chgData name="Henry Valdemar Vest" userId="f5b1f0ec-4051-405f-83b3-0c678f78df49" providerId="ADAL" clId="{0B671710-12AA-4A9C-8982-6D6CBD054718}" dt="2026-09-30T11:22:48.322" v="280" actId="26606"/>
        <pc:sldMkLst>
          <pc:docMk/>
          <pc:sldMk cId="610071490" sldId="286"/>
        </pc:sldMkLst>
        <pc:spChg chg="mod">
          <ac:chgData name="Henry Valdemar Vest" userId="f5b1f0ec-4051-405f-83b3-0c678f78df49" providerId="ADAL" clId="{0B671710-12AA-4A9C-8982-6D6CBD054718}" dt="2026-09-30T11:22:48.322" v="280" actId="26606"/>
          <ac:spMkLst>
            <pc:docMk/>
            <pc:sldMk cId="610071490" sldId="286"/>
            <ac:spMk id="2" creationId="{BE4E1E47-04EE-4B06-8E58-DF712ACA9688}"/>
          </ac:spMkLst>
        </pc:spChg>
        <pc:spChg chg="del mod">
          <ac:chgData name="Henry Valdemar Vest" userId="f5b1f0ec-4051-405f-83b3-0c678f78df49" providerId="ADAL" clId="{0B671710-12AA-4A9C-8982-6D6CBD054718}" dt="2026-09-30T11:22:48.322" v="280" actId="26606"/>
          <ac:spMkLst>
            <pc:docMk/>
            <pc:sldMk cId="610071490" sldId="286"/>
            <ac:spMk id="3" creationId="{67D26F9A-683E-49E9-B972-197EFC593FF9}"/>
          </ac:spMkLst>
        </pc:spChg>
        <pc:spChg chg="mod">
          <ac:chgData name="Henry Valdemar Vest" userId="f5b1f0ec-4051-405f-83b3-0c678f78df49" providerId="ADAL" clId="{0B671710-12AA-4A9C-8982-6D6CBD054718}" dt="2026-09-30T11:22:48.322" v="280" actId="26606"/>
          <ac:spMkLst>
            <pc:docMk/>
            <pc:sldMk cId="610071490" sldId="286"/>
            <ac:spMk id="4" creationId="{AD61738E-1594-4733-9F6A-193AC1D343A5}"/>
          </ac:spMkLst>
        </pc:spChg>
        <pc:spChg chg="add">
          <ac:chgData name="Henry Valdemar Vest" userId="f5b1f0ec-4051-405f-83b3-0c678f78df49" providerId="ADAL" clId="{0B671710-12AA-4A9C-8982-6D6CBD054718}" dt="2026-09-30T11:22:48.322" v="280" actId="26606"/>
          <ac:spMkLst>
            <pc:docMk/>
            <pc:sldMk cId="610071490" sldId="286"/>
            <ac:spMk id="10" creationId="{7301F447-EEF7-48F5-AF73-7566EE7F64AD}"/>
          </ac:spMkLst>
        </pc:spChg>
        <pc:spChg chg="add">
          <ac:chgData name="Henry Valdemar Vest" userId="f5b1f0ec-4051-405f-83b3-0c678f78df49" providerId="ADAL" clId="{0B671710-12AA-4A9C-8982-6D6CBD054718}" dt="2026-09-30T11:22:48.322" v="280" actId="26606"/>
          <ac:spMkLst>
            <pc:docMk/>
            <pc:sldMk cId="610071490" sldId="286"/>
            <ac:spMk id="12" creationId="{F7117410-A2A4-4085-9ADC-46744551DBDE}"/>
          </ac:spMkLst>
        </pc:spChg>
        <pc:spChg chg="add">
          <ac:chgData name="Henry Valdemar Vest" userId="f5b1f0ec-4051-405f-83b3-0c678f78df49" providerId="ADAL" clId="{0B671710-12AA-4A9C-8982-6D6CBD054718}" dt="2026-09-30T11:22:48.322" v="280" actId="26606"/>
          <ac:spMkLst>
            <pc:docMk/>
            <pc:sldMk cId="610071490" sldId="286"/>
            <ac:spMk id="14" creationId="{99F74EB5-E547-4FB4-95F5-BCC788F3C4A0}"/>
          </ac:spMkLst>
        </pc:spChg>
        <pc:graphicFrameChg chg="add">
          <ac:chgData name="Henry Valdemar Vest" userId="f5b1f0ec-4051-405f-83b3-0c678f78df49" providerId="ADAL" clId="{0B671710-12AA-4A9C-8982-6D6CBD054718}" dt="2026-09-30T11:22:48.322" v="280" actId="26606"/>
          <ac:graphicFrameMkLst>
            <pc:docMk/>
            <pc:sldMk cId="610071490" sldId="286"/>
            <ac:graphicFrameMk id="6" creationId="{D73530D3-BD90-28E6-989C-94CD179FA74C}"/>
          </ac:graphicFrameMkLst>
        </pc:graphicFrameChg>
      </pc:sldChg>
      <pc:sldChg chg="modSp mod">
        <pc:chgData name="Henry Valdemar Vest" userId="f5b1f0ec-4051-405f-83b3-0c678f78df49" providerId="ADAL" clId="{0B671710-12AA-4A9C-8982-6D6CBD054718}" dt="2026-09-30T11:23:34.861" v="283" actId="20577"/>
        <pc:sldMkLst>
          <pc:docMk/>
          <pc:sldMk cId="349510058" sldId="289"/>
        </pc:sldMkLst>
        <pc:spChg chg="mod">
          <ac:chgData name="Henry Valdemar Vest" userId="f5b1f0ec-4051-405f-83b3-0c678f78df49" providerId="ADAL" clId="{0B671710-12AA-4A9C-8982-6D6CBD054718}" dt="2026-09-30T11:23:34.861" v="283" actId="20577"/>
          <ac:spMkLst>
            <pc:docMk/>
            <pc:sldMk cId="349510058" sldId="289"/>
            <ac:spMk id="3" creationId="{4071C851-B1D1-445B-B486-4020F3E227C6}"/>
          </ac:spMkLst>
        </pc:spChg>
      </pc:sldChg>
      <pc:sldChg chg="addSp delSp modSp mod setBg">
        <pc:chgData name="Henry Valdemar Vest" userId="f5b1f0ec-4051-405f-83b3-0c678f78df49" providerId="ADAL" clId="{0B671710-12AA-4A9C-8982-6D6CBD054718}" dt="2026-09-30T11:24:20.514" v="294" actId="26606"/>
        <pc:sldMkLst>
          <pc:docMk/>
          <pc:sldMk cId="3799164571" sldId="290"/>
        </pc:sldMkLst>
        <pc:spChg chg="mod">
          <ac:chgData name="Henry Valdemar Vest" userId="f5b1f0ec-4051-405f-83b3-0c678f78df49" providerId="ADAL" clId="{0B671710-12AA-4A9C-8982-6D6CBD054718}" dt="2026-09-30T11:24:20.514" v="294" actId="26606"/>
          <ac:spMkLst>
            <pc:docMk/>
            <pc:sldMk cId="3799164571" sldId="290"/>
            <ac:spMk id="2" creationId="{6F5E0712-A3DF-4ECF-BB8B-E207150B266E}"/>
          </ac:spMkLst>
        </pc:spChg>
        <pc:spChg chg="del mod">
          <ac:chgData name="Henry Valdemar Vest" userId="f5b1f0ec-4051-405f-83b3-0c678f78df49" providerId="ADAL" clId="{0B671710-12AA-4A9C-8982-6D6CBD054718}" dt="2026-09-30T11:24:20.514" v="294" actId="26606"/>
          <ac:spMkLst>
            <pc:docMk/>
            <pc:sldMk cId="3799164571" sldId="290"/>
            <ac:spMk id="3" creationId="{C4F28768-9810-4CE2-BBB0-BB85C0032990}"/>
          </ac:spMkLst>
        </pc:spChg>
        <pc:spChg chg="mod">
          <ac:chgData name="Henry Valdemar Vest" userId="f5b1f0ec-4051-405f-83b3-0c678f78df49" providerId="ADAL" clId="{0B671710-12AA-4A9C-8982-6D6CBD054718}" dt="2026-09-30T11:24:20.514" v="294" actId="26606"/>
          <ac:spMkLst>
            <pc:docMk/>
            <pc:sldMk cId="3799164571" sldId="290"/>
            <ac:spMk id="4" creationId="{A04867D7-39E7-4408-B69A-968B2C80788B}"/>
          </ac:spMkLst>
        </pc:spChg>
        <pc:spChg chg="add">
          <ac:chgData name="Henry Valdemar Vest" userId="f5b1f0ec-4051-405f-83b3-0c678f78df49" providerId="ADAL" clId="{0B671710-12AA-4A9C-8982-6D6CBD054718}" dt="2026-09-30T11:24:20.514" v="294" actId="26606"/>
          <ac:spMkLst>
            <pc:docMk/>
            <pc:sldMk cId="3799164571" sldId="290"/>
            <ac:spMk id="10" creationId="{53B021B3-DE93-4AB7-8A18-CF5F1CED88B8}"/>
          </ac:spMkLst>
        </pc:spChg>
        <pc:spChg chg="add">
          <ac:chgData name="Henry Valdemar Vest" userId="f5b1f0ec-4051-405f-83b3-0c678f78df49" providerId="ADAL" clId="{0B671710-12AA-4A9C-8982-6D6CBD054718}" dt="2026-09-30T11:24:20.514" v="294" actId="26606"/>
          <ac:spMkLst>
            <pc:docMk/>
            <pc:sldMk cId="3799164571" sldId="290"/>
            <ac:spMk id="12" creationId="{52D502E5-F6B4-4D58-B4AE-FC466FF15EE8}"/>
          </ac:spMkLst>
        </pc:spChg>
        <pc:spChg chg="add">
          <ac:chgData name="Henry Valdemar Vest" userId="f5b1f0ec-4051-405f-83b3-0c678f78df49" providerId="ADAL" clId="{0B671710-12AA-4A9C-8982-6D6CBD054718}" dt="2026-09-30T11:24:20.514" v="294" actId="26606"/>
          <ac:spMkLst>
            <pc:docMk/>
            <pc:sldMk cId="3799164571" sldId="290"/>
            <ac:spMk id="14" creationId="{9DECDBF4-02B6-4BB4-B65B-B8107AD6A9E8}"/>
          </ac:spMkLst>
        </pc:spChg>
        <pc:graphicFrameChg chg="add">
          <ac:chgData name="Henry Valdemar Vest" userId="f5b1f0ec-4051-405f-83b3-0c678f78df49" providerId="ADAL" clId="{0B671710-12AA-4A9C-8982-6D6CBD054718}" dt="2026-09-30T11:24:20.514" v="294" actId="26606"/>
          <ac:graphicFrameMkLst>
            <pc:docMk/>
            <pc:sldMk cId="3799164571" sldId="290"/>
            <ac:graphicFrameMk id="6" creationId="{EA1398EE-76D5-F855-483F-8FC47630DC67}"/>
          </ac:graphicFrameMkLst>
        </pc:graphicFrameChg>
      </pc:sldChg>
      <pc:sldChg chg="addSp modSp mod setBg">
        <pc:chgData name="Henry Valdemar Vest" userId="f5b1f0ec-4051-405f-83b3-0c678f78df49" providerId="ADAL" clId="{0B671710-12AA-4A9C-8982-6D6CBD054718}" dt="2026-09-30T11:23:47.128" v="284" actId="26606"/>
        <pc:sldMkLst>
          <pc:docMk/>
          <pc:sldMk cId="245503365" sldId="291"/>
        </pc:sldMkLst>
        <pc:spChg chg="mod">
          <ac:chgData name="Henry Valdemar Vest" userId="f5b1f0ec-4051-405f-83b3-0c678f78df49" providerId="ADAL" clId="{0B671710-12AA-4A9C-8982-6D6CBD054718}" dt="2026-09-30T11:23:47.128" v="284" actId="26606"/>
          <ac:spMkLst>
            <pc:docMk/>
            <pc:sldMk cId="245503365" sldId="291"/>
            <ac:spMk id="2" creationId="{67A43851-A638-4845-A4AD-56A392BF916B}"/>
          </ac:spMkLst>
        </pc:spChg>
        <pc:spChg chg="mod">
          <ac:chgData name="Henry Valdemar Vest" userId="f5b1f0ec-4051-405f-83b3-0c678f78df49" providerId="ADAL" clId="{0B671710-12AA-4A9C-8982-6D6CBD054718}" dt="2026-09-30T11:23:47.128" v="284" actId="26606"/>
          <ac:spMkLst>
            <pc:docMk/>
            <pc:sldMk cId="245503365" sldId="291"/>
            <ac:spMk id="3" creationId="{3CCE0E6A-E502-4112-AF19-BE71FDE5237A}"/>
          </ac:spMkLst>
        </pc:spChg>
        <pc:spChg chg="mod">
          <ac:chgData name="Henry Valdemar Vest" userId="f5b1f0ec-4051-405f-83b3-0c678f78df49" providerId="ADAL" clId="{0B671710-12AA-4A9C-8982-6D6CBD054718}" dt="2026-09-30T11:23:47.128" v="284" actId="26606"/>
          <ac:spMkLst>
            <pc:docMk/>
            <pc:sldMk cId="245503365" sldId="291"/>
            <ac:spMk id="4" creationId="{1EE646E9-64C3-4D15-ABE5-2B1D26CA290C}"/>
          </ac:spMkLst>
        </pc:spChg>
        <pc:spChg chg="add">
          <ac:chgData name="Henry Valdemar Vest" userId="f5b1f0ec-4051-405f-83b3-0c678f78df49" providerId="ADAL" clId="{0B671710-12AA-4A9C-8982-6D6CBD054718}" dt="2026-09-30T11:23:47.128" v="284" actId="26606"/>
          <ac:spMkLst>
            <pc:docMk/>
            <pc:sldMk cId="245503365" sldId="291"/>
            <ac:spMk id="10" creationId="{8380AD67-C5CA-4918-B4BB-C359BB03EEDD}"/>
          </ac:spMkLst>
        </pc:spChg>
        <pc:spChg chg="add">
          <ac:chgData name="Henry Valdemar Vest" userId="f5b1f0ec-4051-405f-83b3-0c678f78df49" providerId="ADAL" clId="{0B671710-12AA-4A9C-8982-6D6CBD054718}" dt="2026-09-30T11:23:47.128" v="284" actId="26606"/>
          <ac:spMkLst>
            <pc:docMk/>
            <pc:sldMk cId="245503365" sldId="291"/>
            <ac:spMk id="12" creationId="{EABAD4DA-87BA-4F70-9EF0-45C6BCF17823}"/>
          </ac:spMkLst>
        </pc:spChg>
        <pc:spChg chg="add">
          <ac:chgData name="Henry Valdemar Vest" userId="f5b1f0ec-4051-405f-83b3-0c678f78df49" providerId="ADAL" clId="{0B671710-12AA-4A9C-8982-6D6CBD054718}" dt="2026-09-30T11:23:47.128" v="284" actId="26606"/>
          <ac:spMkLst>
            <pc:docMk/>
            <pc:sldMk cId="245503365" sldId="291"/>
            <ac:spMk id="14" creationId="{915128D9-2797-47FA-B6FE-EC24E6B8437A}"/>
          </ac:spMkLst>
        </pc:spChg>
        <pc:picChg chg="add">
          <ac:chgData name="Henry Valdemar Vest" userId="f5b1f0ec-4051-405f-83b3-0c678f78df49" providerId="ADAL" clId="{0B671710-12AA-4A9C-8982-6D6CBD054718}" dt="2026-09-30T11:23:47.128" v="284" actId="26606"/>
          <ac:picMkLst>
            <pc:docMk/>
            <pc:sldMk cId="245503365" sldId="291"/>
            <ac:picMk id="6" creationId="{582D397C-7151-5A46-A53D-6900633AA4F2}"/>
          </ac:picMkLst>
        </pc:picChg>
      </pc:sldChg>
      <pc:sldChg chg="addSp delSp modSp new mod">
        <pc:chgData name="Henry Valdemar Vest" userId="f5b1f0ec-4051-405f-83b3-0c678f78df49" providerId="ADAL" clId="{0B671710-12AA-4A9C-8982-6D6CBD054718}" dt="2026-09-30T11:02:06.957" v="162" actId="20577"/>
        <pc:sldMkLst>
          <pc:docMk/>
          <pc:sldMk cId="2368782780" sldId="292"/>
        </pc:sldMkLst>
        <pc:spChg chg="mod">
          <ac:chgData name="Henry Valdemar Vest" userId="f5b1f0ec-4051-405f-83b3-0c678f78df49" providerId="ADAL" clId="{0B671710-12AA-4A9C-8982-6D6CBD054718}" dt="2026-09-30T10:54:56.180" v="140" actId="20577"/>
          <ac:spMkLst>
            <pc:docMk/>
            <pc:sldMk cId="2368782780" sldId="292"/>
            <ac:spMk id="2" creationId="{36746682-2385-2C33-4AFC-4D5E8BE93422}"/>
          </ac:spMkLst>
        </pc:spChg>
        <pc:spChg chg="del mod">
          <ac:chgData name="Henry Valdemar Vest" userId="f5b1f0ec-4051-405f-83b3-0c678f78df49" providerId="ADAL" clId="{0B671710-12AA-4A9C-8982-6D6CBD054718}" dt="2026-09-30T10:55:18.482" v="160" actId="26606"/>
          <ac:spMkLst>
            <pc:docMk/>
            <pc:sldMk cId="2368782780" sldId="292"/>
            <ac:spMk id="3" creationId="{D351DD44-AE34-00FA-4853-F5E969987A3A}"/>
          </ac:spMkLst>
        </pc:spChg>
        <pc:graphicFrameChg chg="add modGraphic">
          <ac:chgData name="Henry Valdemar Vest" userId="f5b1f0ec-4051-405f-83b3-0c678f78df49" providerId="ADAL" clId="{0B671710-12AA-4A9C-8982-6D6CBD054718}" dt="2026-09-30T11:02:06.957" v="162" actId="20577"/>
          <ac:graphicFrameMkLst>
            <pc:docMk/>
            <pc:sldMk cId="2368782780" sldId="292"/>
            <ac:graphicFrameMk id="6" creationId="{A90704FD-5A6F-3580-04DF-E1E6A104DB86}"/>
          </ac:graphicFrameMkLst>
        </pc:graphicFrameChg>
      </pc:sldChg>
      <pc:sldChg chg="modSp new mod">
        <pc:chgData name="Henry Valdemar Vest" userId="f5b1f0ec-4051-405f-83b3-0c678f78df49" providerId="ADAL" clId="{0B671710-12AA-4A9C-8982-6D6CBD054718}" dt="2026-09-30T11:27:28.726" v="565" actId="27636"/>
        <pc:sldMkLst>
          <pc:docMk/>
          <pc:sldMk cId="3481265699" sldId="293"/>
        </pc:sldMkLst>
        <pc:spChg chg="mod">
          <ac:chgData name="Henry Valdemar Vest" userId="f5b1f0ec-4051-405f-83b3-0c678f78df49" providerId="ADAL" clId="{0B671710-12AA-4A9C-8982-6D6CBD054718}" dt="2026-09-30T11:25:52.634" v="303" actId="20577"/>
          <ac:spMkLst>
            <pc:docMk/>
            <pc:sldMk cId="3481265699" sldId="293"/>
            <ac:spMk id="2" creationId="{DD84ED49-7B7B-4A08-1483-6F5EE35BE609}"/>
          </ac:spMkLst>
        </pc:spChg>
        <pc:spChg chg="mod">
          <ac:chgData name="Henry Valdemar Vest" userId="f5b1f0ec-4051-405f-83b3-0c678f78df49" providerId="ADAL" clId="{0B671710-12AA-4A9C-8982-6D6CBD054718}" dt="2026-09-30T11:27:28.726" v="565" actId="27636"/>
          <ac:spMkLst>
            <pc:docMk/>
            <pc:sldMk cId="3481265699" sldId="293"/>
            <ac:spMk id="3" creationId="{E766CC6A-2FEF-7BA1-B387-5AE6B1D03699}"/>
          </ac:spMkLst>
        </pc:sp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ata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ata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image" Target="../media/image19.svg"/></Relationships>
</file>

<file path=ppt/diagrams/_rels/data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image" Target="../media/image23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rawing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image" Target="../media/image19.svg"/></Relationships>
</file>

<file path=ppt/diagrams/_rels/drawing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image" Target="../media/image2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DF1D0B1-CA7B-4C5D-B923-2E7C4305C853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a-DK"/>
        </a:p>
      </dgm:t>
    </dgm:pt>
    <dgm:pt modelId="{5A8EF0AE-0969-49F8-9DC4-70A3932D1858}">
      <dgm:prSet phldrT="[Tekst]"/>
      <dgm:spPr/>
      <dgm:t>
        <a:bodyPr/>
        <a:lstStyle/>
        <a:p>
          <a:r>
            <a:rPr lang="da-DK" dirty="0"/>
            <a:t>Rene stoffer</a:t>
          </a:r>
        </a:p>
      </dgm:t>
    </dgm:pt>
    <dgm:pt modelId="{578C025F-46BD-4EC4-91C3-4C5631E5B2C0}" type="parTrans" cxnId="{57A48995-AA90-4C21-BC12-E33B66B118F9}">
      <dgm:prSet/>
      <dgm:spPr/>
      <dgm:t>
        <a:bodyPr/>
        <a:lstStyle/>
        <a:p>
          <a:endParaRPr lang="da-DK"/>
        </a:p>
      </dgm:t>
    </dgm:pt>
    <dgm:pt modelId="{2BBC941B-61A6-4D50-8555-C6DDA726BF3D}" type="sibTrans" cxnId="{57A48995-AA90-4C21-BC12-E33B66B118F9}">
      <dgm:prSet/>
      <dgm:spPr/>
      <dgm:t>
        <a:bodyPr/>
        <a:lstStyle/>
        <a:p>
          <a:endParaRPr lang="da-DK"/>
        </a:p>
      </dgm:t>
    </dgm:pt>
    <dgm:pt modelId="{CFBAD975-A44F-4BD7-AA6B-7B1FBB98941F}">
      <dgm:prSet phldrT="[Tekst]"/>
      <dgm:spPr/>
      <dgm:t>
        <a:bodyPr/>
        <a:lstStyle/>
        <a:p>
          <a:r>
            <a:rPr lang="da-DK" dirty="0"/>
            <a:t>Grundstoffer</a:t>
          </a:r>
        </a:p>
      </dgm:t>
    </dgm:pt>
    <dgm:pt modelId="{8C5DE268-18CB-4563-824F-AB7971EC38CB}" type="parTrans" cxnId="{A035369B-B540-4269-8C9F-92299C0C5230}">
      <dgm:prSet/>
      <dgm:spPr/>
      <dgm:t>
        <a:bodyPr/>
        <a:lstStyle/>
        <a:p>
          <a:endParaRPr lang="da-DK"/>
        </a:p>
      </dgm:t>
    </dgm:pt>
    <dgm:pt modelId="{52B27DEE-FC9D-4739-8B6E-D5004F7486C5}" type="sibTrans" cxnId="{A035369B-B540-4269-8C9F-92299C0C5230}">
      <dgm:prSet/>
      <dgm:spPr/>
      <dgm:t>
        <a:bodyPr/>
        <a:lstStyle/>
        <a:p>
          <a:endParaRPr lang="da-DK"/>
        </a:p>
      </dgm:t>
    </dgm:pt>
    <dgm:pt modelId="{3EA13F8B-76BA-499B-8991-7B70FEC7636F}">
      <dgm:prSet phldrT="[Tekst]"/>
      <dgm:spPr/>
      <dgm:t>
        <a:bodyPr/>
        <a:lstStyle/>
        <a:p>
          <a:r>
            <a:rPr lang="da-DK" dirty="0"/>
            <a:t>Kemiske forbindelser</a:t>
          </a:r>
        </a:p>
      </dgm:t>
    </dgm:pt>
    <dgm:pt modelId="{DD1136FD-EC1E-4DEF-B454-355827C92264}" type="parTrans" cxnId="{69D7605D-5A56-431C-ABB6-8ADB228C14C1}">
      <dgm:prSet/>
      <dgm:spPr/>
      <dgm:t>
        <a:bodyPr/>
        <a:lstStyle/>
        <a:p>
          <a:endParaRPr lang="da-DK"/>
        </a:p>
      </dgm:t>
    </dgm:pt>
    <dgm:pt modelId="{FE7887FF-BE56-4249-BE07-891280F5B925}" type="sibTrans" cxnId="{69D7605D-5A56-431C-ABB6-8ADB228C14C1}">
      <dgm:prSet/>
      <dgm:spPr/>
      <dgm:t>
        <a:bodyPr/>
        <a:lstStyle/>
        <a:p>
          <a:endParaRPr lang="da-DK"/>
        </a:p>
      </dgm:t>
    </dgm:pt>
    <dgm:pt modelId="{D697E1E7-CE8F-4A90-AF35-A1B1E07E998A}" type="asst">
      <dgm:prSet/>
      <dgm:spPr/>
      <dgm:t>
        <a:bodyPr/>
        <a:lstStyle/>
        <a:p>
          <a:r>
            <a:rPr lang="da-DK" dirty="0"/>
            <a:t>Metal</a:t>
          </a:r>
        </a:p>
      </dgm:t>
    </dgm:pt>
    <dgm:pt modelId="{07D465A2-A7C0-4EE6-93A4-08B5D99EC3F5}" type="parTrans" cxnId="{0D937AFC-91FE-4E82-B1A4-FDE40202C133}">
      <dgm:prSet/>
      <dgm:spPr/>
      <dgm:t>
        <a:bodyPr/>
        <a:lstStyle/>
        <a:p>
          <a:endParaRPr lang="da-DK"/>
        </a:p>
      </dgm:t>
    </dgm:pt>
    <dgm:pt modelId="{05A3D10D-9C9B-454D-AA81-16AFA161289F}" type="sibTrans" cxnId="{0D937AFC-91FE-4E82-B1A4-FDE40202C133}">
      <dgm:prSet/>
      <dgm:spPr/>
      <dgm:t>
        <a:bodyPr/>
        <a:lstStyle/>
        <a:p>
          <a:endParaRPr lang="da-DK"/>
        </a:p>
      </dgm:t>
    </dgm:pt>
    <dgm:pt modelId="{9491B6E2-F06E-400E-A5AF-A5921864943C}" type="asst">
      <dgm:prSet/>
      <dgm:spPr/>
      <dgm:t>
        <a:bodyPr/>
        <a:lstStyle/>
        <a:p>
          <a:r>
            <a:rPr lang="da-DK" dirty="0"/>
            <a:t>Ikkemetal</a:t>
          </a:r>
        </a:p>
      </dgm:t>
    </dgm:pt>
    <dgm:pt modelId="{28328407-9327-412D-8A26-51954EFF36A0}" type="parTrans" cxnId="{4C90C593-0D75-425B-8887-518F20B9A3B1}">
      <dgm:prSet/>
      <dgm:spPr/>
      <dgm:t>
        <a:bodyPr/>
        <a:lstStyle/>
        <a:p>
          <a:endParaRPr lang="da-DK"/>
        </a:p>
      </dgm:t>
    </dgm:pt>
    <dgm:pt modelId="{5CDADF19-CBC2-4CE0-89C1-16A5FB3B307A}" type="sibTrans" cxnId="{4C90C593-0D75-425B-8887-518F20B9A3B1}">
      <dgm:prSet/>
      <dgm:spPr/>
      <dgm:t>
        <a:bodyPr/>
        <a:lstStyle/>
        <a:p>
          <a:endParaRPr lang="da-DK"/>
        </a:p>
      </dgm:t>
    </dgm:pt>
    <dgm:pt modelId="{DA06D22E-0105-46E2-824B-662F76165BB8}" type="asst">
      <dgm:prSet/>
      <dgm:spPr/>
      <dgm:t>
        <a:bodyPr/>
        <a:lstStyle/>
        <a:p>
          <a:r>
            <a:rPr lang="da-DK" dirty="0"/>
            <a:t>Ionforbindelse</a:t>
          </a:r>
        </a:p>
        <a:p>
          <a:r>
            <a:rPr lang="da-DK" dirty="0"/>
            <a:t>(M+IM)</a:t>
          </a:r>
        </a:p>
      </dgm:t>
    </dgm:pt>
    <dgm:pt modelId="{598F198B-AB8D-4229-ACBE-E5C17D8F0DD8}" type="parTrans" cxnId="{22FC0D4A-BF72-4436-8EE7-AC5581341F7D}">
      <dgm:prSet/>
      <dgm:spPr/>
      <dgm:t>
        <a:bodyPr/>
        <a:lstStyle/>
        <a:p>
          <a:endParaRPr lang="da-DK"/>
        </a:p>
      </dgm:t>
    </dgm:pt>
    <dgm:pt modelId="{5B4EFD23-8DA0-437D-9035-54D81B4D993C}" type="sibTrans" cxnId="{22FC0D4A-BF72-4436-8EE7-AC5581341F7D}">
      <dgm:prSet/>
      <dgm:spPr/>
      <dgm:t>
        <a:bodyPr/>
        <a:lstStyle/>
        <a:p>
          <a:endParaRPr lang="da-DK"/>
        </a:p>
      </dgm:t>
    </dgm:pt>
    <dgm:pt modelId="{4843FC2A-D381-4FFC-ABB0-B89E8077C1EB}" type="asst">
      <dgm:prSet/>
      <dgm:spPr/>
      <dgm:t>
        <a:bodyPr/>
        <a:lstStyle/>
        <a:p>
          <a:r>
            <a:rPr lang="da-DK" dirty="0"/>
            <a:t>Molekylforbindelse</a:t>
          </a:r>
        </a:p>
        <a:p>
          <a:r>
            <a:rPr lang="da-DK" dirty="0"/>
            <a:t>(IM+IM)</a:t>
          </a:r>
        </a:p>
      </dgm:t>
    </dgm:pt>
    <dgm:pt modelId="{DE307598-76DA-49BB-A260-C844E19C1F08}" type="parTrans" cxnId="{A61D4D95-43D3-4619-AB61-89A80A36BBAB}">
      <dgm:prSet/>
      <dgm:spPr/>
      <dgm:t>
        <a:bodyPr/>
        <a:lstStyle/>
        <a:p>
          <a:endParaRPr lang="da-DK"/>
        </a:p>
      </dgm:t>
    </dgm:pt>
    <dgm:pt modelId="{17030FD1-CA3C-4A3F-B95C-9E0B6E082280}" type="sibTrans" cxnId="{A61D4D95-43D3-4619-AB61-89A80A36BBAB}">
      <dgm:prSet/>
      <dgm:spPr/>
      <dgm:t>
        <a:bodyPr/>
        <a:lstStyle/>
        <a:p>
          <a:endParaRPr lang="da-DK"/>
        </a:p>
      </dgm:t>
    </dgm:pt>
    <dgm:pt modelId="{411011AC-6B79-47FD-AADF-3FAC82D0D298}" type="pres">
      <dgm:prSet presAssocID="{1DF1D0B1-CA7B-4C5D-B923-2E7C4305C85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C0C3860-906E-4A83-B929-56B6BDB83475}" type="pres">
      <dgm:prSet presAssocID="{5A8EF0AE-0969-49F8-9DC4-70A3932D1858}" presName="hierRoot1" presStyleCnt="0">
        <dgm:presLayoutVars>
          <dgm:hierBranch val="init"/>
        </dgm:presLayoutVars>
      </dgm:prSet>
      <dgm:spPr/>
    </dgm:pt>
    <dgm:pt modelId="{4CCACD53-85C4-4F5D-830A-2E68D18D9171}" type="pres">
      <dgm:prSet presAssocID="{5A8EF0AE-0969-49F8-9DC4-70A3932D1858}" presName="rootComposite1" presStyleCnt="0"/>
      <dgm:spPr/>
    </dgm:pt>
    <dgm:pt modelId="{7856E472-A10C-4B37-A5E5-9D2C1DF0C881}" type="pres">
      <dgm:prSet presAssocID="{5A8EF0AE-0969-49F8-9DC4-70A3932D1858}" presName="rootText1" presStyleLbl="node0" presStyleIdx="0" presStyleCnt="1">
        <dgm:presLayoutVars>
          <dgm:chPref val="3"/>
        </dgm:presLayoutVars>
      </dgm:prSet>
      <dgm:spPr/>
    </dgm:pt>
    <dgm:pt modelId="{00A094B0-6E70-4604-AC9D-A112F4331FD2}" type="pres">
      <dgm:prSet presAssocID="{5A8EF0AE-0969-49F8-9DC4-70A3932D1858}" presName="rootConnector1" presStyleLbl="node1" presStyleIdx="0" presStyleCnt="0"/>
      <dgm:spPr/>
    </dgm:pt>
    <dgm:pt modelId="{B6761FAC-2EF5-4FD1-865C-2634006E9AA8}" type="pres">
      <dgm:prSet presAssocID="{5A8EF0AE-0969-49F8-9DC4-70A3932D1858}" presName="hierChild2" presStyleCnt="0"/>
      <dgm:spPr/>
    </dgm:pt>
    <dgm:pt modelId="{EEECDBC3-2ED3-44A6-9813-1DDBF2403A9C}" type="pres">
      <dgm:prSet presAssocID="{8C5DE268-18CB-4563-824F-AB7971EC38CB}" presName="Name37" presStyleLbl="parChTrans1D2" presStyleIdx="0" presStyleCnt="2"/>
      <dgm:spPr/>
    </dgm:pt>
    <dgm:pt modelId="{6FE0FEE0-A3EE-4F48-8AC0-862EFEF9EE8B}" type="pres">
      <dgm:prSet presAssocID="{CFBAD975-A44F-4BD7-AA6B-7B1FBB98941F}" presName="hierRoot2" presStyleCnt="0">
        <dgm:presLayoutVars>
          <dgm:hierBranch val="init"/>
        </dgm:presLayoutVars>
      </dgm:prSet>
      <dgm:spPr/>
    </dgm:pt>
    <dgm:pt modelId="{160A250F-3ECD-454A-B9C0-E3B7D0144897}" type="pres">
      <dgm:prSet presAssocID="{CFBAD975-A44F-4BD7-AA6B-7B1FBB98941F}" presName="rootComposite" presStyleCnt="0"/>
      <dgm:spPr/>
    </dgm:pt>
    <dgm:pt modelId="{086A4207-F89C-45D9-BA3E-6D770D951D30}" type="pres">
      <dgm:prSet presAssocID="{CFBAD975-A44F-4BD7-AA6B-7B1FBB98941F}" presName="rootText" presStyleLbl="node2" presStyleIdx="0" presStyleCnt="2">
        <dgm:presLayoutVars>
          <dgm:chPref val="3"/>
        </dgm:presLayoutVars>
      </dgm:prSet>
      <dgm:spPr/>
    </dgm:pt>
    <dgm:pt modelId="{C9B5BA76-4D2B-4273-B62F-700AB8E4322B}" type="pres">
      <dgm:prSet presAssocID="{CFBAD975-A44F-4BD7-AA6B-7B1FBB98941F}" presName="rootConnector" presStyleLbl="node2" presStyleIdx="0" presStyleCnt="2"/>
      <dgm:spPr/>
    </dgm:pt>
    <dgm:pt modelId="{070E4411-46E2-4CAE-8151-8134A0D4CACE}" type="pres">
      <dgm:prSet presAssocID="{CFBAD975-A44F-4BD7-AA6B-7B1FBB98941F}" presName="hierChild4" presStyleCnt="0"/>
      <dgm:spPr/>
    </dgm:pt>
    <dgm:pt modelId="{57D6F92E-9322-456C-800A-D2BADDE6BE00}" type="pres">
      <dgm:prSet presAssocID="{CFBAD975-A44F-4BD7-AA6B-7B1FBB98941F}" presName="hierChild5" presStyleCnt="0"/>
      <dgm:spPr/>
    </dgm:pt>
    <dgm:pt modelId="{D16A5C6D-C4BB-4EEA-93B2-6E9D00881F3B}" type="pres">
      <dgm:prSet presAssocID="{07D465A2-A7C0-4EE6-93A4-08B5D99EC3F5}" presName="Name111" presStyleLbl="parChTrans1D3" presStyleIdx="0" presStyleCnt="4"/>
      <dgm:spPr/>
    </dgm:pt>
    <dgm:pt modelId="{A7DDB8EA-EC2E-401B-B5B9-DEB9A0B09FCA}" type="pres">
      <dgm:prSet presAssocID="{D697E1E7-CE8F-4A90-AF35-A1B1E07E998A}" presName="hierRoot3" presStyleCnt="0">
        <dgm:presLayoutVars>
          <dgm:hierBranch val="init"/>
        </dgm:presLayoutVars>
      </dgm:prSet>
      <dgm:spPr/>
    </dgm:pt>
    <dgm:pt modelId="{42AECDF7-08AC-43DC-B56B-CE3D0A59E046}" type="pres">
      <dgm:prSet presAssocID="{D697E1E7-CE8F-4A90-AF35-A1B1E07E998A}" presName="rootComposite3" presStyleCnt="0"/>
      <dgm:spPr/>
    </dgm:pt>
    <dgm:pt modelId="{6B872E6F-EBCB-4E61-B7AB-8A44B07265E7}" type="pres">
      <dgm:prSet presAssocID="{D697E1E7-CE8F-4A90-AF35-A1B1E07E998A}" presName="rootText3" presStyleLbl="asst2" presStyleIdx="0" presStyleCnt="4">
        <dgm:presLayoutVars>
          <dgm:chPref val="3"/>
        </dgm:presLayoutVars>
      </dgm:prSet>
      <dgm:spPr/>
    </dgm:pt>
    <dgm:pt modelId="{5B4BDCD1-665C-4557-830F-6B53F7C1B0A1}" type="pres">
      <dgm:prSet presAssocID="{D697E1E7-CE8F-4A90-AF35-A1B1E07E998A}" presName="rootConnector3" presStyleLbl="asst2" presStyleIdx="0" presStyleCnt="4"/>
      <dgm:spPr/>
    </dgm:pt>
    <dgm:pt modelId="{AC74E3A7-FCD5-4DD9-83B1-17DD3A24FD80}" type="pres">
      <dgm:prSet presAssocID="{D697E1E7-CE8F-4A90-AF35-A1B1E07E998A}" presName="hierChild6" presStyleCnt="0"/>
      <dgm:spPr/>
    </dgm:pt>
    <dgm:pt modelId="{E7388068-3114-4043-B8F4-C0BE3CC49648}" type="pres">
      <dgm:prSet presAssocID="{D697E1E7-CE8F-4A90-AF35-A1B1E07E998A}" presName="hierChild7" presStyleCnt="0"/>
      <dgm:spPr/>
    </dgm:pt>
    <dgm:pt modelId="{3B32CDAA-F5F9-4688-9F06-4E5CCB2E4BFD}" type="pres">
      <dgm:prSet presAssocID="{28328407-9327-412D-8A26-51954EFF36A0}" presName="Name111" presStyleLbl="parChTrans1D3" presStyleIdx="1" presStyleCnt="4"/>
      <dgm:spPr/>
    </dgm:pt>
    <dgm:pt modelId="{DC716A97-2CC1-4028-9B49-11D8ADD7C0D5}" type="pres">
      <dgm:prSet presAssocID="{9491B6E2-F06E-400E-A5AF-A5921864943C}" presName="hierRoot3" presStyleCnt="0">
        <dgm:presLayoutVars>
          <dgm:hierBranch val="init"/>
        </dgm:presLayoutVars>
      </dgm:prSet>
      <dgm:spPr/>
    </dgm:pt>
    <dgm:pt modelId="{73C65A42-E998-446B-8C4C-1933D65A3793}" type="pres">
      <dgm:prSet presAssocID="{9491B6E2-F06E-400E-A5AF-A5921864943C}" presName="rootComposite3" presStyleCnt="0"/>
      <dgm:spPr/>
    </dgm:pt>
    <dgm:pt modelId="{892D19A6-1253-4065-9C7D-588846A49DB8}" type="pres">
      <dgm:prSet presAssocID="{9491B6E2-F06E-400E-A5AF-A5921864943C}" presName="rootText3" presStyleLbl="asst2" presStyleIdx="1" presStyleCnt="4">
        <dgm:presLayoutVars>
          <dgm:chPref val="3"/>
        </dgm:presLayoutVars>
      </dgm:prSet>
      <dgm:spPr/>
    </dgm:pt>
    <dgm:pt modelId="{5598EB9E-FE09-4EAD-82BD-16A87C87DE4E}" type="pres">
      <dgm:prSet presAssocID="{9491B6E2-F06E-400E-A5AF-A5921864943C}" presName="rootConnector3" presStyleLbl="asst2" presStyleIdx="1" presStyleCnt="4"/>
      <dgm:spPr/>
    </dgm:pt>
    <dgm:pt modelId="{1677DA1A-CC4B-4F94-ABE8-E22EBCF17BD0}" type="pres">
      <dgm:prSet presAssocID="{9491B6E2-F06E-400E-A5AF-A5921864943C}" presName="hierChild6" presStyleCnt="0"/>
      <dgm:spPr/>
    </dgm:pt>
    <dgm:pt modelId="{C8D23EDC-1889-483B-BFA8-007EBD1A10CA}" type="pres">
      <dgm:prSet presAssocID="{9491B6E2-F06E-400E-A5AF-A5921864943C}" presName="hierChild7" presStyleCnt="0"/>
      <dgm:spPr/>
    </dgm:pt>
    <dgm:pt modelId="{29B2ED87-F8DF-426D-8F7E-F4CD74AD8113}" type="pres">
      <dgm:prSet presAssocID="{DD1136FD-EC1E-4DEF-B454-355827C92264}" presName="Name37" presStyleLbl="parChTrans1D2" presStyleIdx="1" presStyleCnt="2"/>
      <dgm:spPr/>
    </dgm:pt>
    <dgm:pt modelId="{1A45D572-FC7A-491E-9F02-83C9E9DF826D}" type="pres">
      <dgm:prSet presAssocID="{3EA13F8B-76BA-499B-8991-7B70FEC7636F}" presName="hierRoot2" presStyleCnt="0">
        <dgm:presLayoutVars>
          <dgm:hierBranch val="init"/>
        </dgm:presLayoutVars>
      </dgm:prSet>
      <dgm:spPr/>
    </dgm:pt>
    <dgm:pt modelId="{01EC0960-5C42-495C-9C7B-18497AC5F680}" type="pres">
      <dgm:prSet presAssocID="{3EA13F8B-76BA-499B-8991-7B70FEC7636F}" presName="rootComposite" presStyleCnt="0"/>
      <dgm:spPr/>
    </dgm:pt>
    <dgm:pt modelId="{7C383CE9-8016-4999-B4BA-AFB3ED6C1156}" type="pres">
      <dgm:prSet presAssocID="{3EA13F8B-76BA-499B-8991-7B70FEC7636F}" presName="rootText" presStyleLbl="node2" presStyleIdx="1" presStyleCnt="2">
        <dgm:presLayoutVars>
          <dgm:chPref val="3"/>
        </dgm:presLayoutVars>
      </dgm:prSet>
      <dgm:spPr/>
    </dgm:pt>
    <dgm:pt modelId="{DEB22120-FE15-492F-83C0-A853368BEAD1}" type="pres">
      <dgm:prSet presAssocID="{3EA13F8B-76BA-499B-8991-7B70FEC7636F}" presName="rootConnector" presStyleLbl="node2" presStyleIdx="1" presStyleCnt="2"/>
      <dgm:spPr/>
    </dgm:pt>
    <dgm:pt modelId="{D6AF287C-D2E4-480A-929C-89BEC592897C}" type="pres">
      <dgm:prSet presAssocID="{3EA13F8B-76BA-499B-8991-7B70FEC7636F}" presName="hierChild4" presStyleCnt="0"/>
      <dgm:spPr/>
    </dgm:pt>
    <dgm:pt modelId="{2B397CB0-3ABA-4732-B2C5-2F31A31E9113}" type="pres">
      <dgm:prSet presAssocID="{3EA13F8B-76BA-499B-8991-7B70FEC7636F}" presName="hierChild5" presStyleCnt="0"/>
      <dgm:spPr/>
    </dgm:pt>
    <dgm:pt modelId="{031D3E22-A214-4779-959D-5CE6019CC984}" type="pres">
      <dgm:prSet presAssocID="{598F198B-AB8D-4229-ACBE-E5C17D8F0DD8}" presName="Name111" presStyleLbl="parChTrans1D3" presStyleIdx="2" presStyleCnt="4"/>
      <dgm:spPr/>
    </dgm:pt>
    <dgm:pt modelId="{D5664F9F-0CDB-4ED2-914F-54928B941E22}" type="pres">
      <dgm:prSet presAssocID="{DA06D22E-0105-46E2-824B-662F76165BB8}" presName="hierRoot3" presStyleCnt="0">
        <dgm:presLayoutVars>
          <dgm:hierBranch val="init"/>
        </dgm:presLayoutVars>
      </dgm:prSet>
      <dgm:spPr/>
    </dgm:pt>
    <dgm:pt modelId="{2569907E-C77D-4EA5-B597-27A026353D99}" type="pres">
      <dgm:prSet presAssocID="{DA06D22E-0105-46E2-824B-662F76165BB8}" presName="rootComposite3" presStyleCnt="0"/>
      <dgm:spPr/>
    </dgm:pt>
    <dgm:pt modelId="{02789FCD-1391-4E3B-96D4-1666DB8E9A09}" type="pres">
      <dgm:prSet presAssocID="{DA06D22E-0105-46E2-824B-662F76165BB8}" presName="rootText3" presStyleLbl="asst2" presStyleIdx="2" presStyleCnt="4">
        <dgm:presLayoutVars>
          <dgm:chPref val="3"/>
        </dgm:presLayoutVars>
      </dgm:prSet>
      <dgm:spPr/>
    </dgm:pt>
    <dgm:pt modelId="{61610F9E-2608-4478-887C-4B72BE67EF22}" type="pres">
      <dgm:prSet presAssocID="{DA06D22E-0105-46E2-824B-662F76165BB8}" presName="rootConnector3" presStyleLbl="asst2" presStyleIdx="2" presStyleCnt="4"/>
      <dgm:spPr/>
    </dgm:pt>
    <dgm:pt modelId="{D5182520-E2EC-4A0C-9EAF-287E1062BA0A}" type="pres">
      <dgm:prSet presAssocID="{DA06D22E-0105-46E2-824B-662F76165BB8}" presName="hierChild6" presStyleCnt="0"/>
      <dgm:spPr/>
    </dgm:pt>
    <dgm:pt modelId="{C7D0816B-C3BC-4626-967A-DD5F0C48D891}" type="pres">
      <dgm:prSet presAssocID="{DA06D22E-0105-46E2-824B-662F76165BB8}" presName="hierChild7" presStyleCnt="0"/>
      <dgm:spPr/>
    </dgm:pt>
    <dgm:pt modelId="{B8B88DE1-9D29-41A1-95C0-17136764C6DA}" type="pres">
      <dgm:prSet presAssocID="{DE307598-76DA-49BB-A260-C844E19C1F08}" presName="Name111" presStyleLbl="parChTrans1D3" presStyleIdx="3" presStyleCnt="4"/>
      <dgm:spPr/>
    </dgm:pt>
    <dgm:pt modelId="{18F085AC-93B9-45E7-9D66-D1953F37279B}" type="pres">
      <dgm:prSet presAssocID="{4843FC2A-D381-4FFC-ABB0-B89E8077C1EB}" presName="hierRoot3" presStyleCnt="0">
        <dgm:presLayoutVars>
          <dgm:hierBranch val="init"/>
        </dgm:presLayoutVars>
      </dgm:prSet>
      <dgm:spPr/>
    </dgm:pt>
    <dgm:pt modelId="{B477ECC0-8E5A-4133-9D34-C2EC358D1C62}" type="pres">
      <dgm:prSet presAssocID="{4843FC2A-D381-4FFC-ABB0-B89E8077C1EB}" presName="rootComposite3" presStyleCnt="0"/>
      <dgm:spPr/>
    </dgm:pt>
    <dgm:pt modelId="{49DA2B79-AF34-467F-ADAF-296AA00840CD}" type="pres">
      <dgm:prSet presAssocID="{4843FC2A-D381-4FFC-ABB0-B89E8077C1EB}" presName="rootText3" presStyleLbl="asst2" presStyleIdx="3" presStyleCnt="4">
        <dgm:presLayoutVars>
          <dgm:chPref val="3"/>
        </dgm:presLayoutVars>
      </dgm:prSet>
      <dgm:spPr/>
    </dgm:pt>
    <dgm:pt modelId="{72AA5F73-E523-4626-A630-DCB8D85C9E56}" type="pres">
      <dgm:prSet presAssocID="{4843FC2A-D381-4FFC-ABB0-B89E8077C1EB}" presName="rootConnector3" presStyleLbl="asst2" presStyleIdx="3" presStyleCnt="4"/>
      <dgm:spPr/>
    </dgm:pt>
    <dgm:pt modelId="{ABB6AB38-D04A-4AEA-9D1A-184FAE866690}" type="pres">
      <dgm:prSet presAssocID="{4843FC2A-D381-4FFC-ABB0-B89E8077C1EB}" presName="hierChild6" presStyleCnt="0"/>
      <dgm:spPr/>
    </dgm:pt>
    <dgm:pt modelId="{CD3E9E28-6E00-41E2-8CD6-007FDF090069}" type="pres">
      <dgm:prSet presAssocID="{4843FC2A-D381-4FFC-ABB0-B89E8077C1EB}" presName="hierChild7" presStyleCnt="0"/>
      <dgm:spPr/>
    </dgm:pt>
    <dgm:pt modelId="{4844844C-6DF2-44FF-8E95-0F1E5412E8B4}" type="pres">
      <dgm:prSet presAssocID="{5A8EF0AE-0969-49F8-9DC4-70A3932D1858}" presName="hierChild3" presStyleCnt="0"/>
      <dgm:spPr/>
    </dgm:pt>
  </dgm:ptLst>
  <dgm:cxnLst>
    <dgm:cxn modelId="{B0BEA71F-9DC0-4788-BA72-0E5282CD33B8}" type="presOf" srcId="{9491B6E2-F06E-400E-A5AF-A5921864943C}" destId="{892D19A6-1253-4065-9C7D-588846A49DB8}" srcOrd="0" destOrd="0" presId="urn:microsoft.com/office/officeart/2005/8/layout/orgChart1"/>
    <dgm:cxn modelId="{D973DC1F-64DB-48C7-8FAB-FC8CE4F35322}" type="presOf" srcId="{5A8EF0AE-0969-49F8-9DC4-70A3932D1858}" destId="{00A094B0-6E70-4604-AC9D-A112F4331FD2}" srcOrd="1" destOrd="0" presId="urn:microsoft.com/office/officeart/2005/8/layout/orgChart1"/>
    <dgm:cxn modelId="{F365B724-4CE9-4E89-B018-2857A8734F41}" type="presOf" srcId="{CFBAD975-A44F-4BD7-AA6B-7B1FBB98941F}" destId="{C9B5BA76-4D2B-4273-B62F-700AB8E4322B}" srcOrd="1" destOrd="0" presId="urn:microsoft.com/office/officeart/2005/8/layout/orgChart1"/>
    <dgm:cxn modelId="{8ABDE834-FAB6-495C-9158-0BD9FD017B3B}" type="presOf" srcId="{8C5DE268-18CB-4563-824F-AB7971EC38CB}" destId="{EEECDBC3-2ED3-44A6-9813-1DDBF2403A9C}" srcOrd="0" destOrd="0" presId="urn:microsoft.com/office/officeart/2005/8/layout/orgChart1"/>
    <dgm:cxn modelId="{FDAED53B-2D95-40C3-ADFC-95CA036E0F90}" type="presOf" srcId="{4843FC2A-D381-4FFC-ABB0-B89E8077C1EB}" destId="{49DA2B79-AF34-467F-ADAF-296AA00840CD}" srcOrd="0" destOrd="0" presId="urn:microsoft.com/office/officeart/2005/8/layout/orgChart1"/>
    <dgm:cxn modelId="{69D7605D-5A56-431C-ABB6-8ADB228C14C1}" srcId="{5A8EF0AE-0969-49F8-9DC4-70A3932D1858}" destId="{3EA13F8B-76BA-499B-8991-7B70FEC7636F}" srcOrd="1" destOrd="0" parTransId="{DD1136FD-EC1E-4DEF-B454-355827C92264}" sibTransId="{FE7887FF-BE56-4249-BE07-891280F5B925}"/>
    <dgm:cxn modelId="{FF5CF861-067D-4B4A-B704-B5244D579025}" type="presOf" srcId="{1DF1D0B1-CA7B-4C5D-B923-2E7C4305C853}" destId="{411011AC-6B79-47FD-AADF-3FAC82D0D298}" srcOrd="0" destOrd="0" presId="urn:microsoft.com/office/officeart/2005/8/layout/orgChart1"/>
    <dgm:cxn modelId="{2ADEDD47-DF48-4758-B467-A1CE48249003}" type="presOf" srcId="{5A8EF0AE-0969-49F8-9DC4-70A3932D1858}" destId="{7856E472-A10C-4B37-A5E5-9D2C1DF0C881}" srcOrd="0" destOrd="0" presId="urn:microsoft.com/office/officeart/2005/8/layout/orgChart1"/>
    <dgm:cxn modelId="{D1E8BB68-EC95-411B-835A-B1692CE5F2AE}" type="presOf" srcId="{4843FC2A-D381-4FFC-ABB0-B89E8077C1EB}" destId="{72AA5F73-E523-4626-A630-DCB8D85C9E56}" srcOrd="1" destOrd="0" presId="urn:microsoft.com/office/officeart/2005/8/layout/orgChart1"/>
    <dgm:cxn modelId="{22FC0D4A-BF72-4436-8EE7-AC5581341F7D}" srcId="{3EA13F8B-76BA-499B-8991-7B70FEC7636F}" destId="{DA06D22E-0105-46E2-824B-662F76165BB8}" srcOrd="0" destOrd="0" parTransId="{598F198B-AB8D-4229-ACBE-E5C17D8F0DD8}" sibTransId="{5B4EFD23-8DA0-437D-9035-54D81B4D993C}"/>
    <dgm:cxn modelId="{766C744A-F36F-482C-BEF0-EA7605A51354}" type="presOf" srcId="{DA06D22E-0105-46E2-824B-662F76165BB8}" destId="{61610F9E-2608-4478-887C-4B72BE67EF22}" srcOrd="1" destOrd="0" presId="urn:microsoft.com/office/officeart/2005/8/layout/orgChart1"/>
    <dgm:cxn modelId="{F78D0D4E-220F-4DF3-90B7-66371DACE64C}" type="presOf" srcId="{D697E1E7-CE8F-4A90-AF35-A1B1E07E998A}" destId="{5B4BDCD1-665C-4557-830F-6B53F7C1B0A1}" srcOrd="1" destOrd="0" presId="urn:microsoft.com/office/officeart/2005/8/layout/orgChart1"/>
    <dgm:cxn modelId="{528E0472-4C69-424E-942B-6E861796FE6D}" type="presOf" srcId="{CFBAD975-A44F-4BD7-AA6B-7B1FBB98941F}" destId="{086A4207-F89C-45D9-BA3E-6D770D951D30}" srcOrd="0" destOrd="0" presId="urn:microsoft.com/office/officeart/2005/8/layout/orgChart1"/>
    <dgm:cxn modelId="{9103FB75-7356-4C97-9F08-2B6FC4024B42}" type="presOf" srcId="{3EA13F8B-76BA-499B-8991-7B70FEC7636F}" destId="{DEB22120-FE15-492F-83C0-A853368BEAD1}" srcOrd="1" destOrd="0" presId="urn:microsoft.com/office/officeart/2005/8/layout/orgChart1"/>
    <dgm:cxn modelId="{7CEEA777-8D52-49DB-86CB-2F3B336576F3}" type="presOf" srcId="{07D465A2-A7C0-4EE6-93A4-08B5D99EC3F5}" destId="{D16A5C6D-C4BB-4EEA-93B2-6E9D00881F3B}" srcOrd="0" destOrd="0" presId="urn:microsoft.com/office/officeart/2005/8/layout/orgChart1"/>
    <dgm:cxn modelId="{5055D38E-CBEE-47AA-A5F7-734713C10BA0}" type="presOf" srcId="{DA06D22E-0105-46E2-824B-662F76165BB8}" destId="{02789FCD-1391-4E3B-96D4-1666DB8E9A09}" srcOrd="0" destOrd="0" presId="urn:microsoft.com/office/officeart/2005/8/layout/orgChart1"/>
    <dgm:cxn modelId="{4C90C593-0D75-425B-8887-518F20B9A3B1}" srcId="{CFBAD975-A44F-4BD7-AA6B-7B1FBB98941F}" destId="{9491B6E2-F06E-400E-A5AF-A5921864943C}" srcOrd="1" destOrd="0" parTransId="{28328407-9327-412D-8A26-51954EFF36A0}" sibTransId="{5CDADF19-CBC2-4CE0-89C1-16A5FB3B307A}"/>
    <dgm:cxn modelId="{A61D4D95-43D3-4619-AB61-89A80A36BBAB}" srcId="{3EA13F8B-76BA-499B-8991-7B70FEC7636F}" destId="{4843FC2A-D381-4FFC-ABB0-B89E8077C1EB}" srcOrd="1" destOrd="0" parTransId="{DE307598-76DA-49BB-A260-C844E19C1F08}" sibTransId="{17030FD1-CA3C-4A3F-B95C-9E0B6E082280}"/>
    <dgm:cxn modelId="{57A48995-AA90-4C21-BC12-E33B66B118F9}" srcId="{1DF1D0B1-CA7B-4C5D-B923-2E7C4305C853}" destId="{5A8EF0AE-0969-49F8-9DC4-70A3932D1858}" srcOrd="0" destOrd="0" parTransId="{578C025F-46BD-4EC4-91C3-4C5631E5B2C0}" sibTransId="{2BBC941B-61A6-4D50-8555-C6DDA726BF3D}"/>
    <dgm:cxn modelId="{983F9999-3C9A-4D56-A9DE-1EF32C932FDF}" type="presOf" srcId="{3EA13F8B-76BA-499B-8991-7B70FEC7636F}" destId="{7C383CE9-8016-4999-B4BA-AFB3ED6C1156}" srcOrd="0" destOrd="0" presId="urn:microsoft.com/office/officeart/2005/8/layout/orgChart1"/>
    <dgm:cxn modelId="{A035369B-B540-4269-8C9F-92299C0C5230}" srcId="{5A8EF0AE-0969-49F8-9DC4-70A3932D1858}" destId="{CFBAD975-A44F-4BD7-AA6B-7B1FBB98941F}" srcOrd="0" destOrd="0" parTransId="{8C5DE268-18CB-4563-824F-AB7971EC38CB}" sibTransId="{52B27DEE-FC9D-4739-8B6E-D5004F7486C5}"/>
    <dgm:cxn modelId="{CE51F49F-58E5-4452-BB66-8F947FF41058}" type="presOf" srcId="{9491B6E2-F06E-400E-A5AF-A5921864943C}" destId="{5598EB9E-FE09-4EAD-82BD-16A87C87DE4E}" srcOrd="1" destOrd="0" presId="urn:microsoft.com/office/officeart/2005/8/layout/orgChart1"/>
    <dgm:cxn modelId="{C97D70C8-8C05-4A41-A3D4-DA243BAD5269}" type="presOf" srcId="{598F198B-AB8D-4229-ACBE-E5C17D8F0DD8}" destId="{031D3E22-A214-4779-959D-5CE6019CC984}" srcOrd="0" destOrd="0" presId="urn:microsoft.com/office/officeart/2005/8/layout/orgChart1"/>
    <dgm:cxn modelId="{25BB89C8-3886-4F69-AFFE-AEDFC6B741E1}" type="presOf" srcId="{DE307598-76DA-49BB-A260-C844E19C1F08}" destId="{B8B88DE1-9D29-41A1-95C0-17136764C6DA}" srcOrd="0" destOrd="0" presId="urn:microsoft.com/office/officeart/2005/8/layout/orgChart1"/>
    <dgm:cxn modelId="{43024BCF-7BDE-4FE9-9DDF-ED3D7527922F}" type="presOf" srcId="{DD1136FD-EC1E-4DEF-B454-355827C92264}" destId="{29B2ED87-F8DF-426D-8F7E-F4CD74AD8113}" srcOrd="0" destOrd="0" presId="urn:microsoft.com/office/officeart/2005/8/layout/orgChart1"/>
    <dgm:cxn modelId="{DCD0EFD9-CC8E-44E5-81F0-B06347931951}" type="presOf" srcId="{28328407-9327-412D-8A26-51954EFF36A0}" destId="{3B32CDAA-F5F9-4688-9F06-4E5CCB2E4BFD}" srcOrd="0" destOrd="0" presId="urn:microsoft.com/office/officeart/2005/8/layout/orgChart1"/>
    <dgm:cxn modelId="{0D937AFC-91FE-4E82-B1A4-FDE40202C133}" srcId="{CFBAD975-A44F-4BD7-AA6B-7B1FBB98941F}" destId="{D697E1E7-CE8F-4A90-AF35-A1B1E07E998A}" srcOrd="0" destOrd="0" parTransId="{07D465A2-A7C0-4EE6-93A4-08B5D99EC3F5}" sibTransId="{05A3D10D-9C9B-454D-AA81-16AFA161289F}"/>
    <dgm:cxn modelId="{08D119FD-8011-4612-A279-4676991507DD}" type="presOf" srcId="{D697E1E7-CE8F-4A90-AF35-A1B1E07E998A}" destId="{6B872E6F-EBCB-4E61-B7AB-8A44B07265E7}" srcOrd="0" destOrd="0" presId="urn:microsoft.com/office/officeart/2005/8/layout/orgChart1"/>
    <dgm:cxn modelId="{D7533DEB-8C3E-4383-BF68-144B8334B7E7}" type="presParOf" srcId="{411011AC-6B79-47FD-AADF-3FAC82D0D298}" destId="{4C0C3860-906E-4A83-B929-56B6BDB83475}" srcOrd="0" destOrd="0" presId="urn:microsoft.com/office/officeart/2005/8/layout/orgChart1"/>
    <dgm:cxn modelId="{51708818-8D70-4BFE-9EA4-C26BB96A22B0}" type="presParOf" srcId="{4C0C3860-906E-4A83-B929-56B6BDB83475}" destId="{4CCACD53-85C4-4F5D-830A-2E68D18D9171}" srcOrd="0" destOrd="0" presId="urn:microsoft.com/office/officeart/2005/8/layout/orgChart1"/>
    <dgm:cxn modelId="{3F0B536C-0DB0-4B17-8328-7EBDB07D59BF}" type="presParOf" srcId="{4CCACD53-85C4-4F5D-830A-2E68D18D9171}" destId="{7856E472-A10C-4B37-A5E5-9D2C1DF0C881}" srcOrd="0" destOrd="0" presId="urn:microsoft.com/office/officeart/2005/8/layout/orgChart1"/>
    <dgm:cxn modelId="{1CFE0BB2-8B0F-455A-ABE6-78691FD855D5}" type="presParOf" srcId="{4CCACD53-85C4-4F5D-830A-2E68D18D9171}" destId="{00A094B0-6E70-4604-AC9D-A112F4331FD2}" srcOrd="1" destOrd="0" presId="urn:microsoft.com/office/officeart/2005/8/layout/orgChart1"/>
    <dgm:cxn modelId="{FBF5BB1A-2AB3-4102-91E5-D961828BB002}" type="presParOf" srcId="{4C0C3860-906E-4A83-B929-56B6BDB83475}" destId="{B6761FAC-2EF5-4FD1-865C-2634006E9AA8}" srcOrd="1" destOrd="0" presId="urn:microsoft.com/office/officeart/2005/8/layout/orgChart1"/>
    <dgm:cxn modelId="{CB517741-74C3-42F8-BB05-F4E44A419546}" type="presParOf" srcId="{B6761FAC-2EF5-4FD1-865C-2634006E9AA8}" destId="{EEECDBC3-2ED3-44A6-9813-1DDBF2403A9C}" srcOrd="0" destOrd="0" presId="urn:microsoft.com/office/officeart/2005/8/layout/orgChart1"/>
    <dgm:cxn modelId="{B5FF5939-54BA-437E-85EF-FF03DE73CA27}" type="presParOf" srcId="{B6761FAC-2EF5-4FD1-865C-2634006E9AA8}" destId="{6FE0FEE0-A3EE-4F48-8AC0-862EFEF9EE8B}" srcOrd="1" destOrd="0" presId="urn:microsoft.com/office/officeart/2005/8/layout/orgChart1"/>
    <dgm:cxn modelId="{1305C9DF-6AE5-4ED0-8A20-36991915ECCE}" type="presParOf" srcId="{6FE0FEE0-A3EE-4F48-8AC0-862EFEF9EE8B}" destId="{160A250F-3ECD-454A-B9C0-E3B7D0144897}" srcOrd="0" destOrd="0" presId="urn:microsoft.com/office/officeart/2005/8/layout/orgChart1"/>
    <dgm:cxn modelId="{559D498B-C290-4E0E-AEA0-4AAF2905F851}" type="presParOf" srcId="{160A250F-3ECD-454A-B9C0-E3B7D0144897}" destId="{086A4207-F89C-45D9-BA3E-6D770D951D30}" srcOrd="0" destOrd="0" presId="urn:microsoft.com/office/officeart/2005/8/layout/orgChart1"/>
    <dgm:cxn modelId="{783AB27F-B826-4859-A023-310017418311}" type="presParOf" srcId="{160A250F-3ECD-454A-B9C0-E3B7D0144897}" destId="{C9B5BA76-4D2B-4273-B62F-700AB8E4322B}" srcOrd="1" destOrd="0" presId="urn:microsoft.com/office/officeart/2005/8/layout/orgChart1"/>
    <dgm:cxn modelId="{83E4288F-7A51-4EF6-9CE9-18714F18E649}" type="presParOf" srcId="{6FE0FEE0-A3EE-4F48-8AC0-862EFEF9EE8B}" destId="{070E4411-46E2-4CAE-8151-8134A0D4CACE}" srcOrd="1" destOrd="0" presId="urn:microsoft.com/office/officeart/2005/8/layout/orgChart1"/>
    <dgm:cxn modelId="{BE08DE39-4B55-45A9-A3EE-B90091FFE209}" type="presParOf" srcId="{6FE0FEE0-A3EE-4F48-8AC0-862EFEF9EE8B}" destId="{57D6F92E-9322-456C-800A-D2BADDE6BE00}" srcOrd="2" destOrd="0" presId="urn:microsoft.com/office/officeart/2005/8/layout/orgChart1"/>
    <dgm:cxn modelId="{1CB14C6C-F1BA-4FA6-B3DB-C7837053CBE9}" type="presParOf" srcId="{57D6F92E-9322-456C-800A-D2BADDE6BE00}" destId="{D16A5C6D-C4BB-4EEA-93B2-6E9D00881F3B}" srcOrd="0" destOrd="0" presId="urn:microsoft.com/office/officeart/2005/8/layout/orgChart1"/>
    <dgm:cxn modelId="{9A3119FC-A690-4ECA-903F-E11A9ACC1609}" type="presParOf" srcId="{57D6F92E-9322-456C-800A-D2BADDE6BE00}" destId="{A7DDB8EA-EC2E-401B-B5B9-DEB9A0B09FCA}" srcOrd="1" destOrd="0" presId="urn:microsoft.com/office/officeart/2005/8/layout/orgChart1"/>
    <dgm:cxn modelId="{D46AE279-FA2A-4802-9A7A-6DB3E559E691}" type="presParOf" srcId="{A7DDB8EA-EC2E-401B-B5B9-DEB9A0B09FCA}" destId="{42AECDF7-08AC-43DC-B56B-CE3D0A59E046}" srcOrd="0" destOrd="0" presId="urn:microsoft.com/office/officeart/2005/8/layout/orgChart1"/>
    <dgm:cxn modelId="{20C9D260-C82A-4B4D-92A2-F9B76D3DF098}" type="presParOf" srcId="{42AECDF7-08AC-43DC-B56B-CE3D0A59E046}" destId="{6B872E6F-EBCB-4E61-B7AB-8A44B07265E7}" srcOrd="0" destOrd="0" presId="urn:microsoft.com/office/officeart/2005/8/layout/orgChart1"/>
    <dgm:cxn modelId="{9A39169F-6C65-4341-B842-F2D29A0E2522}" type="presParOf" srcId="{42AECDF7-08AC-43DC-B56B-CE3D0A59E046}" destId="{5B4BDCD1-665C-4557-830F-6B53F7C1B0A1}" srcOrd="1" destOrd="0" presId="urn:microsoft.com/office/officeart/2005/8/layout/orgChart1"/>
    <dgm:cxn modelId="{3537B9AC-45E7-4A4A-BD78-2585FEEFC122}" type="presParOf" srcId="{A7DDB8EA-EC2E-401B-B5B9-DEB9A0B09FCA}" destId="{AC74E3A7-FCD5-4DD9-83B1-17DD3A24FD80}" srcOrd="1" destOrd="0" presId="urn:microsoft.com/office/officeart/2005/8/layout/orgChart1"/>
    <dgm:cxn modelId="{1BDFB04C-C3B6-4B27-9FE5-2C198EA9C0A1}" type="presParOf" srcId="{A7DDB8EA-EC2E-401B-B5B9-DEB9A0B09FCA}" destId="{E7388068-3114-4043-B8F4-C0BE3CC49648}" srcOrd="2" destOrd="0" presId="urn:microsoft.com/office/officeart/2005/8/layout/orgChart1"/>
    <dgm:cxn modelId="{C7C228F6-07A2-4B34-AAA7-74B71DA9D6F8}" type="presParOf" srcId="{57D6F92E-9322-456C-800A-D2BADDE6BE00}" destId="{3B32CDAA-F5F9-4688-9F06-4E5CCB2E4BFD}" srcOrd="2" destOrd="0" presId="urn:microsoft.com/office/officeart/2005/8/layout/orgChart1"/>
    <dgm:cxn modelId="{C4FF6F37-0E83-4DEB-AF94-59EFE13F41FF}" type="presParOf" srcId="{57D6F92E-9322-456C-800A-D2BADDE6BE00}" destId="{DC716A97-2CC1-4028-9B49-11D8ADD7C0D5}" srcOrd="3" destOrd="0" presId="urn:microsoft.com/office/officeart/2005/8/layout/orgChart1"/>
    <dgm:cxn modelId="{6597A82C-0633-490C-88B5-D4FB801808F7}" type="presParOf" srcId="{DC716A97-2CC1-4028-9B49-11D8ADD7C0D5}" destId="{73C65A42-E998-446B-8C4C-1933D65A3793}" srcOrd="0" destOrd="0" presId="urn:microsoft.com/office/officeart/2005/8/layout/orgChart1"/>
    <dgm:cxn modelId="{42EDBB4F-725A-4DE0-8533-92ED490B6A4E}" type="presParOf" srcId="{73C65A42-E998-446B-8C4C-1933D65A3793}" destId="{892D19A6-1253-4065-9C7D-588846A49DB8}" srcOrd="0" destOrd="0" presId="urn:microsoft.com/office/officeart/2005/8/layout/orgChart1"/>
    <dgm:cxn modelId="{4DE5F925-2484-435D-89F0-B1D2BB4CD394}" type="presParOf" srcId="{73C65A42-E998-446B-8C4C-1933D65A3793}" destId="{5598EB9E-FE09-4EAD-82BD-16A87C87DE4E}" srcOrd="1" destOrd="0" presId="urn:microsoft.com/office/officeart/2005/8/layout/orgChart1"/>
    <dgm:cxn modelId="{706B1935-C4E7-48A4-AE68-052C1F0D8FDB}" type="presParOf" srcId="{DC716A97-2CC1-4028-9B49-11D8ADD7C0D5}" destId="{1677DA1A-CC4B-4F94-ABE8-E22EBCF17BD0}" srcOrd="1" destOrd="0" presId="urn:microsoft.com/office/officeart/2005/8/layout/orgChart1"/>
    <dgm:cxn modelId="{C79D6026-8ED4-4757-A622-84FF05173F15}" type="presParOf" srcId="{DC716A97-2CC1-4028-9B49-11D8ADD7C0D5}" destId="{C8D23EDC-1889-483B-BFA8-007EBD1A10CA}" srcOrd="2" destOrd="0" presId="urn:microsoft.com/office/officeart/2005/8/layout/orgChart1"/>
    <dgm:cxn modelId="{AF206EA7-32AB-435B-A343-5170FD567126}" type="presParOf" srcId="{B6761FAC-2EF5-4FD1-865C-2634006E9AA8}" destId="{29B2ED87-F8DF-426D-8F7E-F4CD74AD8113}" srcOrd="2" destOrd="0" presId="urn:microsoft.com/office/officeart/2005/8/layout/orgChart1"/>
    <dgm:cxn modelId="{45614355-B63D-43EB-A9BA-6251F3C2C107}" type="presParOf" srcId="{B6761FAC-2EF5-4FD1-865C-2634006E9AA8}" destId="{1A45D572-FC7A-491E-9F02-83C9E9DF826D}" srcOrd="3" destOrd="0" presId="urn:microsoft.com/office/officeart/2005/8/layout/orgChart1"/>
    <dgm:cxn modelId="{A537B958-F874-49ED-835F-4727D97109FE}" type="presParOf" srcId="{1A45D572-FC7A-491E-9F02-83C9E9DF826D}" destId="{01EC0960-5C42-495C-9C7B-18497AC5F680}" srcOrd="0" destOrd="0" presId="urn:microsoft.com/office/officeart/2005/8/layout/orgChart1"/>
    <dgm:cxn modelId="{7FDF8582-AE39-401E-86AF-4F35260ED340}" type="presParOf" srcId="{01EC0960-5C42-495C-9C7B-18497AC5F680}" destId="{7C383CE9-8016-4999-B4BA-AFB3ED6C1156}" srcOrd="0" destOrd="0" presId="urn:microsoft.com/office/officeart/2005/8/layout/orgChart1"/>
    <dgm:cxn modelId="{DB261664-F574-439D-8E6C-961AD2AC624F}" type="presParOf" srcId="{01EC0960-5C42-495C-9C7B-18497AC5F680}" destId="{DEB22120-FE15-492F-83C0-A853368BEAD1}" srcOrd="1" destOrd="0" presId="urn:microsoft.com/office/officeart/2005/8/layout/orgChart1"/>
    <dgm:cxn modelId="{CC5E9921-31AF-464F-87F4-D2434A1AEDFD}" type="presParOf" srcId="{1A45D572-FC7A-491E-9F02-83C9E9DF826D}" destId="{D6AF287C-D2E4-480A-929C-89BEC592897C}" srcOrd="1" destOrd="0" presId="urn:microsoft.com/office/officeart/2005/8/layout/orgChart1"/>
    <dgm:cxn modelId="{58C886FF-B804-4B32-BF3A-4A26EABD9EED}" type="presParOf" srcId="{1A45D572-FC7A-491E-9F02-83C9E9DF826D}" destId="{2B397CB0-3ABA-4732-B2C5-2F31A31E9113}" srcOrd="2" destOrd="0" presId="urn:microsoft.com/office/officeart/2005/8/layout/orgChart1"/>
    <dgm:cxn modelId="{FE0D17D7-225E-4C30-945F-6E0BAC52B141}" type="presParOf" srcId="{2B397CB0-3ABA-4732-B2C5-2F31A31E9113}" destId="{031D3E22-A214-4779-959D-5CE6019CC984}" srcOrd="0" destOrd="0" presId="urn:microsoft.com/office/officeart/2005/8/layout/orgChart1"/>
    <dgm:cxn modelId="{17CDA5F9-FD6A-48AD-BB98-532AF54D0B93}" type="presParOf" srcId="{2B397CB0-3ABA-4732-B2C5-2F31A31E9113}" destId="{D5664F9F-0CDB-4ED2-914F-54928B941E22}" srcOrd="1" destOrd="0" presId="urn:microsoft.com/office/officeart/2005/8/layout/orgChart1"/>
    <dgm:cxn modelId="{4E974FC3-9F34-4472-B353-DA9FBC118911}" type="presParOf" srcId="{D5664F9F-0CDB-4ED2-914F-54928B941E22}" destId="{2569907E-C77D-4EA5-B597-27A026353D99}" srcOrd="0" destOrd="0" presId="urn:microsoft.com/office/officeart/2005/8/layout/orgChart1"/>
    <dgm:cxn modelId="{6A495AB5-4362-4E50-8448-B41981779E23}" type="presParOf" srcId="{2569907E-C77D-4EA5-B597-27A026353D99}" destId="{02789FCD-1391-4E3B-96D4-1666DB8E9A09}" srcOrd="0" destOrd="0" presId="urn:microsoft.com/office/officeart/2005/8/layout/orgChart1"/>
    <dgm:cxn modelId="{944C9B4C-E2BF-4088-BBE1-6BDD368A6F55}" type="presParOf" srcId="{2569907E-C77D-4EA5-B597-27A026353D99}" destId="{61610F9E-2608-4478-887C-4B72BE67EF22}" srcOrd="1" destOrd="0" presId="urn:microsoft.com/office/officeart/2005/8/layout/orgChart1"/>
    <dgm:cxn modelId="{071892DC-20E6-4E39-B333-FF7B545D094B}" type="presParOf" srcId="{D5664F9F-0CDB-4ED2-914F-54928B941E22}" destId="{D5182520-E2EC-4A0C-9EAF-287E1062BA0A}" srcOrd="1" destOrd="0" presId="urn:microsoft.com/office/officeart/2005/8/layout/orgChart1"/>
    <dgm:cxn modelId="{BB9D3CBA-31BD-4DCC-8032-7E715961B57B}" type="presParOf" srcId="{D5664F9F-0CDB-4ED2-914F-54928B941E22}" destId="{C7D0816B-C3BC-4626-967A-DD5F0C48D891}" srcOrd="2" destOrd="0" presId="urn:microsoft.com/office/officeart/2005/8/layout/orgChart1"/>
    <dgm:cxn modelId="{91A7D59F-B336-4AE6-9CAA-6DB78ACB8229}" type="presParOf" srcId="{2B397CB0-3ABA-4732-B2C5-2F31A31E9113}" destId="{B8B88DE1-9D29-41A1-95C0-17136764C6DA}" srcOrd="2" destOrd="0" presId="urn:microsoft.com/office/officeart/2005/8/layout/orgChart1"/>
    <dgm:cxn modelId="{7D05DBA6-57B5-4196-8C9B-52CA06D70A97}" type="presParOf" srcId="{2B397CB0-3ABA-4732-B2C5-2F31A31E9113}" destId="{18F085AC-93B9-45E7-9D66-D1953F37279B}" srcOrd="3" destOrd="0" presId="urn:microsoft.com/office/officeart/2005/8/layout/orgChart1"/>
    <dgm:cxn modelId="{62504EF7-5993-49AD-A6BC-7FB7062F8A1D}" type="presParOf" srcId="{18F085AC-93B9-45E7-9D66-D1953F37279B}" destId="{B477ECC0-8E5A-4133-9D34-C2EC358D1C62}" srcOrd="0" destOrd="0" presId="urn:microsoft.com/office/officeart/2005/8/layout/orgChart1"/>
    <dgm:cxn modelId="{72862014-77AB-43E4-99A0-EA09A119B7BB}" type="presParOf" srcId="{B477ECC0-8E5A-4133-9D34-C2EC358D1C62}" destId="{49DA2B79-AF34-467F-ADAF-296AA00840CD}" srcOrd="0" destOrd="0" presId="urn:microsoft.com/office/officeart/2005/8/layout/orgChart1"/>
    <dgm:cxn modelId="{428496B1-4907-44FC-86FA-115041F93DEB}" type="presParOf" srcId="{B477ECC0-8E5A-4133-9D34-C2EC358D1C62}" destId="{72AA5F73-E523-4626-A630-DCB8D85C9E56}" srcOrd="1" destOrd="0" presId="urn:microsoft.com/office/officeart/2005/8/layout/orgChart1"/>
    <dgm:cxn modelId="{F1B53A77-9AB0-47C6-B738-9D9EE3BDE1B0}" type="presParOf" srcId="{18F085AC-93B9-45E7-9D66-D1953F37279B}" destId="{ABB6AB38-D04A-4AEA-9D1A-184FAE866690}" srcOrd="1" destOrd="0" presId="urn:microsoft.com/office/officeart/2005/8/layout/orgChart1"/>
    <dgm:cxn modelId="{AC60AB47-BB2C-45C1-B0E7-51CF84FFAEAA}" type="presParOf" srcId="{18F085AC-93B9-45E7-9D66-D1953F37279B}" destId="{CD3E9E28-6E00-41E2-8CD6-007FDF090069}" srcOrd="2" destOrd="0" presId="urn:microsoft.com/office/officeart/2005/8/layout/orgChart1"/>
    <dgm:cxn modelId="{C981593F-AC91-4900-924F-C0C51479AE68}" type="presParOf" srcId="{4C0C3860-906E-4A83-B929-56B6BDB83475}" destId="{4844844C-6DF2-44FF-8E95-0F1E5412E8B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C36E3BB-FC87-4AA8-AD3A-0D8ADB78AA64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a-DK"/>
        </a:p>
      </dgm:t>
    </dgm:pt>
    <dgm:pt modelId="{6C84413B-E1DB-402E-BEC3-A376AC0856E2}">
      <dgm:prSet phldrT="[Tekst]"/>
      <dgm:spPr/>
      <dgm:t>
        <a:bodyPr/>
        <a:lstStyle/>
        <a:p>
          <a:r>
            <a:rPr lang="da-DK" dirty="0"/>
            <a:t>Kemiske forbindelser</a:t>
          </a:r>
        </a:p>
      </dgm:t>
    </dgm:pt>
    <dgm:pt modelId="{ABDFBFC4-9B8E-4246-9575-3A2C71A11ECF}" type="parTrans" cxnId="{6650CFEA-BEED-486C-B404-4D35B9A477F3}">
      <dgm:prSet/>
      <dgm:spPr/>
      <dgm:t>
        <a:bodyPr/>
        <a:lstStyle/>
        <a:p>
          <a:endParaRPr lang="da-DK"/>
        </a:p>
      </dgm:t>
    </dgm:pt>
    <dgm:pt modelId="{C0DB4E4A-4593-422C-B1DC-1F0F701BD952}" type="sibTrans" cxnId="{6650CFEA-BEED-486C-B404-4D35B9A477F3}">
      <dgm:prSet/>
      <dgm:spPr/>
      <dgm:t>
        <a:bodyPr/>
        <a:lstStyle/>
        <a:p>
          <a:endParaRPr lang="da-DK"/>
        </a:p>
      </dgm:t>
    </dgm:pt>
    <dgm:pt modelId="{154D5989-6320-4F0A-8F94-8A110B87D666}">
      <dgm:prSet phldrT="[Tekst]"/>
      <dgm:spPr/>
      <dgm:t>
        <a:bodyPr/>
        <a:lstStyle/>
        <a:p>
          <a:r>
            <a:rPr lang="da-DK" dirty="0"/>
            <a:t>Organiske</a:t>
          </a:r>
        </a:p>
        <a:p>
          <a:r>
            <a:rPr lang="da-DK" dirty="0"/>
            <a:t>+ C</a:t>
          </a:r>
        </a:p>
        <a:p>
          <a:r>
            <a:rPr lang="da-DK" dirty="0"/>
            <a:t>95 %</a:t>
          </a:r>
        </a:p>
      </dgm:t>
    </dgm:pt>
    <dgm:pt modelId="{795BA4D2-AA0B-4D56-9116-D32015968B9E}" type="parTrans" cxnId="{74CE49AA-D8AE-4311-B877-A867A7E14C29}">
      <dgm:prSet/>
      <dgm:spPr/>
      <dgm:t>
        <a:bodyPr/>
        <a:lstStyle/>
        <a:p>
          <a:endParaRPr lang="da-DK"/>
        </a:p>
      </dgm:t>
    </dgm:pt>
    <dgm:pt modelId="{B553DC37-F82B-4FC5-8DDC-71C848370808}" type="sibTrans" cxnId="{74CE49AA-D8AE-4311-B877-A867A7E14C29}">
      <dgm:prSet/>
      <dgm:spPr/>
      <dgm:t>
        <a:bodyPr/>
        <a:lstStyle/>
        <a:p>
          <a:endParaRPr lang="da-DK"/>
        </a:p>
      </dgm:t>
    </dgm:pt>
    <dgm:pt modelId="{2FE8B53C-FF67-4A3B-884C-A2DBB6633446}">
      <dgm:prSet phldrT="[Tekst]"/>
      <dgm:spPr/>
      <dgm:t>
        <a:bodyPr/>
        <a:lstStyle/>
        <a:p>
          <a:r>
            <a:rPr lang="da-DK" dirty="0"/>
            <a:t>Uorganiske</a:t>
          </a:r>
        </a:p>
        <a:p>
          <a:r>
            <a:rPr lang="da-DK" dirty="0"/>
            <a:t>- C</a:t>
          </a:r>
        </a:p>
        <a:p>
          <a:r>
            <a:rPr lang="da-DK" dirty="0"/>
            <a:t>5 %</a:t>
          </a:r>
        </a:p>
      </dgm:t>
    </dgm:pt>
    <dgm:pt modelId="{C8C34E74-D3DE-41DC-8474-50461E78B5BD}" type="parTrans" cxnId="{177FDD01-C05C-43A2-B608-B97A0508A656}">
      <dgm:prSet/>
      <dgm:spPr/>
      <dgm:t>
        <a:bodyPr/>
        <a:lstStyle/>
        <a:p>
          <a:endParaRPr lang="da-DK"/>
        </a:p>
      </dgm:t>
    </dgm:pt>
    <dgm:pt modelId="{A0F33EA9-DBE1-4EB1-8B4C-C7B956F4C7C7}" type="sibTrans" cxnId="{177FDD01-C05C-43A2-B608-B97A0508A656}">
      <dgm:prSet/>
      <dgm:spPr/>
      <dgm:t>
        <a:bodyPr/>
        <a:lstStyle/>
        <a:p>
          <a:endParaRPr lang="da-DK"/>
        </a:p>
      </dgm:t>
    </dgm:pt>
    <dgm:pt modelId="{D738E7CE-CF52-4901-B5B1-10F959677A5D}" type="pres">
      <dgm:prSet presAssocID="{5C36E3BB-FC87-4AA8-AD3A-0D8ADB78AA64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B8635907-8F32-4EAA-992B-B73E64417E7A}" type="pres">
      <dgm:prSet presAssocID="{5C36E3BB-FC87-4AA8-AD3A-0D8ADB78AA64}" presName="hierFlow" presStyleCnt="0"/>
      <dgm:spPr/>
    </dgm:pt>
    <dgm:pt modelId="{19FC4C06-072C-4F7B-B633-E97BE143A330}" type="pres">
      <dgm:prSet presAssocID="{5C36E3BB-FC87-4AA8-AD3A-0D8ADB78AA64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CE2A4ED8-16D3-43F4-BDD8-3C31D5A52F73}" type="pres">
      <dgm:prSet presAssocID="{6C84413B-E1DB-402E-BEC3-A376AC0856E2}" presName="Name14" presStyleCnt="0"/>
      <dgm:spPr/>
    </dgm:pt>
    <dgm:pt modelId="{C440BCFA-A1B2-4734-8B3D-5C02D24ACB7F}" type="pres">
      <dgm:prSet presAssocID="{6C84413B-E1DB-402E-BEC3-A376AC0856E2}" presName="level1Shape" presStyleLbl="node0" presStyleIdx="0" presStyleCnt="1">
        <dgm:presLayoutVars>
          <dgm:chPref val="3"/>
        </dgm:presLayoutVars>
      </dgm:prSet>
      <dgm:spPr/>
    </dgm:pt>
    <dgm:pt modelId="{49BAFE47-C8E9-46D3-901F-0626094B047F}" type="pres">
      <dgm:prSet presAssocID="{6C84413B-E1DB-402E-BEC3-A376AC0856E2}" presName="hierChild2" presStyleCnt="0"/>
      <dgm:spPr/>
    </dgm:pt>
    <dgm:pt modelId="{8C735E54-8E42-4224-8C00-5EF9BA916A37}" type="pres">
      <dgm:prSet presAssocID="{795BA4D2-AA0B-4D56-9116-D32015968B9E}" presName="Name19" presStyleLbl="parChTrans1D2" presStyleIdx="0" presStyleCnt="2"/>
      <dgm:spPr/>
    </dgm:pt>
    <dgm:pt modelId="{1DF23942-B873-42FA-830D-2F52012FA00D}" type="pres">
      <dgm:prSet presAssocID="{154D5989-6320-4F0A-8F94-8A110B87D666}" presName="Name21" presStyleCnt="0"/>
      <dgm:spPr/>
    </dgm:pt>
    <dgm:pt modelId="{C3DB22AC-3188-4228-A7AF-37F65B1B9CA0}" type="pres">
      <dgm:prSet presAssocID="{154D5989-6320-4F0A-8F94-8A110B87D666}" presName="level2Shape" presStyleLbl="node2" presStyleIdx="0" presStyleCnt="2"/>
      <dgm:spPr/>
    </dgm:pt>
    <dgm:pt modelId="{4CC0FD7F-1C71-40E2-AC7C-6A7592284508}" type="pres">
      <dgm:prSet presAssocID="{154D5989-6320-4F0A-8F94-8A110B87D666}" presName="hierChild3" presStyleCnt="0"/>
      <dgm:spPr/>
    </dgm:pt>
    <dgm:pt modelId="{F0722988-E40E-4E09-AD65-C18DB5608949}" type="pres">
      <dgm:prSet presAssocID="{C8C34E74-D3DE-41DC-8474-50461E78B5BD}" presName="Name19" presStyleLbl="parChTrans1D2" presStyleIdx="1" presStyleCnt="2"/>
      <dgm:spPr/>
    </dgm:pt>
    <dgm:pt modelId="{8A95EB2B-9AC2-4019-B4CE-FE6905C0C594}" type="pres">
      <dgm:prSet presAssocID="{2FE8B53C-FF67-4A3B-884C-A2DBB6633446}" presName="Name21" presStyleCnt="0"/>
      <dgm:spPr/>
    </dgm:pt>
    <dgm:pt modelId="{CA1C6905-D2CF-49BB-BA26-FD574B14533E}" type="pres">
      <dgm:prSet presAssocID="{2FE8B53C-FF67-4A3B-884C-A2DBB6633446}" presName="level2Shape" presStyleLbl="node2" presStyleIdx="1" presStyleCnt="2"/>
      <dgm:spPr/>
    </dgm:pt>
    <dgm:pt modelId="{8118BD3A-5AA8-4B5D-8B06-F71F5E5540FF}" type="pres">
      <dgm:prSet presAssocID="{2FE8B53C-FF67-4A3B-884C-A2DBB6633446}" presName="hierChild3" presStyleCnt="0"/>
      <dgm:spPr/>
    </dgm:pt>
    <dgm:pt modelId="{C193E743-FE4D-4122-B707-A2DBD9B3E90B}" type="pres">
      <dgm:prSet presAssocID="{5C36E3BB-FC87-4AA8-AD3A-0D8ADB78AA64}" presName="bgShapesFlow" presStyleCnt="0"/>
      <dgm:spPr/>
    </dgm:pt>
  </dgm:ptLst>
  <dgm:cxnLst>
    <dgm:cxn modelId="{177FDD01-C05C-43A2-B608-B97A0508A656}" srcId="{6C84413B-E1DB-402E-BEC3-A376AC0856E2}" destId="{2FE8B53C-FF67-4A3B-884C-A2DBB6633446}" srcOrd="1" destOrd="0" parTransId="{C8C34E74-D3DE-41DC-8474-50461E78B5BD}" sibTransId="{A0F33EA9-DBE1-4EB1-8B4C-C7B956F4C7C7}"/>
    <dgm:cxn modelId="{0EEE2E0D-B346-488E-A45B-9CFEFD2DD9D4}" type="presOf" srcId="{6C84413B-E1DB-402E-BEC3-A376AC0856E2}" destId="{C440BCFA-A1B2-4734-8B3D-5C02D24ACB7F}" srcOrd="0" destOrd="0" presId="urn:microsoft.com/office/officeart/2005/8/layout/hierarchy6"/>
    <dgm:cxn modelId="{389D371E-51D7-49A2-BFDA-0DEFD71A2B44}" type="presOf" srcId="{795BA4D2-AA0B-4D56-9116-D32015968B9E}" destId="{8C735E54-8E42-4224-8C00-5EF9BA916A37}" srcOrd="0" destOrd="0" presId="urn:microsoft.com/office/officeart/2005/8/layout/hierarchy6"/>
    <dgm:cxn modelId="{D2B3009D-CA1C-4CCF-A63A-0F507B8193DD}" type="presOf" srcId="{C8C34E74-D3DE-41DC-8474-50461E78B5BD}" destId="{F0722988-E40E-4E09-AD65-C18DB5608949}" srcOrd="0" destOrd="0" presId="urn:microsoft.com/office/officeart/2005/8/layout/hierarchy6"/>
    <dgm:cxn modelId="{74CE49AA-D8AE-4311-B877-A867A7E14C29}" srcId="{6C84413B-E1DB-402E-BEC3-A376AC0856E2}" destId="{154D5989-6320-4F0A-8F94-8A110B87D666}" srcOrd="0" destOrd="0" parTransId="{795BA4D2-AA0B-4D56-9116-D32015968B9E}" sibTransId="{B553DC37-F82B-4FC5-8DDC-71C848370808}"/>
    <dgm:cxn modelId="{2286BFE3-B97B-452C-9BA1-A3A01BA9B991}" type="presOf" srcId="{2FE8B53C-FF67-4A3B-884C-A2DBB6633446}" destId="{CA1C6905-D2CF-49BB-BA26-FD574B14533E}" srcOrd="0" destOrd="0" presId="urn:microsoft.com/office/officeart/2005/8/layout/hierarchy6"/>
    <dgm:cxn modelId="{6650CFEA-BEED-486C-B404-4D35B9A477F3}" srcId="{5C36E3BB-FC87-4AA8-AD3A-0D8ADB78AA64}" destId="{6C84413B-E1DB-402E-BEC3-A376AC0856E2}" srcOrd="0" destOrd="0" parTransId="{ABDFBFC4-9B8E-4246-9575-3A2C71A11ECF}" sibTransId="{C0DB4E4A-4593-422C-B1DC-1F0F701BD952}"/>
    <dgm:cxn modelId="{AD2654F8-2C9C-4BDA-9290-A3333AF25F75}" type="presOf" srcId="{154D5989-6320-4F0A-8F94-8A110B87D666}" destId="{C3DB22AC-3188-4228-A7AF-37F65B1B9CA0}" srcOrd="0" destOrd="0" presId="urn:microsoft.com/office/officeart/2005/8/layout/hierarchy6"/>
    <dgm:cxn modelId="{6F7212FC-DE9A-453F-8130-8DE842B1CB6C}" type="presOf" srcId="{5C36E3BB-FC87-4AA8-AD3A-0D8ADB78AA64}" destId="{D738E7CE-CF52-4901-B5B1-10F959677A5D}" srcOrd="0" destOrd="0" presId="urn:microsoft.com/office/officeart/2005/8/layout/hierarchy6"/>
    <dgm:cxn modelId="{B1CB90CB-3D03-452E-9069-7155CD5698A3}" type="presParOf" srcId="{D738E7CE-CF52-4901-B5B1-10F959677A5D}" destId="{B8635907-8F32-4EAA-992B-B73E64417E7A}" srcOrd="0" destOrd="0" presId="urn:microsoft.com/office/officeart/2005/8/layout/hierarchy6"/>
    <dgm:cxn modelId="{E0C67635-B06B-46DD-BF33-36D8181735FD}" type="presParOf" srcId="{B8635907-8F32-4EAA-992B-B73E64417E7A}" destId="{19FC4C06-072C-4F7B-B633-E97BE143A330}" srcOrd="0" destOrd="0" presId="urn:microsoft.com/office/officeart/2005/8/layout/hierarchy6"/>
    <dgm:cxn modelId="{8C30FDF7-41A4-44FF-87E1-5DDD359B1067}" type="presParOf" srcId="{19FC4C06-072C-4F7B-B633-E97BE143A330}" destId="{CE2A4ED8-16D3-43F4-BDD8-3C31D5A52F73}" srcOrd="0" destOrd="0" presId="urn:microsoft.com/office/officeart/2005/8/layout/hierarchy6"/>
    <dgm:cxn modelId="{8E914CF6-257E-415A-8D8C-32230667F459}" type="presParOf" srcId="{CE2A4ED8-16D3-43F4-BDD8-3C31D5A52F73}" destId="{C440BCFA-A1B2-4734-8B3D-5C02D24ACB7F}" srcOrd="0" destOrd="0" presId="urn:microsoft.com/office/officeart/2005/8/layout/hierarchy6"/>
    <dgm:cxn modelId="{BB68F542-084A-4EF8-9973-F6979719E47D}" type="presParOf" srcId="{CE2A4ED8-16D3-43F4-BDD8-3C31D5A52F73}" destId="{49BAFE47-C8E9-46D3-901F-0626094B047F}" srcOrd="1" destOrd="0" presId="urn:microsoft.com/office/officeart/2005/8/layout/hierarchy6"/>
    <dgm:cxn modelId="{E57DBCA6-0D54-42F9-AEB7-0CC430C01693}" type="presParOf" srcId="{49BAFE47-C8E9-46D3-901F-0626094B047F}" destId="{8C735E54-8E42-4224-8C00-5EF9BA916A37}" srcOrd="0" destOrd="0" presId="urn:microsoft.com/office/officeart/2005/8/layout/hierarchy6"/>
    <dgm:cxn modelId="{3FDFF216-5D68-4BA5-B54C-15487313E4D1}" type="presParOf" srcId="{49BAFE47-C8E9-46D3-901F-0626094B047F}" destId="{1DF23942-B873-42FA-830D-2F52012FA00D}" srcOrd="1" destOrd="0" presId="urn:microsoft.com/office/officeart/2005/8/layout/hierarchy6"/>
    <dgm:cxn modelId="{991FDC49-2762-495E-BBE3-A9D55522B2EC}" type="presParOf" srcId="{1DF23942-B873-42FA-830D-2F52012FA00D}" destId="{C3DB22AC-3188-4228-A7AF-37F65B1B9CA0}" srcOrd="0" destOrd="0" presId="urn:microsoft.com/office/officeart/2005/8/layout/hierarchy6"/>
    <dgm:cxn modelId="{C075B7AB-1791-46DF-8CE1-032E825A3FBB}" type="presParOf" srcId="{1DF23942-B873-42FA-830D-2F52012FA00D}" destId="{4CC0FD7F-1C71-40E2-AC7C-6A7592284508}" srcOrd="1" destOrd="0" presId="urn:microsoft.com/office/officeart/2005/8/layout/hierarchy6"/>
    <dgm:cxn modelId="{941EA74C-4976-4DE1-9BB3-E74DDACA1E50}" type="presParOf" srcId="{49BAFE47-C8E9-46D3-901F-0626094B047F}" destId="{F0722988-E40E-4E09-AD65-C18DB5608949}" srcOrd="2" destOrd="0" presId="urn:microsoft.com/office/officeart/2005/8/layout/hierarchy6"/>
    <dgm:cxn modelId="{E4829A0C-BBAE-4C77-88BA-0D6CA95F7235}" type="presParOf" srcId="{49BAFE47-C8E9-46D3-901F-0626094B047F}" destId="{8A95EB2B-9AC2-4019-B4CE-FE6905C0C594}" srcOrd="3" destOrd="0" presId="urn:microsoft.com/office/officeart/2005/8/layout/hierarchy6"/>
    <dgm:cxn modelId="{4BFF9587-2DB9-42DA-B2E0-27DA22D28B9E}" type="presParOf" srcId="{8A95EB2B-9AC2-4019-B4CE-FE6905C0C594}" destId="{CA1C6905-D2CF-49BB-BA26-FD574B14533E}" srcOrd="0" destOrd="0" presId="urn:microsoft.com/office/officeart/2005/8/layout/hierarchy6"/>
    <dgm:cxn modelId="{1695076D-11EE-461C-A19C-99D9AAB2ADFF}" type="presParOf" srcId="{8A95EB2B-9AC2-4019-B4CE-FE6905C0C594}" destId="{8118BD3A-5AA8-4B5D-8B06-F71F5E5540FF}" srcOrd="1" destOrd="0" presId="urn:microsoft.com/office/officeart/2005/8/layout/hierarchy6"/>
    <dgm:cxn modelId="{14CD00A4-4241-4024-8D18-8D935E7417A1}" type="presParOf" srcId="{D738E7CE-CF52-4901-B5B1-10F959677A5D}" destId="{C193E743-FE4D-4122-B707-A2DBD9B3E90B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157F09B-CF04-496E-B870-8E4F899941A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2FEE0DB-B18A-497B-A5B1-71A2906AD24F}">
      <dgm:prSet/>
      <dgm:spPr/>
      <dgm:t>
        <a:bodyPr/>
        <a:lstStyle/>
        <a:p>
          <a:pPr>
            <a:lnSpc>
              <a:spcPct val="100000"/>
            </a:lnSpc>
          </a:pPr>
          <a:r>
            <a:rPr lang="da-DK" dirty="0"/>
            <a:t>Opgaver: 1-2</a:t>
          </a:r>
          <a:endParaRPr lang="en-US" dirty="0"/>
        </a:p>
      </dgm:t>
    </dgm:pt>
    <dgm:pt modelId="{7DCC080C-DE6F-498F-8C96-DEB13A289EF3}" type="parTrans" cxnId="{80F5A235-BDB7-42D1-A841-FA7DE3DD4549}">
      <dgm:prSet/>
      <dgm:spPr/>
      <dgm:t>
        <a:bodyPr/>
        <a:lstStyle/>
        <a:p>
          <a:endParaRPr lang="en-US"/>
        </a:p>
      </dgm:t>
    </dgm:pt>
    <dgm:pt modelId="{83EF32EE-7AAA-492F-ADEE-E02D207D4BB1}" type="sibTrans" cxnId="{80F5A235-BDB7-42D1-A841-FA7DE3DD4549}">
      <dgm:prSet/>
      <dgm:spPr/>
      <dgm:t>
        <a:bodyPr/>
        <a:lstStyle/>
        <a:p>
          <a:endParaRPr lang="en-US"/>
        </a:p>
      </dgm:t>
    </dgm:pt>
    <dgm:pt modelId="{480CEE11-2F9D-4911-9E5E-B730D2C25F13}">
      <dgm:prSet/>
      <dgm:spPr/>
      <dgm:t>
        <a:bodyPr/>
        <a:lstStyle/>
        <a:p>
          <a:pPr>
            <a:lnSpc>
              <a:spcPct val="100000"/>
            </a:lnSpc>
          </a:pPr>
          <a:r>
            <a:rPr lang="da-DK"/>
            <a:t>10 min.</a:t>
          </a:r>
          <a:endParaRPr lang="en-US"/>
        </a:p>
      </dgm:t>
    </dgm:pt>
    <dgm:pt modelId="{85426F9E-AECE-45D7-B31B-BECE33516030}" type="parTrans" cxnId="{8D400BE7-B7DE-4F7A-BF03-F533336BD52E}">
      <dgm:prSet/>
      <dgm:spPr/>
      <dgm:t>
        <a:bodyPr/>
        <a:lstStyle/>
        <a:p>
          <a:endParaRPr lang="en-US"/>
        </a:p>
      </dgm:t>
    </dgm:pt>
    <dgm:pt modelId="{4C3BAA2D-4B13-4F39-9888-DD9E0AA4409C}" type="sibTrans" cxnId="{8D400BE7-B7DE-4F7A-BF03-F533336BD52E}">
      <dgm:prSet/>
      <dgm:spPr/>
      <dgm:t>
        <a:bodyPr/>
        <a:lstStyle/>
        <a:p>
          <a:endParaRPr lang="en-US"/>
        </a:p>
      </dgm:t>
    </dgm:pt>
    <dgm:pt modelId="{FB6ECFF7-8E42-4E2F-B644-B14E5B1AAE43}" type="pres">
      <dgm:prSet presAssocID="{E157F09B-CF04-496E-B870-8E4F899941A8}" presName="root" presStyleCnt="0">
        <dgm:presLayoutVars>
          <dgm:dir/>
          <dgm:resizeHandles val="exact"/>
        </dgm:presLayoutVars>
      </dgm:prSet>
      <dgm:spPr/>
    </dgm:pt>
    <dgm:pt modelId="{81BAB227-0A07-4B10-ADAE-08495794221A}" type="pres">
      <dgm:prSet presAssocID="{72FEE0DB-B18A-497B-A5B1-71A2906AD24F}" presName="compNode" presStyleCnt="0"/>
      <dgm:spPr/>
    </dgm:pt>
    <dgm:pt modelId="{7E9878B8-6A06-48B4-AC26-8905586BAA05}" type="pres">
      <dgm:prSet presAssocID="{72FEE0DB-B18A-497B-A5B1-71A2906AD24F}" presName="bgRect" presStyleLbl="bgShp" presStyleIdx="0" presStyleCnt="2"/>
      <dgm:spPr/>
    </dgm:pt>
    <dgm:pt modelId="{5015790C-3052-4930-A24F-F78160D1BC45}" type="pres">
      <dgm:prSet presAssocID="{72FEE0DB-B18A-497B-A5B1-71A2906AD24F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ontrolliste"/>
        </a:ext>
      </dgm:extLst>
    </dgm:pt>
    <dgm:pt modelId="{AD7A417E-1C5C-433F-931D-95248FC679EA}" type="pres">
      <dgm:prSet presAssocID="{72FEE0DB-B18A-497B-A5B1-71A2906AD24F}" presName="spaceRect" presStyleCnt="0"/>
      <dgm:spPr/>
    </dgm:pt>
    <dgm:pt modelId="{8F369AF5-ED39-4C43-93A5-19CF743EBA2B}" type="pres">
      <dgm:prSet presAssocID="{72FEE0DB-B18A-497B-A5B1-71A2906AD24F}" presName="parTx" presStyleLbl="revTx" presStyleIdx="0" presStyleCnt="2">
        <dgm:presLayoutVars>
          <dgm:chMax val="0"/>
          <dgm:chPref val="0"/>
        </dgm:presLayoutVars>
      </dgm:prSet>
      <dgm:spPr/>
    </dgm:pt>
    <dgm:pt modelId="{02D6BE97-6CBC-4EB9-B2FB-B68B9B41C7A1}" type="pres">
      <dgm:prSet presAssocID="{83EF32EE-7AAA-492F-ADEE-E02D207D4BB1}" presName="sibTrans" presStyleCnt="0"/>
      <dgm:spPr/>
    </dgm:pt>
    <dgm:pt modelId="{A76F0652-EC6D-4157-ABDE-C748F40CD92B}" type="pres">
      <dgm:prSet presAssocID="{480CEE11-2F9D-4911-9E5E-B730D2C25F13}" presName="compNode" presStyleCnt="0"/>
      <dgm:spPr/>
    </dgm:pt>
    <dgm:pt modelId="{390AB7F2-8A17-4F2E-B251-4EDE129229F7}" type="pres">
      <dgm:prSet presAssocID="{480CEE11-2F9D-4911-9E5E-B730D2C25F13}" presName="bgRect" presStyleLbl="bgShp" presStyleIdx="1" presStyleCnt="2"/>
      <dgm:spPr/>
    </dgm:pt>
    <dgm:pt modelId="{95DC8163-9584-4C8E-AED9-935BD5809D26}" type="pres">
      <dgm:prSet presAssocID="{480CEE11-2F9D-4911-9E5E-B730D2C25F13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ur"/>
        </a:ext>
      </dgm:extLst>
    </dgm:pt>
    <dgm:pt modelId="{160D4631-B09E-4980-B57A-9F168D3219FF}" type="pres">
      <dgm:prSet presAssocID="{480CEE11-2F9D-4911-9E5E-B730D2C25F13}" presName="spaceRect" presStyleCnt="0"/>
      <dgm:spPr/>
    </dgm:pt>
    <dgm:pt modelId="{FBB9BC15-EA71-49BE-9280-8F10B7747BF3}" type="pres">
      <dgm:prSet presAssocID="{480CEE11-2F9D-4911-9E5E-B730D2C25F13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0257E10C-20C5-4330-8ADD-6B242E759D19}" type="presOf" srcId="{480CEE11-2F9D-4911-9E5E-B730D2C25F13}" destId="{FBB9BC15-EA71-49BE-9280-8F10B7747BF3}" srcOrd="0" destOrd="0" presId="urn:microsoft.com/office/officeart/2018/2/layout/IconVerticalSolidList"/>
    <dgm:cxn modelId="{80F5A235-BDB7-42D1-A841-FA7DE3DD4549}" srcId="{E157F09B-CF04-496E-B870-8E4F899941A8}" destId="{72FEE0DB-B18A-497B-A5B1-71A2906AD24F}" srcOrd="0" destOrd="0" parTransId="{7DCC080C-DE6F-498F-8C96-DEB13A289EF3}" sibTransId="{83EF32EE-7AAA-492F-ADEE-E02D207D4BB1}"/>
    <dgm:cxn modelId="{584C1E36-787C-477F-BC6F-BF05435B69E1}" type="presOf" srcId="{72FEE0DB-B18A-497B-A5B1-71A2906AD24F}" destId="{8F369AF5-ED39-4C43-93A5-19CF743EBA2B}" srcOrd="0" destOrd="0" presId="urn:microsoft.com/office/officeart/2018/2/layout/IconVerticalSolidList"/>
    <dgm:cxn modelId="{2B7D618B-C22C-4ADF-8DCD-558C58DE829E}" type="presOf" srcId="{E157F09B-CF04-496E-B870-8E4F899941A8}" destId="{FB6ECFF7-8E42-4E2F-B644-B14E5B1AAE43}" srcOrd="0" destOrd="0" presId="urn:microsoft.com/office/officeart/2018/2/layout/IconVerticalSolidList"/>
    <dgm:cxn modelId="{8D400BE7-B7DE-4F7A-BF03-F533336BD52E}" srcId="{E157F09B-CF04-496E-B870-8E4F899941A8}" destId="{480CEE11-2F9D-4911-9E5E-B730D2C25F13}" srcOrd="1" destOrd="0" parTransId="{85426F9E-AECE-45D7-B31B-BECE33516030}" sibTransId="{4C3BAA2D-4B13-4F39-9888-DD9E0AA4409C}"/>
    <dgm:cxn modelId="{1E5A1EA8-024F-4640-9562-B659BD2A5A61}" type="presParOf" srcId="{FB6ECFF7-8E42-4E2F-B644-B14E5B1AAE43}" destId="{81BAB227-0A07-4B10-ADAE-08495794221A}" srcOrd="0" destOrd="0" presId="urn:microsoft.com/office/officeart/2018/2/layout/IconVerticalSolidList"/>
    <dgm:cxn modelId="{C6225A56-C874-4C9D-BA37-3486F7C4FA50}" type="presParOf" srcId="{81BAB227-0A07-4B10-ADAE-08495794221A}" destId="{7E9878B8-6A06-48B4-AC26-8905586BAA05}" srcOrd="0" destOrd="0" presId="urn:microsoft.com/office/officeart/2018/2/layout/IconVerticalSolidList"/>
    <dgm:cxn modelId="{629798BA-62C3-47C7-A6BE-53F096D91FDC}" type="presParOf" srcId="{81BAB227-0A07-4B10-ADAE-08495794221A}" destId="{5015790C-3052-4930-A24F-F78160D1BC45}" srcOrd="1" destOrd="0" presId="urn:microsoft.com/office/officeart/2018/2/layout/IconVerticalSolidList"/>
    <dgm:cxn modelId="{1001EDBA-AD4B-4000-BEF7-05B8D544976D}" type="presParOf" srcId="{81BAB227-0A07-4B10-ADAE-08495794221A}" destId="{AD7A417E-1C5C-433F-931D-95248FC679EA}" srcOrd="2" destOrd="0" presId="urn:microsoft.com/office/officeart/2018/2/layout/IconVerticalSolidList"/>
    <dgm:cxn modelId="{291E888D-C4DF-437C-962B-04B927413FAE}" type="presParOf" srcId="{81BAB227-0A07-4B10-ADAE-08495794221A}" destId="{8F369AF5-ED39-4C43-93A5-19CF743EBA2B}" srcOrd="3" destOrd="0" presId="urn:microsoft.com/office/officeart/2018/2/layout/IconVerticalSolidList"/>
    <dgm:cxn modelId="{C0F52BF9-BCC6-4EAC-A948-B6F8146F2E16}" type="presParOf" srcId="{FB6ECFF7-8E42-4E2F-B644-B14E5B1AAE43}" destId="{02D6BE97-6CBC-4EB9-B2FB-B68B9B41C7A1}" srcOrd="1" destOrd="0" presId="urn:microsoft.com/office/officeart/2018/2/layout/IconVerticalSolidList"/>
    <dgm:cxn modelId="{5961A188-E338-4796-B257-761F1C0AE87B}" type="presParOf" srcId="{FB6ECFF7-8E42-4E2F-B644-B14E5B1AAE43}" destId="{A76F0652-EC6D-4157-ABDE-C748F40CD92B}" srcOrd="2" destOrd="0" presId="urn:microsoft.com/office/officeart/2018/2/layout/IconVerticalSolidList"/>
    <dgm:cxn modelId="{246FCB98-5C9E-4A39-B4C5-A038CA4DFB2F}" type="presParOf" srcId="{A76F0652-EC6D-4157-ABDE-C748F40CD92B}" destId="{390AB7F2-8A17-4F2E-B251-4EDE129229F7}" srcOrd="0" destOrd="0" presId="urn:microsoft.com/office/officeart/2018/2/layout/IconVerticalSolidList"/>
    <dgm:cxn modelId="{F13A2755-9655-417C-8CE8-F522004F419E}" type="presParOf" srcId="{A76F0652-EC6D-4157-ABDE-C748F40CD92B}" destId="{95DC8163-9584-4C8E-AED9-935BD5809D26}" srcOrd="1" destOrd="0" presId="urn:microsoft.com/office/officeart/2018/2/layout/IconVerticalSolidList"/>
    <dgm:cxn modelId="{17702CE1-D62C-4A37-A961-C5BE1C6FD33B}" type="presParOf" srcId="{A76F0652-EC6D-4157-ABDE-C748F40CD92B}" destId="{160D4631-B09E-4980-B57A-9F168D3219FF}" srcOrd="2" destOrd="0" presId="urn:microsoft.com/office/officeart/2018/2/layout/IconVerticalSolidList"/>
    <dgm:cxn modelId="{7A72A916-C505-4F8F-9A0D-B4EC6CDF8BF5}" type="presParOf" srcId="{A76F0652-EC6D-4157-ABDE-C748F40CD92B}" destId="{FBB9BC15-EA71-49BE-9280-8F10B7747BF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18C38F4-7C9B-483B-AFFB-D6E4A992726D}" type="doc">
      <dgm:prSet loTypeId="urn:microsoft.com/office/officeart/2008/layout/HalfCircle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a-DK"/>
        </a:p>
      </dgm:t>
    </dgm:pt>
    <dgm:pt modelId="{0184F204-D678-4ADB-B1EB-7149F1BCADFE}">
      <dgm:prSet phldrT="[Tekst]"/>
      <dgm:spPr/>
      <dgm:t>
        <a:bodyPr/>
        <a:lstStyle/>
        <a:p>
          <a:r>
            <a:rPr lang="da-DK" dirty="0">
              <a:solidFill>
                <a:srgbClr val="FF0000"/>
              </a:solidFill>
            </a:rPr>
            <a:t>Organiske forbindelser</a:t>
          </a:r>
        </a:p>
        <a:p>
          <a:r>
            <a:rPr lang="da-DK" dirty="0">
              <a:solidFill>
                <a:srgbClr val="FF0000"/>
              </a:solidFill>
            </a:rPr>
            <a:t>(+C)</a:t>
          </a:r>
        </a:p>
      </dgm:t>
    </dgm:pt>
    <dgm:pt modelId="{8E23263C-1B38-4CE0-9265-811A810C96FF}" type="parTrans" cxnId="{EA4D0F89-834B-42D1-9C4A-4D07EDA328E6}">
      <dgm:prSet/>
      <dgm:spPr/>
      <dgm:t>
        <a:bodyPr/>
        <a:lstStyle/>
        <a:p>
          <a:endParaRPr lang="da-DK"/>
        </a:p>
      </dgm:t>
    </dgm:pt>
    <dgm:pt modelId="{5D6C1B96-46AF-451B-8C1D-F8466161E239}" type="sibTrans" cxnId="{EA4D0F89-834B-42D1-9C4A-4D07EDA328E6}">
      <dgm:prSet/>
      <dgm:spPr/>
      <dgm:t>
        <a:bodyPr/>
        <a:lstStyle/>
        <a:p>
          <a:endParaRPr lang="da-DK"/>
        </a:p>
      </dgm:t>
    </dgm:pt>
    <dgm:pt modelId="{511B631A-2F61-4323-8810-EB3B9DEF471A}">
      <dgm:prSet phldrT="[Tekst]"/>
      <dgm:spPr/>
      <dgm:t>
        <a:bodyPr/>
        <a:lstStyle/>
        <a:p>
          <a:r>
            <a:rPr lang="da-DK" dirty="0">
              <a:solidFill>
                <a:srgbClr val="FF0000"/>
              </a:solidFill>
            </a:rPr>
            <a:t>Carbonhydrider</a:t>
          </a:r>
        </a:p>
        <a:p>
          <a:r>
            <a:rPr lang="da-DK" dirty="0">
              <a:solidFill>
                <a:srgbClr val="FF0000"/>
              </a:solidFill>
            </a:rPr>
            <a:t>(kun C og H)</a:t>
          </a:r>
        </a:p>
      </dgm:t>
    </dgm:pt>
    <dgm:pt modelId="{5C6B67EA-2603-4517-AB2F-8DD9A6C81719}" type="parTrans" cxnId="{202B84FA-8327-4516-B9AA-11AE7A826117}">
      <dgm:prSet/>
      <dgm:spPr/>
      <dgm:t>
        <a:bodyPr/>
        <a:lstStyle/>
        <a:p>
          <a:endParaRPr lang="da-DK"/>
        </a:p>
      </dgm:t>
    </dgm:pt>
    <dgm:pt modelId="{9CEDF540-4C37-42FF-9DBA-3655C3EDCACB}" type="sibTrans" cxnId="{202B84FA-8327-4516-B9AA-11AE7A826117}">
      <dgm:prSet/>
      <dgm:spPr/>
      <dgm:t>
        <a:bodyPr/>
        <a:lstStyle/>
        <a:p>
          <a:endParaRPr lang="da-DK"/>
        </a:p>
      </dgm:t>
    </dgm:pt>
    <dgm:pt modelId="{95B2FF4F-1634-435A-B903-FB81FDD513DB}">
      <dgm:prSet phldrT="[Tekst]"/>
      <dgm:spPr/>
      <dgm:t>
        <a:bodyPr/>
        <a:lstStyle/>
        <a:p>
          <a:r>
            <a:rPr lang="da-DK" dirty="0"/>
            <a:t>Alkoholer</a:t>
          </a:r>
        </a:p>
      </dgm:t>
    </dgm:pt>
    <dgm:pt modelId="{5E43EC92-7BFD-4510-8E43-16C058C01784}" type="parTrans" cxnId="{6D57864D-915B-4369-89E8-82EE7F82702F}">
      <dgm:prSet/>
      <dgm:spPr/>
      <dgm:t>
        <a:bodyPr/>
        <a:lstStyle/>
        <a:p>
          <a:endParaRPr lang="da-DK"/>
        </a:p>
      </dgm:t>
    </dgm:pt>
    <dgm:pt modelId="{1098146B-D842-4D39-8E7D-E237E3B6B4CF}" type="sibTrans" cxnId="{6D57864D-915B-4369-89E8-82EE7F82702F}">
      <dgm:prSet/>
      <dgm:spPr/>
      <dgm:t>
        <a:bodyPr/>
        <a:lstStyle/>
        <a:p>
          <a:endParaRPr lang="da-DK"/>
        </a:p>
      </dgm:t>
    </dgm:pt>
    <dgm:pt modelId="{DAE0A24C-D249-496E-8645-88DB176C6959}" type="asst">
      <dgm:prSet/>
      <dgm:spPr/>
      <dgm:t>
        <a:bodyPr/>
        <a:lstStyle/>
        <a:p>
          <a:r>
            <a:rPr lang="da-DK" dirty="0" err="1">
              <a:solidFill>
                <a:srgbClr val="FF0000"/>
              </a:solidFill>
            </a:rPr>
            <a:t>Alkaner</a:t>
          </a:r>
          <a:endParaRPr lang="da-DK" dirty="0">
            <a:solidFill>
              <a:srgbClr val="FF0000"/>
            </a:solidFill>
          </a:endParaRPr>
        </a:p>
        <a:p>
          <a:r>
            <a:rPr lang="da-DK" dirty="0">
              <a:solidFill>
                <a:srgbClr val="FF0000"/>
              </a:solidFill>
            </a:rPr>
            <a:t>(kun enkeltbindinger)</a:t>
          </a:r>
        </a:p>
      </dgm:t>
    </dgm:pt>
    <dgm:pt modelId="{E586BACE-B6D7-4260-9ED8-3409601BBEA4}" type="parTrans" cxnId="{9F97A4B2-80B1-48BC-B1FC-45FEEC284321}">
      <dgm:prSet/>
      <dgm:spPr/>
      <dgm:t>
        <a:bodyPr/>
        <a:lstStyle/>
        <a:p>
          <a:endParaRPr lang="da-DK"/>
        </a:p>
      </dgm:t>
    </dgm:pt>
    <dgm:pt modelId="{A4C53346-9307-43E4-AFA6-7CDC3AB65990}" type="sibTrans" cxnId="{9F97A4B2-80B1-48BC-B1FC-45FEEC284321}">
      <dgm:prSet/>
      <dgm:spPr/>
      <dgm:t>
        <a:bodyPr/>
        <a:lstStyle/>
        <a:p>
          <a:endParaRPr lang="da-DK"/>
        </a:p>
      </dgm:t>
    </dgm:pt>
    <dgm:pt modelId="{6A382EC5-2648-4DC7-B5AD-F1FDA0486F1C}">
      <dgm:prSet/>
      <dgm:spPr/>
      <dgm:t>
        <a:bodyPr/>
        <a:lstStyle/>
        <a:p>
          <a:r>
            <a:rPr lang="da-DK" dirty="0"/>
            <a:t>Andre …</a:t>
          </a:r>
        </a:p>
      </dgm:t>
    </dgm:pt>
    <dgm:pt modelId="{2CDB7563-7214-484E-BE47-C5A6814CDD5A}" type="parTrans" cxnId="{1F8FEAF6-8DE4-4646-B06D-EFF8544542D1}">
      <dgm:prSet/>
      <dgm:spPr/>
      <dgm:t>
        <a:bodyPr/>
        <a:lstStyle/>
        <a:p>
          <a:endParaRPr lang="da-DK"/>
        </a:p>
      </dgm:t>
    </dgm:pt>
    <dgm:pt modelId="{CCF90B7B-5229-4CDF-8112-8E83DDD9D35B}" type="sibTrans" cxnId="{1F8FEAF6-8DE4-4646-B06D-EFF8544542D1}">
      <dgm:prSet/>
      <dgm:spPr/>
      <dgm:t>
        <a:bodyPr/>
        <a:lstStyle/>
        <a:p>
          <a:endParaRPr lang="da-DK"/>
        </a:p>
      </dgm:t>
    </dgm:pt>
    <dgm:pt modelId="{8E6D013F-429A-440B-9C5D-AE8F1A33396E}" type="asst">
      <dgm:prSet/>
      <dgm:spPr/>
      <dgm:t>
        <a:bodyPr/>
        <a:lstStyle/>
        <a:p>
          <a:r>
            <a:rPr lang="da-DK" dirty="0"/>
            <a:t>Andre …</a:t>
          </a:r>
        </a:p>
      </dgm:t>
    </dgm:pt>
    <dgm:pt modelId="{5544D8DB-F9B3-416B-B3F1-C292BD332976}" type="parTrans" cxnId="{EC558919-5734-4CA5-8FC9-F09C6D068E33}">
      <dgm:prSet/>
      <dgm:spPr/>
      <dgm:t>
        <a:bodyPr/>
        <a:lstStyle/>
        <a:p>
          <a:endParaRPr lang="da-DK"/>
        </a:p>
      </dgm:t>
    </dgm:pt>
    <dgm:pt modelId="{D30135A3-3F86-4954-9367-B22E62AE4E0D}" type="sibTrans" cxnId="{EC558919-5734-4CA5-8FC9-F09C6D068E33}">
      <dgm:prSet/>
      <dgm:spPr/>
      <dgm:t>
        <a:bodyPr/>
        <a:lstStyle/>
        <a:p>
          <a:endParaRPr lang="da-DK"/>
        </a:p>
      </dgm:t>
    </dgm:pt>
    <dgm:pt modelId="{54742DDE-5FD7-46C0-A416-48C729BB256F}" type="asst">
      <dgm:prSet phldrT="[Tekst]" phldr="0"/>
      <dgm:spPr/>
      <dgm:t>
        <a:bodyPr/>
        <a:lstStyle/>
        <a:p>
          <a:r>
            <a:rPr lang="da-DK" dirty="0" err="1"/>
            <a:t>Alkener</a:t>
          </a:r>
          <a:endParaRPr lang="da-DK" dirty="0"/>
        </a:p>
      </dgm:t>
    </dgm:pt>
    <dgm:pt modelId="{6AD0715A-98F1-4DA6-B967-FDD9AC65B591}" type="parTrans" cxnId="{0D96B714-4AF2-4FFE-9DC9-6067266B5C14}">
      <dgm:prSet/>
      <dgm:spPr/>
      <dgm:t>
        <a:bodyPr/>
        <a:lstStyle/>
        <a:p>
          <a:endParaRPr lang="da-DK"/>
        </a:p>
      </dgm:t>
    </dgm:pt>
    <dgm:pt modelId="{DB5381A7-6AF3-42EB-ABE3-6FA8CC05F9C4}" type="sibTrans" cxnId="{0D96B714-4AF2-4FFE-9DC9-6067266B5C14}">
      <dgm:prSet/>
      <dgm:spPr/>
      <dgm:t>
        <a:bodyPr/>
        <a:lstStyle/>
        <a:p>
          <a:endParaRPr lang="da-DK"/>
        </a:p>
      </dgm:t>
    </dgm:pt>
    <dgm:pt modelId="{AD34ECEA-7915-4492-8E98-6E8F4F75FE30}" type="pres">
      <dgm:prSet presAssocID="{418C38F4-7C9B-483B-AFFB-D6E4A992726D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269071C-CB47-4415-9EE3-4C663C47DF06}" type="pres">
      <dgm:prSet presAssocID="{0184F204-D678-4ADB-B1EB-7149F1BCADFE}" presName="hierRoot1" presStyleCnt="0">
        <dgm:presLayoutVars>
          <dgm:hierBranch val="init"/>
        </dgm:presLayoutVars>
      </dgm:prSet>
      <dgm:spPr/>
    </dgm:pt>
    <dgm:pt modelId="{41C7C717-AEAD-4284-8BF1-D9081ACD8A0F}" type="pres">
      <dgm:prSet presAssocID="{0184F204-D678-4ADB-B1EB-7149F1BCADFE}" presName="rootComposite1" presStyleCnt="0"/>
      <dgm:spPr/>
    </dgm:pt>
    <dgm:pt modelId="{05E5DFA9-9F0D-445E-859F-ABB60007FA1F}" type="pres">
      <dgm:prSet presAssocID="{0184F204-D678-4ADB-B1EB-7149F1BCADFE}" presName="rootText1" presStyleLbl="alignAcc1" presStyleIdx="0" presStyleCnt="0" custLinFactNeighborX="-11098" custLinFactNeighborY="54546">
        <dgm:presLayoutVars>
          <dgm:chPref val="3"/>
        </dgm:presLayoutVars>
      </dgm:prSet>
      <dgm:spPr/>
    </dgm:pt>
    <dgm:pt modelId="{D918BC85-BF81-4A8F-8F38-E10D224471C6}" type="pres">
      <dgm:prSet presAssocID="{0184F204-D678-4ADB-B1EB-7149F1BCADFE}" presName="topArc1" presStyleLbl="parChTrans1D1" presStyleIdx="0" presStyleCnt="14"/>
      <dgm:spPr/>
    </dgm:pt>
    <dgm:pt modelId="{689B34D9-B285-4838-81EA-323B835284C8}" type="pres">
      <dgm:prSet presAssocID="{0184F204-D678-4ADB-B1EB-7149F1BCADFE}" presName="bottomArc1" presStyleLbl="parChTrans1D1" presStyleIdx="1" presStyleCnt="14"/>
      <dgm:spPr/>
    </dgm:pt>
    <dgm:pt modelId="{EAECCEFC-6993-4467-8DBC-C55F4CA661F0}" type="pres">
      <dgm:prSet presAssocID="{0184F204-D678-4ADB-B1EB-7149F1BCADFE}" presName="topConnNode1" presStyleLbl="node1" presStyleIdx="0" presStyleCnt="0"/>
      <dgm:spPr/>
    </dgm:pt>
    <dgm:pt modelId="{8E588F55-92A7-4F90-8647-A3B6044821E7}" type="pres">
      <dgm:prSet presAssocID="{0184F204-D678-4ADB-B1EB-7149F1BCADFE}" presName="hierChild2" presStyleCnt="0"/>
      <dgm:spPr/>
    </dgm:pt>
    <dgm:pt modelId="{0865E756-EB4B-4193-A6A0-6CEFD0AE1D80}" type="pres">
      <dgm:prSet presAssocID="{5C6B67EA-2603-4517-AB2F-8DD9A6C81719}" presName="Name28" presStyleLbl="parChTrans1D2" presStyleIdx="0" presStyleCnt="3"/>
      <dgm:spPr/>
    </dgm:pt>
    <dgm:pt modelId="{7B6F2834-17B0-4D6B-BC65-A9AD628B789C}" type="pres">
      <dgm:prSet presAssocID="{511B631A-2F61-4323-8810-EB3B9DEF471A}" presName="hierRoot2" presStyleCnt="0">
        <dgm:presLayoutVars>
          <dgm:hierBranch val="init"/>
        </dgm:presLayoutVars>
      </dgm:prSet>
      <dgm:spPr/>
    </dgm:pt>
    <dgm:pt modelId="{E5A03FEA-93AD-4293-A10B-CEA66054FC07}" type="pres">
      <dgm:prSet presAssocID="{511B631A-2F61-4323-8810-EB3B9DEF471A}" presName="rootComposite2" presStyleCnt="0"/>
      <dgm:spPr/>
    </dgm:pt>
    <dgm:pt modelId="{807D5DDB-E8B7-4EAB-8E00-FDADD323DBEC}" type="pres">
      <dgm:prSet presAssocID="{511B631A-2F61-4323-8810-EB3B9DEF471A}" presName="rootText2" presStyleLbl="alignAcc1" presStyleIdx="0" presStyleCnt="0" custLinFactNeighborX="-11098" custLinFactNeighborY="54546">
        <dgm:presLayoutVars>
          <dgm:chPref val="3"/>
        </dgm:presLayoutVars>
      </dgm:prSet>
      <dgm:spPr/>
    </dgm:pt>
    <dgm:pt modelId="{E9783B59-A2E7-4E5B-92E5-C5D3E2C0EC83}" type="pres">
      <dgm:prSet presAssocID="{511B631A-2F61-4323-8810-EB3B9DEF471A}" presName="topArc2" presStyleLbl="parChTrans1D1" presStyleIdx="2" presStyleCnt="14"/>
      <dgm:spPr/>
    </dgm:pt>
    <dgm:pt modelId="{3D8464AB-CA01-4F87-B7BC-E1658C92B616}" type="pres">
      <dgm:prSet presAssocID="{511B631A-2F61-4323-8810-EB3B9DEF471A}" presName="bottomArc2" presStyleLbl="parChTrans1D1" presStyleIdx="3" presStyleCnt="14"/>
      <dgm:spPr/>
    </dgm:pt>
    <dgm:pt modelId="{8DD09D67-A3CA-4C67-984A-B920413DF25A}" type="pres">
      <dgm:prSet presAssocID="{511B631A-2F61-4323-8810-EB3B9DEF471A}" presName="topConnNode2" presStyleLbl="node2" presStyleIdx="0" presStyleCnt="0"/>
      <dgm:spPr/>
    </dgm:pt>
    <dgm:pt modelId="{6A9D192B-6C56-4041-A247-FBD21C86BB23}" type="pres">
      <dgm:prSet presAssocID="{511B631A-2F61-4323-8810-EB3B9DEF471A}" presName="hierChild4" presStyleCnt="0"/>
      <dgm:spPr/>
    </dgm:pt>
    <dgm:pt modelId="{759EF5C7-FCB5-4B91-B08D-37A9EBC026CC}" type="pres">
      <dgm:prSet presAssocID="{511B631A-2F61-4323-8810-EB3B9DEF471A}" presName="hierChild5" presStyleCnt="0"/>
      <dgm:spPr/>
    </dgm:pt>
    <dgm:pt modelId="{B6F20598-91D0-496E-BEBB-D5581FC7BAA5}" type="pres">
      <dgm:prSet presAssocID="{E586BACE-B6D7-4260-9ED8-3409601BBEA4}" presName="Name101" presStyleLbl="parChTrans1D3" presStyleIdx="0" presStyleCnt="3"/>
      <dgm:spPr/>
    </dgm:pt>
    <dgm:pt modelId="{63B32680-4CE2-44E2-B482-9501967A8FD0}" type="pres">
      <dgm:prSet presAssocID="{DAE0A24C-D249-496E-8645-88DB176C6959}" presName="hierRoot3" presStyleCnt="0">
        <dgm:presLayoutVars>
          <dgm:hierBranch val="init"/>
        </dgm:presLayoutVars>
      </dgm:prSet>
      <dgm:spPr/>
    </dgm:pt>
    <dgm:pt modelId="{70294E83-1004-42A7-9732-56DB0E441509}" type="pres">
      <dgm:prSet presAssocID="{DAE0A24C-D249-496E-8645-88DB176C6959}" presName="rootComposite3" presStyleCnt="0"/>
      <dgm:spPr/>
    </dgm:pt>
    <dgm:pt modelId="{D96DFFD3-32BE-4E57-9EEC-E324FE0503B7}" type="pres">
      <dgm:prSet presAssocID="{DAE0A24C-D249-496E-8645-88DB176C6959}" presName="rootText3" presStyleLbl="alignAcc1" presStyleIdx="0" presStyleCnt="0" custLinFactNeighborX="-11098" custLinFactNeighborY="54546">
        <dgm:presLayoutVars>
          <dgm:chPref val="3"/>
        </dgm:presLayoutVars>
      </dgm:prSet>
      <dgm:spPr/>
    </dgm:pt>
    <dgm:pt modelId="{A76BAB90-8104-44B7-BC9A-6C69BE9CB99B}" type="pres">
      <dgm:prSet presAssocID="{DAE0A24C-D249-496E-8645-88DB176C6959}" presName="topArc3" presStyleLbl="parChTrans1D1" presStyleIdx="4" presStyleCnt="14"/>
      <dgm:spPr/>
    </dgm:pt>
    <dgm:pt modelId="{258CAB1D-3275-4A9F-B69C-80C4F77FAD52}" type="pres">
      <dgm:prSet presAssocID="{DAE0A24C-D249-496E-8645-88DB176C6959}" presName="bottomArc3" presStyleLbl="parChTrans1D1" presStyleIdx="5" presStyleCnt="14"/>
      <dgm:spPr/>
    </dgm:pt>
    <dgm:pt modelId="{7E5C3316-2BC9-4958-8CC9-B4D45A7E5E21}" type="pres">
      <dgm:prSet presAssocID="{DAE0A24C-D249-496E-8645-88DB176C6959}" presName="topConnNode3" presStyleLbl="asst2" presStyleIdx="0" presStyleCnt="0"/>
      <dgm:spPr/>
    </dgm:pt>
    <dgm:pt modelId="{B36C90C8-61DE-49A6-9503-D9A307D5A66D}" type="pres">
      <dgm:prSet presAssocID="{DAE0A24C-D249-496E-8645-88DB176C6959}" presName="hierChild6" presStyleCnt="0"/>
      <dgm:spPr/>
    </dgm:pt>
    <dgm:pt modelId="{AD61E3F2-0BD3-4FCB-BC28-438D251DEED0}" type="pres">
      <dgm:prSet presAssocID="{DAE0A24C-D249-496E-8645-88DB176C6959}" presName="hierChild7" presStyleCnt="0"/>
      <dgm:spPr/>
    </dgm:pt>
    <dgm:pt modelId="{71B39A7E-7BEC-4724-A062-D2373F9D1516}" type="pres">
      <dgm:prSet presAssocID="{5544D8DB-F9B3-416B-B3F1-C292BD332976}" presName="Name101" presStyleLbl="parChTrans1D3" presStyleIdx="1" presStyleCnt="3"/>
      <dgm:spPr/>
    </dgm:pt>
    <dgm:pt modelId="{51977947-37DE-4410-8B11-6A8AE42D3F20}" type="pres">
      <dgm:prSet presAssocID="{8E6D013F-429A-440B-9C5D-AE8F1A33396E}" presName="hierRoot3" presStyleCnt="0">
        <dgm:presLayoutVars>
          <dgm:hierBranch val="init"/>
        </dgm:presLayoutVars>
      </dgm:prSet>
      <dgm:spPr/>
    </dgm:pt>
    <dgm:pt modelId="{26585B07-1930-49B0-BD15-B2F1C8BA45B8}" type="pres">
      <dgm:prSet presAssocID="{8E6D013F-429A-440B-9C5D-AE8F1A33396E}" presName="rootComposite3" presStyleCnt="0"/>
      <dgm:spPr/>
    </dgm:pt>
    <dgm:pt modelId="{B64C89F6-EDFD-44FA-B687-9E1D8141F6D3}" type="pres">
      <dgm:prSet presAssocID="{8E6D013F-429A-440B-9C5D-AE8F1A33396E}" presName="rootText3" presStyleLbl="alignAcc1" presStyleIdx="0" presStyleCnt="0" custLinFactNeighborX="49090" custLinFactNeighborY="54546">
        <dgm:presLayoutVars>
          <dgm:chPref val="3"/>
        </dgm:presLayoutVars>
      </dgm:prSet>
      <dgm:spPr/>
    </dgm:pt>
    <dgm:pt modelId="{AB54C524-2B94-4450-99D2-F38DDBA55BB1}" type="pres">
      <dgm:prSet presAssocID="{8E6D013F-429A-440B-9C5D-AE8F1A33396E}" presName="topArc3" presStyleLbl="parChTrans1D1" presStyleIdx="6" presStyleCnt="14"/>
      <dgm:spPr/>
    </dgm:pt>
    <dgm:pt modelId="{AAA9C268-31D8-46B8-8D3A-ABE1149CF7E5}" type="pres">
      <dgm:prSet presAssocID="{8E6D013F-429A-440B-9C5D-AE8F1A33396E}" presName="bottomArc3" presStyleLbl="parChTrans1D1" presStyleIdx="7" presStyleCnt="14"/>
      <dgm:spPr/>
    </dgm:pt>
    <dgm:pt modelId="{929C0BEF-F0CB-43E0-B152-3D1F2F43E8E6}" type="pres">
      <dgm:prSet presAssocID="{8E6D013F-429A-440B-9C5D-AE8F1A33396E}" presName="topConnNode3" presStyleLbl="asst2" presStyleIdx="0" presStyleCnt="0"/>
      <dgm:spPr/>
    </dgm:pt>
    <dgm:pt modelId="{2E6A90BB-1108-44B2-B0AF-3DE51E12C5A7}" type="pres">
      <dgm:prSet presAssocID="{8E6D013F-429A-440B-9C5D-AE8F1A33396E}" presName="hierChild6" presStyleCnt="0"/>
      <dgm:spPr/>
    </dgm:pt>
    <dgm:pt modelId="{5E3A24A2-4A8E-4EA3-A666-9E5E9CB884F3}" type="pres">
      <dgm:prSet presAssocID="{8E6D013F-429A-440B-9C5D-AE8F1A33396E}" presName="hierChild7" presStyleCnt="0"/>
      <dgm:spPr/>
    </dgm:pt>
    <dgm:pt modelId="{03D58BA5-C711-459F-83E3-53845E931403}" type="pres">
      <dgm:prSet presAssocID="{6AD0715A-98F1-4DA6-B967-FDD9AC65B591}" presName="Name101" presStyleLbl="parChTrans1D3" presStyleIdx="2" presStyleCnt="3"/>
      <dgm:spPr/>
    </dgm:pt>
    <dgm:pt modelId="{E2C8CB97-CB11-4F05-951E-139392B7F2E9}" type="pres">
      <dgm:prSet presAssocID="{54742DDE-5FD7-46C0-A416-48C729BB256F}" presName="hierRoot3" presStyleCnt="0">
        <dgm:presLayoutVars>
          <dgm:hierBranch val="init"/>
        </dgm:presLayoutVars>
      </dgm:prSet>
      <dgm:spPr/>
    </dgm:pt>
    <dgm:pt modelId="{F3483579-17E0-4F71-841E-2D27937024B7}" type="pres">
      <dgm:prSet presAssocID="{54742DDE-5FD7-46C0-A416-48C729BB256F}" presName="rootComposite3" presStyleCnt="0"/>
      <dgm:spPr/>
    </dgm:pt>
    <dgm:pt modelId="{A6F5E333-6B66-482C-BD5E-53B6A1AD207D}" type="pres">
      <dgm:prSet presAssocID="{54742DDE-5FD7-46C0-A416-48C729BB256F}" presName="rootText3" presStyleLbl="alignAcc1" presStyleIdx="0" presStyleCnt="0" custLinFactY="-22257" custLinFactNeighborX="75573" custLinFactNeighborY="-100000">
        <dgm:presLayoutVars>
          <dgm:chPref val="3"/>
        </dgm:presLayoutVars>
      </dgm:prSet>
      <dgm:spPr/>
    </dgm:pt>
    <dgm:pt modelId="{53D38A8F-880A-42BB-A242-BF1C33AF34E1}" type="pres">
      <dgm:prSet presAssocID="{54742DDE-5FD7-46C0-A416-48C729BB256F}" presName="topArc3" presStyleLbl="parChTrans1D1" presStyleIdx="8" presStyleCnt="14"/>
      <dgm:spPr/>
    </dgm:pt>
    <dgm:pt modelId="{0250791E-5F8B-422E-B816-1AA5031E606B}" type="pres">
      <dgm:prSet presAssocID="{54742DDE-5FD7-46C0-A416-48C729BB256F}" presName="bottomArc3" presStyleLbl="parChTrans1D1" presStyleIdx="9" presStyleCnt="14"/>
      <dgm:spPr/>
    </dgm:pt>
    <dgm:pt modelId="{76140450-7DC8-4219-8F17-3D2FDFBED96B}" type="pres">
      <dgm:prSet presAssocID="{54742DDE-5FD7-46C0-A416-48C729BB256F}" presName="topConnNode3" presStyleLbl="asst2" presStyleIdx="0" presStyleCnt="0"/>
      <dgm:spPr/>
    </dgm:pt>
    <dgm:pt modelId="{65EA18C7-FA9B-4A3C-90EF-0EDCF924B4A5}" type="pres">
      <dgm:prSet presAssocID="{54742DDE-5FD7-46C0-A416-48C729BB256F}" presName="hierChild6" presStyleCnt="0"/>
      <dgm:spPr/>
    </dgm:pt>
    <dgm:pt modelId="{71FB4E6C-E8D3-4D53-95CB-FE23EB76F4BC}" type="pres">
      <dgm:prSet presAssocID="{54742DDE-5FD7-46C0-A416-48C729BB256F}" presName="hierChild7" presStyleCnt="0"/>
      <dgm:spPr/>
    </dgm:pt>
    <dgm:pt modelId="{1E1DBBB5-976D-4AA3-A80A-E634A43EBE37}" type="pres">
      <dgm:prSet presAssocID="{5E43EC92-7BFD-4510-8E43-16C058C01784}" presName="Name28" presStyleLbl="parChTrans1D2" presStyleIdx="1" presStyleCnt="3"/>
      <dgm:spPr/>
    </dgm:pt>
    <dgm:pt modelId="{504581AA-1893-4A42-BFA6-4E9E160129B7}" type="pres">
      <dgm:prSet presAssocID="{95B2FF4F-1634-435A-B903-FB81FDD513DB}" presName="hierRoot2" presStyleCnt="0">
        <dgm:presLayoutVars>
          <dgm:hierBranch val="init"/>
        </dgm:presLayoutVars>
      </dgm:prSet>
      <dgm:spPr/>
    </dgm:pt>
    <dgm:pt modelId="{5E6A53CD-8CEB-4FB0-8373-69FAE6B999FC}" type="pres">
      <dgm:prSet presAssocID="{95B2FF4F-1634-435A-B903-FB81FDD513DB}" presName="rootComposite2" presStyleCnt="0"/>
      <dgm:spPr/>
    </dgm:pt>
    <dgm:pt modelId="{EF91AF06-99FC-40C5-B144-06E3F4D2AB34}" type="pres">
      <dgm:prSet presAssocID="{95B2FF4F-1634-435A-B903-FB81FDD513DB}" presName="rootText2" presStyleLbl="alignAcc1" presStyleIdx="0" presStyleCnt="0" custLinFactNeighborX="-11098" custLinFactNeighborY="54546">
        <dgm:presLayoutVars>
          <dgm:chPref val="3"/>
        </dgm:presLayoutVars>
      </dgm:prSet>
      <dgm:spPr/>
    </dgm:pt>
    <dgm:pt modelId="{5ED79DC3-C302-4F14-98E1-5E9E518D06F4}" type="pres">
      <dgm:prSet presAssocID="{95B2FF4F-1634-435A-B903-FB81FDD513DB}" presName="topArc2" presStyleLbl="parChTrans1D1" presStyleIdx="10" presStyleCnt="14"/>
      <dgm:spPr/>
    </dgm:pt>
    <dgm:pt modelId="{4B1935EA-C0CC-40E8-84BB-0E8E64C7B290}" type="pres">
      <dgm:prSet presAssocID="{95B2FF4F-1634-435A-B903-FB81FDD513DB}" presName="bottomArc2" presStyleLbl="parChTrans1D1" presStyleIdx="11" presStyleCnt="14"/>
      <dgm:spPr/>
    </dgm:pt>
    <dgm:pt modelId="{2BA786A9-4729-4992-9DFF-4F3052751E92}" type="pres">
      <dgm:prSet presAssocID="{95B2FF4F-1634-435A-B903-FB81FDD513DB}" presName="topConnNode2" presStyleLbl="node2" presStyleIdx="0" presStyleCnt="0"/>
      <dgm:spPr/>
    </dgm:pt>
    <dgm:pt modelId="{9F29340E-7759-4EB7-B687-840501732B37}" type="pres">
      <dgm:prSet presAssocID="{95B2FF4F-1634-435A-B903-FB81FDD513DB}" presName="hierChild4" presStyleCnt="0"/>
      <dgm:spPr/>
    </dgm:pt>
    <dgm:pt modelId="{C2F22526-0BF8-42F5-8822-0CFDCD87ED69}" type="pres">
      <dgm:prSet presAssocID="{95B2FF4F-1634-435A-B903-FB81FDD513DB}" presName="hierChild5" presStyleCnt="0"/>
      <dgm:spPr/>
    </dgm:pt>
    <dgm:pt modelId="{7EE13DB7-722B-4699-84A3-08C9A0E17AE7}" type="pres">
      <dgm:prSet presAssocID="{2CDB7563-7214-484E-BE47-C5A6814CDD5A}" presName="Name28" presStyleLbl="parChTrans1D2" presStyleIdx="2" presStyleCnt="3"/>
      <dgm:spPr/>
    </dgm:pt>
    <dgm:pt modelId="{7AB9A1EE-4711-45E5-AEA6-2674AF0D2E4D}" type="pres">
      <dgm:prSet presAssocID="{6A382EC5-2648-4DC7-B5AD-F1FDA0486F1C}" presName="hierRoot2" presStyleCnt="0">
        <dgm:presLayoutVars>
          <dgm:hierBranch val="init"/>
        </dgm:presLayoutVars>
      </dgm:prSet>
      <dgm:spPr/>
    </dgm:pt>
    <dgm:pt modelId="{8D6887A1-2149-4BF0-BC04-E02508AC7CA9}" type="pres">
      <dgm:prSet presAssocID="{6A382EC5-2648-4DC7-B5AD-F1FDA0486F1C}" presName="rootComposite2" presStyleCnt="0"/>
      <dgm:spPr/>
    </dgm:pt>
    <dgm:pt modelId="{FD613B6E-8E86-40E7-AFDE-D714D52128E3}" type="pres">
      <dgm:prSet presAssocID="{6A382EC5-2648-4DC7-B5AD-F1FDA0486F1C}" presName="rootText2" presStyleLbl="alignAcc1" presStyleIdx="0" presStyleCnt="0" custLinFactNeighborX="-11098" custLinFactNeighborY="54546">
        <dgm:presLayoutVars>
          <dgm:chPref val="3"/>
        </dgm:presLayoutVars>
      </dgm:prSet>
      <dgm:spPr/>
    </dgm:pt>
    <dgm:pt modelId="{DA702E04-03C5-4C15-BFB3-C7726D9E41DF}" type="pres">
      <dgm:prSet presAssocID="{6A382EC5-2648-4DC7-B5AD-F1FDA0486F1C}" presName="topArc2" presStyleLbl="parChTrans1D1" presStyleIdx="12" presStyleCnt="14"/>
      <dgm:spPr/>
    </dgm:pt>
    <dgm:pt modelId="{83B5B324-2D7A-4ED2-8142-C2DD475D3E90}" type="pres">
      <dgm:prSet presAssocID="{6A382EC5-2648-4DC7-B5AD-F1FDA0486F1C}" presName="bottomArc2" presStyleLbl="parChTrans1D1" presStyleIdx="13" presStyleCnt="14"/>
      <dgm:spPr/>
    </dgm:pt>
    <dgm:pt modelId="{81F77A7F-83BF-4E43-916E-E06EB15A9A2C}" type="pres">
      <dgm:prSet presAssocID="{6A382EC5-2648-4DC7-B5AD-F1FDA0486F1C}" presName="topConnNode2" presStyleLbl="node2" presStyleIdx="0" presStyleCnt="0"/>
      <dgm:spPr/>
    </dgm:pt>
    <dgm:pt modelId="{0F409B3F-9DA6-4F68-919D-6D42C4D02AC6}" type="pres">
      <dgm:prSet presAssocID="{6A382EC5-2648-4DC7-B5AD-F1FDA0486F1C}" presName="hierChild4" presStyleCnt="0"/>
      <dgm:spPr/>
    </dgm:pt>
    <dgm:pt modelId="{36EF416F-8262-4700-AD87-B32D7C49B080}" type="pres">
      <dgm:prSet presAssocID="{6A382EC5-2648-4DC7-B5AD-F1FDA0486F1C}" presName="hierChild5" presStyleCnt="0"/>
      <dgm:spPr/>
    </dgm:pt>
    <dgm:pt modelId="{4F5625F4-30BB-4AB7-A37B-2A855ADFE103}" type="pres">
      <dgm:prSet presAssocID="{0184F204-D678-4ADB-B1EB-7149F1BCADFE}" presName="hierChild3" presStyleCnt="0"/>
      <dgm:spPr/>
    </dgm:pt>
  </dgm:ptLst>
  <dgm:cxnLst>
    <dgm:cxn modelId="{443B2F0C-FEE5-4D80-8FCB-61C94CDF909C}" type="presOf" srcId="{511B631A-2F61-4323-8810-EB3B9DEF471A}" destId="{8DD09D67-A3CA-4C67-984A-B920413DF25A}" srcOrd="1" destOrd="0" presId="urn:microsoft.com/office/officeart/2008/layout/HalfCircleOrganizationChart"/>
    <dgm:cxn modelId="{0D96B714-4AF2-4FFE-9DC9-6067266B5C14}" srcId="{511B631A-2F61-4323-8810-EB3B9DEF471A}" destId="{54742DDE-5FD7-46C0-A416-48C729BB256F}" srcOrd="2" destOrd="0" parTransId="{6AD0715A-98F1-4DA6-B967-FDD9AC65B591}" sibTransId="{DB5381A7-6AF3-42EB-ABE3-6FA8CC05F9C4}"/>
    <dgm:cxn modelId="{EC558919-5734-4CA5-8FC9-F09C6D068E33}" srcId="{511B631A-2F61-4323-8810-EB3B9DEF471A}" destId="{8E6D013F-429A-440B-9C5D-AE8F1A33396E}" srcOrd="1" destOrd="0" parTransId="{5544D8DB-F9B3-416B-B3F1-C292BD332976}" sibTransId="{D30135A3-3F86-4954-9367-B22E62AE4E0D}"/>
    <dgm:cxn modelId="{7171D131-A863-4D14-BB1C-79C0CD8C3A34}" type="presOf" srcId="{E586BACE-B6D7-4260-9ED8-3409601BBEA4}" destId="{B6F20598-91D0-496E-BEBB-D5581FC7BAA5}" srcOrd="0" destOrd="0" presId="urn:microsoft.com/office/officeart/2008/layout/HalfCircleOrganizationChart"/>
    <dgm:cxn modelId="{34CF6261-5CDF-441F-9E60-C5DBFD1B590B}" type="presOf" srcId="{6A382EC5-2648-4DC7-B5AD-F1FDA0486F1C}" destId="{81F77A7F-83BF-4E43-916E-E06EB15A9A2C}" srcOrd="1" destOrd="0" presId="urn:microsoft.com/office/officeart/2008/layout/HalfCircleOrganizationChart"/>
    <dgm:cxn modelId="{78FB2169-60DE-4835-81D5-B3125D0714CF}" type="presOf" srcId="{6AD0715A-98F1-4DA6-B967-FDD9AC65B591}" destId="{03D58BA5-C711-459F-83E3-53845E931403}" srcOrd="0" destOrd="0" presId="urn:microsoft.com/office/officeart/2008/layout/HalfCircleOrganizationChart"/>
    <dgm:cxn modelId="{4AB77D4A-A6FB-464D-9029-59130A492AFB}" type="presOf" srcId="{5C6B67EA-2603-4517-AB2F-8DD9A6C81719}" destId="{0865E756-EB4B-4193-A6A0-6CEFD0AE1D80}" srcOrd="0" destOrd="0" presId="urn:microsoft.com/office/officeart/2008/layout/HalfCircleOrganizationChart"/>
    <dgm:cxn modelId="{6D57864D-915B-4369-89E8-82EE7F82702F}" srcId="{0184F204-D678-4ADB-B1EB-7149F1BCADFE}" destId="{95B2FF4F-1634-435A-B903-FB81FDD513DB}" srcOrd="1" destOrd="0" parTransId="{5E43EC92-7BFD-4510-8E43-16C058C01784}" sibTransId="{1098146B-D842-4D39-8E7D-E237E3B6B4CF}"/>
    <dgm:cxn modelId="{68FE146F-1C11-4A6F-9FF1-57C973D1FE52}" type="presOf" srcId="{DAE0A24C-D249-496E-8645-88DB176C6959}" destId="{7E5C3316-2BC9-4958-8CC9-B4D45A7E5E21}" srcOrd="1" destOrd="0" presId="urn:microsoft.com/office/officeart/2008/layout/HalfCircleOrganizationChart"/>
    <dgm:cxn modelId="{B3EC7750-745F-4BD9-9515-05E494D70710}" type="presOf" srcId="{0184F204-D678-4ADB-B1EB-7149F1BCADFE}" destId="{05E5DFA9-9F0D-445E-859F-ABB60007FA1F}" srcOrd="0" destOrd="0" presId="urn:microsoft.com/office/officeart/2008/layout/HalfCircleOrganizationChart"/>
    <dgm:cxn modelId="{56C51876-6E92-4596-B1E7-280F2B08DB93}" type="presOf" srcId="{8E6D013F-429A-440B-9C5D-AE8F1A33396E}" destId="{B64C89F6-EDFD-44FA-B687-9E1D8141F6D3}" srcOrd="0" destOrd="0" presId="urn:microsoft.com/office/officeart/2008/layout/HalfCircleOrganizationChart"/>
    <dgm:cxn modelId="{7C005A79-DF9D-4961-8E49-490EB086E061}" type="presOf" srcId="{DAE0A24C-D249-496E-8645-88DB176C6959}" destId="{D96DFFD3-32BE-4E57-9EEC-E324FE0503B7}" srcOrd="0" destOrd="0" presId="urn:microsoft.com/office/officeart/2008/layout/HalfCircleOrganizationChart"/>
    <dgm:cxn modelId="{6A7C2C88-D5EE-4EF3-9F03-AC302AE2D7DE}" type="presOf" srcId="{54742DDE-5FD7-46C0-A416-48C729BB256F}" destId="{76140450-7DC8-4219-8F17-3D2FDFBED96B}" srcOrd="1" destOrd="0" presId="urn:microsoft.com/office/officeart/2008/layout/HalfCircleOrganizationChart"/>
    <dgm:cxn modelId="{EA4D0F89-834B-42D1-9C4A-4D07EDA328E6}" srcId="{418C38F4-7C9B-483B-AFFB-D6E4A992726D}" destId="{0184F204-D678-4ADB-B1EB-7149F1BCADFE}" srcOrd="0" destOrd="0" parTransId="{8E23263C-1B38-4CE0-9265-811A810C96FF}" sibTransId="{5D6C1B96-46AF-451B-8C1D-F8466161E239}"/>
    <dgm:cxn modelId="{12DEEC8E-B333-446C-B2CF-A23529A6FF85}" type="presOf" srcId="{418C38F4-7C9B-483B-AFFB-D6E4A992726D}" destId="{AD34ECEA-7915-4492-8E98-6E8F4F75FE30}" srcOrd="0" destOrd="0" presId="urn:microsoft.com/office/officeart/2008/layout/HalfCircleOrganizationChart"/>
    <dgm:cxn modelId="{F9F14AA0-5C76-4BF4-8F5D-2294F1D577EB}" type="presOf" srcId="{5E43EC92-7BFD-4510-8E43-16C058C01784}" destId="{1E1DBBB5-976D-4AA3-A80A-E634A43EBE37}" srcOrd="0" destOrd="0" presId="urn:microsoft.com/office/officeart/2008/layout/HalfCircleOrganizationChart"/>
    <dgm:cxn modelId="{9F97A4B2-80B1-48BC-B1FC-45FEEC284321}" srcId="{511B631A-2F61-4323-8810-EB3B9DEF471A}" destId="{DAE0A24C-D249-496E-8645-88DB176C6959}" srcOrd="0" destOrd="0" parTransId="{E586BACE-B6D7-4260-9ED8-3409601BBEA4}" sibTransId="{A4C53346-9307-43E4-AFA6-7CDC3AB65990}"/>
    <dgm:cxn modelId="{75355DBB-CCEE-413F-9F63-E81262EB4C4E}" type="presOf" srcId="{2CDB7563-7214-484E-BE47-C5A6814CDD5A}" destId="{7EE13DB7-722B-4699-84A3-08C9A0E17AE7}" srcOrd="0" destOrd="0" presId="urn:microsoft.com/office/officeart/2008/layout/HalfCircleOrganizationChart"/>
    <dgm:cxn modelId="{7686DCD2-DB44-4A7D-BCB0-A37B79147E73}" type="presOf" srcId="{95B2FF4F-1634-435A-B903-FB81FDD513DB}" destId="{EF91AF06-99FC-40C5-B144-06E3F4D2AB34}" srcOrd="0" destOrd="0" presId="urn:microsoft.com/office/officeart/2008/layout/HalfCircleOrganizationChart"/>
    <dgm:cxn modelId="{A427BBD4-1B24-4A6D-BF9E-AC2228478CE6}" type="presOf" srcId="{511B631A-2F61-4323-8810-EB3B9DEF471A}" destId="{807D5DDB-E8B7-4EAB-8E00-FDADD323DBEC}" srcOrd="0" destOrd="0" presId="urn:microsoft.com/office/officeart/2008/layout/HalfCircleOrganizationChart"/>
    <dgm:cxn modelId="{AA2004D5-BF97-4222-85D8-1D0599AB7808}" type="presOf" srcId="{95B2FF4F-1634-435A-B903-FB81FDD513DB}" destId="{2BA786A9-4729-4992-9DFF-4F3052751E92}" srcOrd="1" destOrd="0" presId="urn:microsoft.com/office/officeart/2008/layout/HalfCircleOrganizationChart"/>
    <dgm:cxn modelId="{96518CDC-A299-433D-BC83-13BFE1FAE01F}" type="presOf" srcId="{5544D8DB-F9B3-416B-B3F1-C292BD332976}" destId="{71B39A7E-7BEC-4724-A062-D2373F9D1516}" srcOrd="0" destOrd="0" presId="urn:microsoft.com/office/officeart/2008/layout/HalfCircleOrganizationChart"/>
    <dgm:cxn modelId="{F09D2DE5-2B80-41FB-BA12-C8936E264BD2}" type="presOf" srcId="{54742DDE-5FD7-46C0-A416-48C729BB256F}" destId="{A6F5E333-6B66-482C-BD5E-53B6A1AD207D}" srcOrd="0" destOrd="0" presId="urn:microsoft.com/office/officeart/2008/layout/HalfCircleOrganizationChart"/>
    <dgm:cxn modelId="{4CD657E5-792C-480B-BC87-0FFB9D2485D8}" type="presOf" srcId="{8E6D013F-429A-440B-9C5D-AE8F1A33396E}" destId="{929C0BEF-F0CB-43E0-B152-3D1F2F43E8E6}" srcOrd="1" destOrd="0" presId="urn:microsoft.com/office/officeart/2008/layout/HalfCircleOrganizationChart"/>
    <dgm:cxn modelId="{43C3D6E7-27B2-4D6D-B051-EFD2C8CCDA6F}" type="presOf" srcId="{0184F204-D678-4ADB-B1EB-7149F1BCADFE}" destId="{EAECCEFC-6993-4467-8DBC-C55F4CA661F0}" srcOrd="1" destOrd="0" presId="urn:microsoft.com/office/officeart/2008/layout/HalfCircleOrganizationChart"/>
    <dgm:cxn modelId="{1F8FEAF6-8DE4-4646-B06D-EFF8544542D1}" srcId="{0184F204-D678-4ADB-B1EB-7149F1BCADFE}" destId="{6A382EC5-2648-4DC7-B5AD-F1FDA0486F1C}" srcOrd="2" destOrd="0" parTransId="{2CDB7563-7214-484E-BE47-C5A6814CDD5A}" sibTransId="{CCF90B7B-5229-4CDF-8112-8E83DDD9D35B}"/>
    <dgm:cxn modelId="{202B84FA-8327-4516-B9AA-11AE7A826117}" srcId="{0184F204-D678-4ADB-B1EB-7149F1BCADFE}" destId="{511B631A-2F61-4323-8810-EB3B9DEF471A}" srcOrd="0" destOrd="0" parTransId="{5C6B67EA-2603-4517-AB2F-8DD9A6C81719}" sibTransId="{9CEDF540-4C37-42FF-9DBA-3655C3EDCACB}"/>
    <dgm:cxn modelId="{CCCAF6FD-9DAB-407F-9966-F4F7672CBED8}" type="presOf" srcId="{6A382EC5-2648-4DC7-B5AD-F1FDA0486F1C}" destId="{FD613B6E-8E86-40E7-AFDE-D714D52128E3}" srcOrd="0" destOrd="0" presId="urn:microsoft.com/office/officeart/2008/layout/HalfCircleOrganizationChart"/>
    <dgm:cxn modelId="{D1A5B5BF-9D79-41FE-98FD-F064E374F835}" type="presParOf" srcId="{AD34ECEA-7915-4492-8E98-6E8F4F75FE30}" destId="{5269071C-CB47-4415-9EE3-4C663C47DF06}" srcOrd="0" destOrd="0" presId="urn:microsoft.com/office/officeart/2008/layout/HalfCircleOrganizationChart"/>
    <dgm:cxn modelId="{404906BE-C18F-4396-A816-2CAB4E1BD11F}" type="presParOf" srcId="{5269071C-CB47-4415-9EE3-4C663C47DF06}" destId="{41C7C717-AEAD-4284-8BF1-D9081ACD8A0F}" srcOrd="0" destOrd="0" presId="urn:microsoft.com/office/officeart/2008/layout/HalfCircleOrganizationChart"/>
    <dgm:cxn modelId="{25F73673-819B-43EA-BF62-278E8A91529E}" type="presParOf" srcId="{41C7C717-AEAD-4284-8BF1-D9081ACD8A0F}" destId="{05E5DFA9-9F0D-445E-859F-ABB60007FA1F}" srcOrd="0" destOrd="0" presId="urn:microsoft.com/office/officeart/2008/layout/HalfCircleOrganizationChart"/>
    <dgm:cxn modelId="{E90C2436-CE73-4CCF-92F9-4B95695E16E8}" type="presParOf" srcId="{41C7C717-AEAD-4284-8BF1-D9081ACD8A0F}" destId="{D918BC85-BF81-4A8F-8F38-E10D224471C6}" srcOrd="1" destOrd="0" presId="urn:microsoft.com/office/officeart/2008/layout/HalfCircleOrganizationChart"/>
    <dgm:cxn modelId="{DBF9A2CF-1BEF-4F30-BA57-7BC3D28758F8}" type="presParOf" srcId="{41C7C717-AEAD-4284-8BF1-D9081ACD8A0F}" destId="{689B34D9-B285-4838-81EA-323B835284C8}" srcOrd="2" destOrd="0" presId="urn:microsoft.com/office/officeart/2008/layout/HalfCircleOrganizationChart"/>
    <dgm:cxn modelId="{C8ED12DF-183F-4B53-9EC1-64BEFDEC21EF}" type="presParOf" srcId="{41C7C717-AEAD-4284-8BF1-D9081ACD8A0F}" destId="{EAECCEFC-6993-4467-8DBC-C55F4CA661F0}" srcOrd="3" destOrd="0" presId="urn:microsoft.com/office/officeart/2008/layout/HalfCircleOrganizationChart"/>
    <dgm:cxn modelId="{B5646BF3-AEDE-4F01-971C-6C36B986DAB2}" type="presParOf" srcId="{5269071C-CB47-4415-9EE3-4C663C47DF06}" destId="{8E588F55-92A7-4F90-8647-A3B6044821E7}" srcOrd="1" destOrd="0" presId="urn:microsoft.com/office/officeart/2008/layout/HalfCircleOrganizationChart"/>
    <dgm:cxn modelId="{8F75E73D-457F-45D1-BE89-2B091970C100}" type="presParOf" srcId="{8E588F55-92A7-4F90-8647-A3B6044821E7}" destId="{0865E756-EB4B-4193-A6A0-6CEFD0AE1D80}" srcOrd="0" destOrd="0" presId="urn:microsoft.com/office/officeart/2008/layout/HalfCircleOrganizationChart"/>
    <dgm:cxn modelId="{33390DB7-1DFE-447D-A6CC-3BB8A465A2B1}" type="presParOf" srcId="{8E588F55-92A7-4F90-8647-A3B6044821E7}" destId="{7B6F2834-17B0-4D6B-BC65-A9AD628B789C}" srcOrd="1" destOrd="0" presId="urn:microsoft.com/office/officeart/2008/layout/HalfCircleOrganizationChart"/>
    <dgm:cxn modelId="{DDA667CC-B971-4B67-BC55-F42EFDFCE4C4}" type="presParOf" srcId="{7B6F2834-17B0-4D6B-BC65-A9AD628B789C}" destId="{E5A03FEA-93AD-4293-A10B-CEA66054FC07}" srcOrd="0" destOrd="0" presId="urn:microsoft.com/office/officeart/2008/layout/HalfCircleOrganizationChart"/>
    <dgm:cxn modelId="{59ED2807-8F5D-4168-BE08-F98F8EB991A9}" type="presParOf" srcId="{E5A03FEA-93AD-4293-A10B-CEA66054FC07}" destId="{807D5DDB-E8B7-4EAB-8E00-FDADD323DBEC}" srcOrd="0" destOrd="0" presId="urn:microsoft.com/office/officeart/2008/layout/HalfCircleOrganizationChart"/>
    <dgm:cxn modelId="{AFF7A61C-95D5-4D73-B230-DDBC36650240}" type="presParOf" srcId="{E5A03FEA-93AD-4293-A10B-CEA66054FC07}" destId="{E9783B59-A2E7-4E5B-92E5-C5D3E2C0EC83}" srcOrd="1" destOrd="0" presId="urn:microsoft.com/office/officeart/2008/layout/HalfCircleOrganizationChart"/>
    <dgm:cxn modelId="{1D3BAC82-BC84-4B35-912B-3A991EA6A145}" type="presParOf" srcId="{E5A03FEA-93AD-4293-A10B-CEA66054FC07}" destId="{3D8464AB-CA01-4F87-B7BC-E1658C92B616}" srcOrd="2" destOrd="0" presId="urn:microsoft.com/office/officeart/2008/layout/HalfCircleOrganizationChart"/>
    <dgm:cxn modelId="{B29BC5E6-F940-43BA-AE92-F62EDC192FBB}" type="presParOf" srcId="{E5A03FEA-93AD-4293-A10B-CEA66054FC07}" destId="{8DD09D67-A3CA-4C67-984A-B920413DF25A}" srcOrd="3" destOrd="0" presId="urn:microsoft.com/office/officeart/2008/layout/HalfCircleOrganizationChart"/>
    <dgm:cxn modelId="{EDFE2CDB-B2BD-4A80-A308-1E6571EB1AED}" type="presParOf" srcId="{7B6F2834-17B0-4D6B-BC65-A9AD628B789C}" destId="{6A9D192B-6C56-4041-A247-FBD21C86BB23}" srcOrd="1" destOrd="0" presId="urn:microsoft.com/office/officeart/2008/layout/HalfCircleOrganizationChart"/>
    <dgm:cxn modelId="{5B10824E-4D60-4B37-AF94-29CFF859D514}" type="presParOf" srcId="{7B6F2834-17B0-4D6B-BC65-A9AD628B789C}" destId="{759EF5C7-FCB5-4B91-B08D-37A9EBC026CC}" srcOrd="2" destOrd="0" presId="urn:microsoft.com/office/officeart/2008/layout/HalfCircleOrganizationChart"/>
    <dgm:cxn modelId="{AECEA8D1-C18F-4692-84D3-18CF008C1EA9}" type="presParOf" srcId="{759EF5C7-FCB5-4B91-B08D-37A9EBC026CC}" destId="{B6F20598-91D0-496E-BEBB-D5581FC7BAA5}" srcOrd="0" destOrd="0" presId="urn:microsoft.com/office/officeart/2008/layout/HalfCircleOrganizationChart"/>
    <dgm:cxn modelId="{39680800-6717-4014-B11B-5BC6B07CD0DA}" type="presParOf" srcId="{759EF5C7-FCB5-4B91-B08D-37A9EBC026CC}" destId="{63B32680-4CE2-44E2-B482-9501967A8FD0}" srcOrd="1" destOrd="0" presId="urn:microsoft.com/office/officeart/2008/layout/HalfCircleOrganizationChart"/>
    <dgm:cxn modelId="{3CF5E766-B939-4C89-9CC4-DAB3522FAE92}" type="presParOf" srcId="{63B32680-4CE2-44E2-B482-9501967A8FD0}" destId="{70294E83-1004-42A7-9732-56DB0E441509}" srcOrd="0" destOrd="0" presId="urn:microsoft.com/office/officeart/2008/layout/HalfCircleOrganizationChart"/>
    <dgm:cxn modelId="{C80A17E4-A71C-41F7-8198-1DD21B206375}" type="presParOf" srcId="{70294E83-1004-42A7-9732-56DB0E441509}" destId="{D96DFFD3-32BE-4E57-9EEC-E324FE0503B7}" srcOrd="0" destOrd="0" presId="urn:microsoft.com/office/officeart/2008/layout/HalfCircleOrganizationChart"/>
    <dgm:cxn modelId="{5ED7A297-AC40-4436-ACD1-A773F3B49EAE}" type="presParOf" srcId="{70294E83-1004-42A7-9732-56DB0E441509}" destId="{A76BAB90-8104-44B7-BC9A-6C69BE9CB99B}" srcOrd="1" destOrd="0" presId="urn:microsoft.com/office/officeart/2008/layout/HalfCircleOrganizationChart"/>
    <dgm:cxn modelId="{77BF714E-EE6D-4E10-B569-D6EE51B3EC0E}" type="presParOf" srcId="{70294E83-1004-42A7-9732-56DB0E441509}" destId="{258CAB1D-3275-4A9F-B69C-80C4F77FAD52}" srcOrd="2" destOrd="0" presId="urn:microsoft.com/office/officeart/2008/layout/HalfCircleOrganizationChart"/>
    <dgm:cxn modelId="{6EC70003-3760-4872-A1B8-8906C833744F}" type="presParOf" srcId="{70294E83-1004-42A7-9732-56DB0E441509}" destId="{7E5C3316-2BC9-4958-8CC9-B4D45A7E5E21}" srcOrd="3" destOrd="0" presId="urn:microsoft.com/office/officeart/2008/layout/HalfCircleOrganizationChart"/>
    <dgm:cxn modelId="{700FACB6-B440-4AE0-A059-AA597C0DF565}" type="presParOf" srcId="{63B32680-4CE2-44E2-B482-9501967A8FD0}" destId="{B36C90C8-61DE-49A6-9503-D9A307D5A66D}" srcOrd="1" destOrd="0" presId="urn:microsoft.com/office/officeart/2008/layout/HalfCircleOrganizationChart"/>
    <dgm:cxn modelId="{B42D279C-1312-482A-A8EC-EE0FC3915E14}" type="presParOf" srcId="{63B32680-4CE2-44E2-B482-9501967A8FD0}" destId="{AD61E3F2-0BD3-4FCB-BC28-438D251DEED0}" srcOrd="2" destOrd="0" presId="urn:microsoft.com/office/officeart/2008/layout/HalfCircleOrganizationChart"/>
    <dgm:cxn modelId="{2A848C2A-DD71-4EF6-A204-A68F8CC751A9}" type="presParOf" srcId="{759EF5C7-FCB5-4B91-B08D-37A9EBC026CC}" destId="{71B39A7E-7BEC-4724-A062-D2373F9D1516}" srcOrd="2" destOrd="0" presId="urn:microsoft.com/office/officeart/2008/layout/HalfCircleOrganizationChart"/>
    <dgm:cxn modelId="{BEAFE45C-EC33-4F8A-B617-6F0498575936}" type="presParOf" srcId="{759EF5C7-FCB5-4B91-B08D-37A9EBC026CC}" destId="{51977947-37DE-4410-8B11-6A8AE42D3F20}" srcOrd="3" destOrd="0" presId="urn:microsoft.com/office/officeart/2008/layout/HalfCircleOrganizationChart"/>
    <dgm:cxn modelId="{F87E28B0-F7BD-4EBC-B7FC-493CDF37801D}" type="presParOf" srcId="{51977947-37DE-4410-8B11-6A8AE42D3F20}" destId="{26585B07-1930-49B0-BD15-B2F1C8BA45B8}" srcOrd="0" destOrd="0" presId="urn:microsoft.com/office/officeart/2008/layout/HalfCircleOrganizationChart"/>
    <dgm:cxn modelId="{ED465172-176C-4F87-9C4F-6F2A714DC226}" type="presParOf" srcId="{26585B07-1930-49B0-BD15-B2F1C8BA45B8}" destId="{B64C89F6-EDFD-44FA-B687-9E1D8141F6D3}" srcOrd="0" destOrd="0" presId="urn:microsoft.com/office/officeart/2008/layout/HalfCircleOrganizationChart"/>
    <dgm:cxn modelId="{7650AC1E-2F4C-4735-9029-74B30B925AD3}" type="presParOf" srcId="{26585B07-1930-49B0-BD15-B2F1C8BA45B8}" destId="{AB54C524-2B94-4450-99D2-F38DDBA55BB1}" srcOrd="1" destOrd="0" presId="urn:microsoft.com/office/officeart/2008/layout/HalfCircleOrganizationChart"/>
    <dgm:cxn modelId="{A8ACB50E-A3CE-489D-A5A7-18A290450E17}" type="presParOf" srcId="{26585B07-1930-49B0-BD15-B2F1C8BA45B8}" destId="{AAA9C268-31D8-46B8-8D3A-ABE1149CF7E5}" srcOrd="2" destOrd="0" presId="urn:microsoft.com/office/officeart/2008/layout/HalfCircleOrganizationChart"/>
    <dgm:cxn modelId="{2363C6B4-CFD6-4461-A9D2-46BD97ADC99E}" type="presParOf" srcId="{26585B07-1930-49B0-BD15-B2F1C8BA45B8}" destId="{929C0BEF-F0CB-43E0-B152-3D1F2F43E8E6}" srcOrd="3" destOrd="0" presId="urn:microsoft.com/office/officeart/2008/layout/HalfCircleOrganizationChart"/>
    <dgm:cxn modelId="{FF3975FD-8B2E-43AE-BEC1-ECFABC7B9545}" type="presParOf" srcId="{51977947-37DE-4410-8B11-6A8AE42D3F20}" destId="{2E6A90BB-1108-44B2-B0AF-3DE51E12C5A7}" srcOrd="1" destOrd="0" presId="urn:microsoft.com/office/officeart/2008/layout/HalfCircleOrganizationChart"/>
    <dgm:cxn modelId="{83EA6107-494E-4F41-91EE-CB778573369B}" type="presParOf" srcId="{51977947-37DE-4410-8B11-6A8AE42D3F20}" destId="{5E3A24A2-4A8E-4EA3-A666-9E5E9CB884F3}" srcOrd="2" destOrd="0" presId="urn:microsoft.com/office/officeart/2008/layout/HalfCircleOrganizationChart"/>
    <dgm:cxn modelId="{E90E9052-7C00-4D87-87D0-3D0898317A7D}" type="presParOf" srcId="{759EF5C7-FCB5-4B91-B08D-37A9EBC026CC}" destId="{03D58BA5-C711-459F-83E3-53845E931403}" srcOrd="4" destOrd="0" presId="urn:microsoft.com/office/officeart/2008/layout/HalfCircleOrganizationChart"/>
    <dgm:cxn modelId="{BCD14B5C-34C6-47CD-99A4-401DED23D8DB}" type="presParOf" srcId="{759EF5C7-FCB5-4B91-B08D-37A9EBC026CC}" destId="{E2C8CB97-CB11-4F05-951E-139392B7F2E9}" srcOrd="5" destOrd="0" presId="urn:microsoft.com/office/officeart/2008/layout/HalfCircleOrganizationChart"/>
    <dgm:cxn modelId="{554E78B0-2AEC-4238-8D5C-0DBAE98A1231}" type="presParOf" srcId="{E2C8CB97-CB11-4F05-951E-139392B7F2E9}" destId="{F3483579-17E0-4F71-841E-2D27937024B7}" srcOrd="0" destOrd="0" presId="urn:microsoft.com/office/officeart/2008/layout/HalfCircleOrganizationChart"/>
    <dgm:cxn modelId="{78C78270-AC1B-4B32-9352-BC14659E9B79}" type="presParOf" srcId="{F3483579-17E0-4F71-841E-2D27937024B7}" destId="{A6F5E333-6B66-482C-BD5E-53B6A1AD207D}" srcOrd="0" destOrd="0" presId="urn:microsoft.com/office/officeart/2008/layout/HalfCircleOrganizationChart"/>
    <dgm:cxn modelId="{DA3E7F6D-58C4-48B8-B19B-C99279AD4F70}" type="presParOf" srcId="{F3483579-17E0-4F71-841E-2D27937024B7}" destId="{53D38A8F-880A-42BB-A242-BF1C33AF34E1}" srcOrd="1" destOrd="0" presId="urn:microsoft.com/office/officeart/2008/layout/HalfCircleOrganizationChart"/>
    <dgm:cxn modelId="{666DE139-97A3-45B6-B40B-055BDDED6F77}" type="presParOf" srcId="{F3483579-17E0-4F71-841E-2D27937024B7}" destId="{0250791E-5F8B-422E-B816-1AA5031E606B}" srcOrd="2" destOrd="0" presId="urn:microsoft.com/office/officeart/2008/layout/HalfCircleOrganizationChart"/>
    <dgm:cxn modelId="{19EC6499-4649-4669-83A4-DB8D736D1590}" type="presParOf" srcId="{F3483579-17E0-4F71-841E-2D27937024B7}" destId="{76140450-7DC8-4219-8F17-3D2FDFBED96B}" srcOrd="3" destOrd="0" presId="urn:microsoft.com/office/officeart/2008/layout/HalfCircleOrganizationChart"/>
    <dgm:cxn modelId="{E6BF405C-F856-429E-ADE4-09AD34B4514E}" type="presParOf" srcId="{E2C8CB97-CB11-4F05-951E-139392B7F2E9}" destId="{65EA18C7-FA9B-4A3C-90EF-0EDCF924B4A5}" srcOrd="1" destOrd="0" presId="urn:microsoft.com/office/officeart/2008/layout/HalfCircleOrganizationChart"/>
    <dgm:cxn modelId="{D2E26FAE-8D7C-4A9F-960E-B5E688507A40}" type="presParOf" srcId="{E2C8CB97-CB11-4F05-951E-139392B7F2E9}" destId="{71FB4E6C-E8D3-4D53-95CB-FE23EB76F4BC}" srcOrd="2" destOrd="0" presId="urn:microsoft.com/office/officeart/2008/layout/HalfCircleOrganizationChart"/>
    <dgm:cxn modelId="{A1A532BB-F602-42A5-8DD7-C5E6E191E68A}" type="presParOf" srcId="{8E588F55-92A7-4F90-8647-A3B6044821E7}" destId="{1E1DBBB5-976D-4AA3-A80A-E634A43EBE37}" srcOrd="2" destOrd="0" presId="urn:microsoft.com/office/officeart/2008/layout/HalfCircleOrganizationChart"/>
    <dgm:cxn modelId="{03ECBDDB-5F1F-4DA7-B0A5-5920BE86C23F}" type="presParOf" srcId="{8E588F55-92A7-4F90-8647-A3B6044821E7}" destId="{504581AA-1893-4A42-BFA6-4E9E160129B7}" srcOrd="3" destOrd="0" presId="urn:microsoft.com/office/officeart/2008/layout/HalfCircleOrganizationChart"/>
    <dgm:cxn modelId="{20223DE5-3621-4D3D-8839-5D1FCF6BE7C2}" type="presParOf" srcId="{504581AA-1893-4A42-BFA6-4E9E160129B7}" destId="{5E6A53CD-8CEB-4FB0-8373-69FAE6B999FC}" srcOrd="0" destOrd="0" presId="urn:microsoft.com/office/officeart/2008/layout/HalfCircleOrganizationChart"/>
    <dgm:cxn modelId="{03FF03E2-E396-4CF4-A9CC-53B5937FD6D3}" type="presParOf" srcId="{5E6A53CD-8CEB-4FB0-8373-69FAE6B999FC}" destId="{EF91AF06-99FC-40C5-B144-06E3F4D2AB34}" srcOrd="0" destOrd="0" presId="urn:microsoft.com/office/officeart/2008/layout/HalfCircleOrganizationChart"/>
    <dgm:cxn modelId="{A9F171CF-62ED-4F59-B314-49549A027873}" type="presParOf" srcId="{5E6A53CD-8CEB-4FB0-8373-69FAE6B999FC}" destId="{5ED79DC3-C302-4F14-98E1-5E9E518D06F4}" srcOrd="1" destOrd="0" presId="urn:microsoft.com/office/officeart/2008/layout/HalfCircleOrganizationChart"/>
    <dgm:cxn modelId="{FB98894F-13B3-4812-B984-E8875C2986D1}" type="presParOf" srcId="{5E6A53CD-8CEB-4FB0-8373-69FAE6B999FC}" destId="{4B1935EA-C0CC-40E8-84BB-0E8E64C7B290}" srcOrd="2" destOrd="0" presId="urn:microsoft.com/office/officeart/2008/layout/HalfCircleOrganizationChart"/>
    <dgm:cxn modelId="{991D593A-115D-4F53-A0B2-D55B35C38ADA}" type="presParOf" srcId="{5E6A53CD-8CEB-4FB0-8373-69FAE6B999FC}" destId="{2BA786A9-4729-4992-9DFF-4F3052751E92}" srcOrd="3" destOrd="0" presId="urn:microsoft.com/office/officeart/2008/layout/HalfCircleOrganizationChart"/>
    <dgm:cxn modelId="{EC3F739C-C3B0-44DA-802C-6CAA6A28F4A4}" type="presParOf" srcId="{504581AA-1893-4A42-BFA6-4E9E160129B7}" destId="{9F29340E-7759-4EB7-B687-840501732B37}" srcOrd="1" destOrd="0" presId="urn:microsoft.com/office/officeart/2008/layout/HalfCircleOrganizationChart"/>
    <dgm:cxn modelId="{7FCBC9EF-4A46-443D-AAC7-CDAED167BD72}" type="presParOf" srcId="{504581AA-1893-4A42-BFA6-4E9E160129B7}" destId="{C2F22526-0BF8-42F5-8822-0CFDCD87ED69}" srcOrd="2" destOrd="0" presId="urn:microsoft.com/office/officeart/2008/layout/HalfCircleOrganizationChart"/>
    <dgm:cxn modelId="{8A293E7F-DF1C-46DF-9398-CB0337C03D4A}" type="presParOf" srcId="{8E588F55-92A7-4F90-8647-A3B6044821E7}" destId="{7EE13DB7-722B-4699-84A3-08C9A0E17AE7}" srcOrd="4" destOrd="0" presId="urn:microsoft.com/office/officeart/2008/layout/HalfCircleOrganizationChart"/>
    <dgm:cxn modelId="{5FDF4508-1960-4B19-9BDD-EB5BF334FB25}" type="presParOf" srcId="{8E588F55-92A7-4F90-8647-A3B6044821E7}" destId="{7AB9A1EE-4711-45E5-AEA6-2674AF0D2E4D}" srcOrd="5" destOrd="0" presId="urn:microsoft.com/office/officeart/2008/layout/HalfCircleOrganizationChart"/>
    <dgm:cxn modelId="{8D826696-99EA-4FA8-A528-852FD324387B}" type="presParOf" srcId="{7AB9A1EE-4711-45E5-AEA6-2674AF0D2E4D}" destId="{8D6887A1-2149-4BF0-BC04-E02508AC7CA9}" srcOrd="0" destOrd="0" presId="urn:microsoft.com/office/officeart/2008/layout/HalfCircleOrganizationChart"/>
    <dgm:cxn modelId="{2D75BA3D-C7C8-4AB4-8C9A-BDCF47A19091}" type="presParOf" srcId="{8D6887A1-2149-4BF0-BC04-E02508AC7CA9}" destId="{FD613B6E-8E86-40E7-AFDE-D714D52128E3}" srcOrd="0" destOrd="0" presId="urn:microsoft.com/office/officeart/2008/layout/HalfCircleOrganizationChart"/>
    <dgm:cxn modelId="{B1EC1F3F-6F1D-46E5-9050-C92B15E83EE6}" type="presParOf" srcId="{8D6887A1-2149-4BF0-BC04-E02508AC7CA9}" destId="{DA702E04-03C5-4C15-BFB3-C7726D9E41DF}" srcOrd="1" destOrd="0" presId="urn:microsoft.com/office/officeart/2008/layout/HalfCircleOrganizationChart"/>
    <dgm:cxn modelId="{380CA83A-4C54-473D-B136-2D154DAF7540}" type="presParOf" srcId="{8D6887A1-2149-4BF0-BC04-E02508AC7CA9}" destId="{83B5B324-2D7A-4ED2-8142-C2DD475D3E90}" srcOrd="2" destOrd="0" presId="urn:microsoft.com/office/officeart/2008/layout/HalfCircleOrganizationChart"/>
    <dgm:cxn modelId="{3C6D8569-E81F-42E0-BBA7-ACC3AABA3182}" type="presParOf" srcId="{8D6887A1-2149-4BF0-BC04-E02508AC7CA9}" destId="{81F77A7F-83BF-4E43-916E-E06EB15A9A2C}" srcOrd="3" destOrd="0" presId="urn:microsoft.com/office/officeart/2008/layout/HalfCircleOrganizationChart"/>
    <dgm:cxn modelId="{3A4E73FE-38FD-49CC-A778-F651C0A6DA38}" type="presParOf" srcId="{7AB9A1EE-4711-45E5-AEA6-2674AF0D2E4D}" destId="{0F409B3F-9DA6-4F68-919D-6D42C4D02AC6}" srcOrd="1" destOrd="0" presId="urn:microsoft.com/office/officeart/2008/layout/HalfCircleOrganizationChart"/>
    <dgm:cxn modelId="{5BBFA678-0EBB-41FC-8C67-1C4103D7D3C3}" type="presParOf" srcId="{7AB9A1EE-4711-45E5-AEA6-2674AF0D2E4D}" destId="{36EF416F-8262-4700-AD87-B32D7C49B080}" srcOrd="2" destOrd="0" presId="urn:microsoft.com/office/officeart/2008/layout/HalfCircleOrganizationChart"/>
    <dgm:cxn modelId="{CBB55254-E840-44E0-980E-15D5E3A5D0BB}" type="presParOf" srcId="{5269071C-CB47-4415-9EE3-4C663C47DF06}" destId="{4F5625F4-30BB-4AB7-A37B-2A855ADFE103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A256DE0-94B0-4F46-A2F8-C6EA8F2392C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96F5C47A-5980-46AF-8F44-DF6F6C813707}">
      <dgm:prSet/>
      <dgm:spPr/>
      <dgm:t>
        <a:bodyPr/>
        <a:lstStyle/>
        <a:p>
          <a:r>
            <a:rPr lang="da-DK" dirty="0"/>
            <a:t>Opgaver: 3</a:t>
          </a:r>
          <a:endParaRPr lang="en-US" dirty="0"/>
        </a:p>
      </dgm:t>
    </dgm:pt>
    <dgm:pt modelId="{3807CD61-D04B-47F6-8007-C3F41F417B4D}" type="parTrans" cxnId="{3A0D5BBD-8539-4F46-A374-D4EDDFE898BC}">
      <dgm:prSet/>
      <dgm:spPr/>
      <dgm:t>
        <a:bodyPr/>
        <a:lstStyle/>
        <a:p>
          <a:endParaRPr lang="en-US"/>
        </a:p>
      </dgm:t>
    </dgm:pt>
    <dgm:pt modelId="{E409AEFE-60FC-4F08-9E05-7113A178429C}" type="sibTrans" cxnId="{3A0D5BBD-8539-4F46-A374-D4EDDFE898BC}">
      <dgm:prSet/>
      <dgm:spPr/>
      <dgm:t>
        <a:bodyPr/>
        <a:lstStyle/>
        <a:p>
          <a:endParaRPr lang="en-US"/>
        </a:p>
      </dgm:t>
    </dgm:pt>
    <dgm:pt modelId="{C862DFCE-912C-434D-BC2A-4E3DA747D409}">
      <dgm:prSet/>
      <dgm:spPr/>
      <dgm:t>
        <a:bodyPr/>
        <a:lstStyle/>
        <a:p>
          <a:r>
            <a:rPr lang="da-DK" dirty="0"/>
            <a:t>15 min.</a:t>
          </a:r>
          <a:endParaRPr lang="en-US" dirty="0"/>
        </a:p>
      </dgm:t>
    </dgm:pt>
    <dgm:pt modelId="{AFFF81FC-4681-4FDC-9349-581EA6AD954A}" type="parTrans" cxnId="{6B4ED29D-D61C-4D02-9336-74FFA8D31576}">
      <dgm:prSet/>
      <dgm:spPr/>
      <dgm:t>
        <a:bodyPr/>
        <a:lstStyle/>
        <a:p>
          <a:endParaRPr lang="en-US"/>
        </a:p>
      </dgm:t>
    </dgm:pt>
    <dgm:pt modelId="{11D9B774-0288-4F46-A1BE-347FA273DAE0}" type="sibTrans" cxnId="{6B4ED29D-D61C-4D02-9336-74FFA8D31576}">
      <dgm:prSet/>
      <dgm:spPr/>
      <dgm:t>
        <a:bodyPr/>
        <a:lstStyle/>
        <a:p>
          <a:endParaRPr lang="en-US"/>
        </a:p>
      </dgm:t>
    </dgm:pt>
    <dgm:pt modelId="{1FFD8104-F61F-413E-84E1-FBDF4F8AF6CC}" type="pres">
      <dgm:prSet presAssocID="{6A256DE0-94B0-4F46-A2F8-C6EA8F2392C9}" presName="root" presStyleCnt="0">
        <dgm:presLayoutVars>
          <dgm:dir/>
          <dgm:resizeHandles val="exact"/>
        </dgm:presLayoutVars>
      </dgm:prSet>
      <dgm:spPr/>
    </dgm:pt>
    <dgm:pt modelId="{0800A37D-E891-4405-884B-0CF0B008BB4C}" type="pres">
      <dgm:prSet presAssocID="{96F5C47A-5980-46AF-8F44-DF6F6C813707}" presName="compNode" presStyleCnt="0"/>
      <dgm:spPr/>
    </dgm:pt>
    <dgm:pt modelId="{01E29D53-F33C-45F6-91ED-E4681AED4506}" type="pres">
      <dgm:prSet presAssocID="{96F5C47A-5980-46AF-8F44-DF6F6C813707}" presName="bgRect" presStyleLbl="bgShp" presStyleIdx="0" presStyleCnt="2"/>
      <dgm:spPr/>
    </dgm:pt>
    <dgm:pt modelId="{6D983C68-E95B-4CFF-A876-350D7E5DC5BF}" type="pres">
      <dgm:prSet presAssocID="{96F5C47A-5980-46AF-8F44-DF6F6C813707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ontrolliste"/>
        </a:ext>
      </dgm:extLst>
    </dgm:pt>
    <dgm:pt modelId="{65EF9BCA-63B6-4EC6-B229-53383178D982}" type="pres">
      <dgm:prSet presAssocID="{96F5C47A-5980-46AF-8F44-DF6F6C813707}" presName="spaceRect" presStyleCnt="0"/>
      <dgm:spPr/>
    </dgm:pt>
    <dgm:pt modelId="{E6063552-F9E5-4E50-A9ED-B21C6B02D0EB}" type="pres">
      <dgm:prSet presAssocID="{96F5C47A-5980-46AF-8F44-DF6F6C813707}" presName="parTx" presStyleLbl="revTx" presStyleIdx="0" presStyleCnt="2">
        <dgm:presLayoutVars>
          <dgm:chMax val="0"/>
          <dgm:chPref val="0"/>
        </dgm:presLayoutVars>
      </dgm:prSet>
      <dgm:spPr/>
    </dgm:pt>
    <dgm:pt modelId="{BB5FD8BC-AE67-433C-A43C-073048A2A80E}" type="pres">
      <dgm:prSet presAssocID="{E409AEFE-60FC-4F08-9E05-7113A178429C}" presName="sibTrans" presStyleCnt="0"/>
      <dgm:spPr/>
    </dgm:pt>
    <dgm:pt modelId="{E283B6FE-4B1B-4234-957C-5CFCE892A115}" type="pres">
      <dgm:prSet presAssocID="{C862DFCE-912C-434D-BC2A-4E3DA747D409}" presName="compNode" presStyleCnt="0"/>
      <dgm:spPr/>
    </dgm:pt>
    <dgm:pt modelId="{1E913C0D-597E-4CA8-A0FA-92BFA4860B89}" type="pres">
      <dgm:prSet presAssocID="{C862DFCE-912C-434D-BC2A-4E3DA747D409}" presName="bgRect" presStyleLbl="bgShp" presStyleIdx="1" presStyleCnt="2"/>
      <dgm:spPr/>
    </dgm:pt>
    <dgm:pt modelId="{B3FE8416-7477-4262-9991-688ECD6A598C}" type="pres">
      <dgm:prSet presAssocID="{C862DFCE-912C-434D-BC2A-4E3DA747D409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ur"/>
        </a:ext>
      </dgm:extLst>
    </dgm:pt>
    <dgm:pt modelId="{75889C1F-6B1A-459B-ABF9-C385C08A9ACD}" type="pres">
      <dgm:prSet presAssocID="{C862DFCE-912C-434D-BC2A-4E3DA747D409}" presName="spaceRect" presStyleCnt="0"/>
      <dgm:spPr/>
    </dgm:pt>
    <dgm:pt modelId="{E65778D8-08FA-4CCC-9608-29C1638E0BFA}" type="pres">
      <dgm:prSet presAssocID="{C862DFCE-912C-434D-BC2A-4E3DA747D409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403AEC19-3C52-4557-99E6-1DBD59F7971B}" type="presOf" srcId="{96F5C47A-5980-46AF-8F44-DF6F6C813707}" destId="{E6063552-F9E5-4E50-A9ED-B21C6B02D0EB}" srcOrd="0" destOrd="0" presId="urn:microsoft.com/office/officeart/2018/2/layout/IconVerticalSolidList"/>
    <dgm:cxn modelId="{6AF9E53F-DEA2-43F2-8596-23EFE1D436C4}" type="presOf" srcId="{6A256DE0-94B0-4F46-A2F8-C6EA8F2392C9}" destId="{1FFD8104-F61F-413E-84E1-FBDF4F8AF6CC}" srcOrd="0" destOrd="0" presId="urn:microsoft.com/office/officeart/2018/2/layout/IconVerticalSolidList"/>
    <dgm:cxn modelId="{6B4ED29D-D61C-4D02-9336-74FFA8D31576}" srcId="{6A256DE0-94B0-4F46-A2F8-C6EA8F2392C9}" destId="{C862DFCE-912C-434D-BC2A-4E3DA747D409}" srcOrd="1" destOrd="0" parTransId="{AFFF81FC-4681-4FDC-9349-581EA6AD954A}" sibTransId="{11D9B774-0288-4F46-A1BE-347FA273DAE0}"/>
    <dgm:cxn modelId="{3A0D5BBD-8539-4F46-A374-D4EDDFE898BC}" srcId="{6A256DE0-94B0-4F46-A2F8-C6EA8F2392C9}" destId="{96F5C47A-5980-46AF-8F44-DF6F6C813707}" srcOrd="0" destOrd="0" parTransId="{3807CD61-D04B-47F6-8007-C3F41F417B4D}" sibTransId="{E409AEFE-60FC-4F08-9E05-7113A178429C}"/>
    <dgm:cxn modelId="{BC954FF8-45A5-4E29-8E7D-E154D94EE54C}" type="presOf" srcId="{C862DFCE-912C-434D-BC2A-4E3DA747D409}" destId="{E65778D8-08FA-4CCC-9608-29C1638E0BFA}" srcOrd="0" destOrd="0" presId="urn:microsoft.com/office/officeart/2018/2/layout/IconVerticalSolidList"/>
    <dgm:cxn modelId="{D4AAD341-76D4-4C87-A34B-82642FEA5236}" type="presParOf" srcId="{1FFD8104-F61F-413E-84E1-FBDF4F8AF6CC}" destId="{0800A37D-E891-4405-884B-0CF0B008BB4C}" srcOrd="0" destOrd="0" presId="urn:microsoft.com/office/officeart/2018/2/layout/IconVerticalSolidList"/>
    <dgm:cxn modelId="{B71A44B6-CF17-4619-974A-B55B1004C51D}" type="presParOf" srcId="{0800A37D-E891-4405-884B-0CF0B008BB4C}" destId="{01E29D53-F33C-45F6-91ED-E4681AED4506}" srcOrd="0" destOrd="0" presId="urn:microsoft.com/office/officeart/2018/2/layout/IconVerticalSolidList"/>
    <dgm:cxn modelId="{46833913-4B11-49B2-894A-D1B6C4E3839D}" type="presParOf" srcId="{0800A37D-E891-4405-884B-0CF0B008BB4C}" destId="{6D983C68-E95B-4CFF-A876-350D7E5DC5BF}" srcOrd="1" destOrd="0" presId="urn:microsoft.com/office/officeart/2018/2/layout/IconVerticalSolidList"/>
    <dgm:cxn modelId="{AEDD6EBD-4D7E-449E-AF92-1C6EF414814B}" type="presParOf" srcId="{0800A37D-E891-4405-884B-0CF0B008BB4C}" destId="{65EF9BCA-63B6-4EC6-B229-53383178D982}" srcOrd="2" destOrd="0" presId="urn:microsoft.com/office/officeart/2018/2/layout/IconVerticalSolidList"/>
    <dgm:cxn modelId="{61EB359B-AE88-4FBE-8051-6559CEC0C4C4}" type="presParOf" srcId="{0800A37D-E891-4405-884B-0CF0B008BB4C}" destId="{E6063552-F9E5-4E50-A9ED-B21C6B02D0EB}" srcOrd="3" destOrd="0" presId="urn:microsoft.com/office/officeart/2018/2/layout/IconVerticalSolidList"/>
    <dgm:cxn modelId="{44C270FA-5122-44FC-8688-E564FD6D3237}" type="presParOf" srcId="{1FFD8104-F61F-413E-84E1-FBDF4F8AF6CC}" destId="{BB5FD8BC-AE67-433C-A43C-073048A2A80E}" srcOrd="1" destOrd="0" presId="urn:microsoft.com/office/officeart/2018/2/layout/IconVerticalSolidList"/>
    <dgm:cxn modelId="{86B1447E-D48E-4336-A99A-9A0EE945CE4B}" type="presParOf" srcId="{1FFD8104-F61F-413E-84E1-FBDF4F8AF6CC}" destId="{E283B6FE-4B1B-4234-957C-5CFCE892A115}" srcOrd="2" destOrd="0" presId="urn:microsoft.com/office/officeart/2018/2/layout/IconVerticalSolidList"/>
    <dgm:cxn modelId="{3A023C4E-EC8D-4467-857A-62813B31094E}" type="presParOf" srcId="{E283B6FE-4B1B-4234-957C-5CFCE892A115}" destId="{1E913C0D-597E-4CA8-A0FA-92BFA4860B89}" srcOrd="0" destOrd="0" presId="urn:microsoft.com/office/officeart/2018/2/layout/IconVerticalSolidList"/>
    <dgm:cxn modelId="{036AB592-0DB4-447B-8E05-790A40BAC0A1}" type="presParOf" srcId="{E283B6FE-4B1B-4234-957C-5CFCE892A115}" destId="{B3FE8416-7477-4262-9991-688ECD6A598C}" srcOrd="1" destOrd="0" presId="urn:microsoft.com/office/officeart/2018/2/layout/IconVerticalSolidList"/>
    <dgm:cxn modelId="{50659DBF-867D-4E53-A2B5-A4A8E740C806}" type="presParOf" srcId="{E283B6FE-4B1B-4234-957C-5CFCE892A115}" destId="{75889C1F-6B1A-459B-ABF9-C385C08A9ACD}" srcOrd="2" destOrd="0" presId="urn:microsoft.com/office/officeart/2018/2/layout/IconVerticalSolidList"/>
    <dgm:cxn modelId="{707F8F9D-7B2F-4F72-AF4E-B6DA493B1590}" type="presParOf" srcId="{E283B6FE-4B1B-4234-957C-5CFCE892A115}" destId="{E65778D8-08FA-4CCC-9608-29C1638E0BF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D89EA06-C4D0-41C9-AAEB-4E79623C460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1A69ED71-49A4-4873-BDA8-386C450CEEFE}">
      <dgm:prSet/>
      <dgm:spPr/>
      <dgm:t>
        <a:bodyPr/>
        <a:lstStyle/>
        <a:p>
          <a:r>
            <a:rPr lang="da-DK" dirty="0"/>
            <a:t>Opgave 4 + 5</a:t>
          </a:r>
          <a:endParaRPr lang="en-US" dirty="0"/>
        </a:p>
      </dgm:t>
    </dgm:pt>
    <dgm:pt modelId="{04784B67-8780-44CF-A9C1-DBE5383E1DA0}" type="parTrans" cxnId="{24959AC7-138E-493D-920C-AD3009C5C73A}">
      <dgm:prSet/>
      <dgm:spPr/>
      <dgm:t>
        <a:bodyPr/>
        <a:lstStyle/>
        <a:p>
          <a:endParaRPr lang="en-US"/>
        </a:p>
      </dgm:t>
    </dgm:pt>
    <dgm:pt modelId="{31467D4E-0A61-44F0-948E-091F5971B68D}" type="sibTrans" cxnId="{24959AC7-138E-493D-920C-AD3009C5C73A}">
      <dgm:prSet/>
      <dgm:spPr/>
      <dgm:t>
        <a:bodyPr/>
        <a:lstStyle/>
        <a:p>
          <a:endParaRPr lang="en-US"/>
        </a:p>
      </dgm:t>
    </dgm:pt>
    <dgm:pt modelId="{C6C734C6-C8D4-4634-994C-DEA7E0A11E3D}">
      <dgm:prSet/>
      <dgm:spPr/>
      <dgm:t>
        <a:bodyPr/>
        <a:lstStyle/>
        <a:p>
          <a:r>
            <a:rPr lang="da-DK" dirty="0"/>
            <a:t>20 min.</a:t>
          </a:r>
          <a:endParaRPr lang="en-US" dirty="0"/>
        </a:p>
      </dgm:t>
    </dgm:pt>
    <dgm:pt modelId="{E9A5855A-E6C4-4C81-B288-2B0A1359F619}" type="parTrans" cxnId="{585E9A65-C1E6-42D5-BB52-FACA866FB4D7}">
      <dgm:prSet/>
      <dgm:spPr/>
      <dgm:t>
        <a:bodyPr/>
        <a:lstStyle/>
        <a:p>
          <a:endParaRPr lang="en-US"/>
        </a:p>
      </dgm:t>
    </dgm:pt>
    <dgm:pt modelId="{EE30B939-946E-4DD7-B13D-E9E54C39D95C}" type="sibTrans" cxnId="{585E9A65-C1E6-42D5-BB52-FACA866FB4D7}">
      <dgm:prSet/>
      <dgm:spPr/>
      <dgm:t>
        <a:bodyPr/>
        <a:lstStyle/>
        <a:p>
          <a:endParaRPr lang="en-US"/>
        </a:p>
      </dgm:t>
    </dgm:pt>
    <dgm:pt modelId="{64199D68-D360-488C-9DAA-A46EDF3308C3}" type="pres">
      <dgm:prSet presAssocID="{3D89EA06-C4D0-41C9-AAEB-4E79623C460C}" presName="root" presStyleCnt="0">
        <dgm:presLayoutVars>
          <dgm:dir/>
          <dgm:resizeHandles val="exact"/>
        </dgm:presLayoutVars>
      </dgm:prSet>
      <dgm:spPr/>
    </dgm:pt>
    <dgm:pt modelId="{1349CAF6-3A35-4286-9C2F-181C17D59E26}" type="pres">
      <dgm:prSet presAssocID="{1A69ED71-49A4-4873-BDA8-386C450CEEFE}" presName="compNode" presStyleCnt="0"/>
      <dgm:spPr/>
    </dgm:pt>
    <dgm:pt modelId="{190F9CC8-E3C4-4856-A04B-78FF48866947}" type="pres">
      <dgm:prSet presAssocID="{1A69ED71-49A4-4873-BDA8-386C450CEEFE}" presName="bgRect" presStyleLbl="bgShp" presStyleIdx="0" presStyleCnt="2"/>
      <dgm:spPr/>
    </dgm:pt>
    <dgm:pt modelId="{5D9D799E-57E8-4FF3-8479-0282BBEC6B6F}" type="pres">
      <dgm:prSet presAssocID="{1A69ED71-49A4-4873-BDA8-386C450CEEFE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fkrydsning"/>
        </a:ext>
      </dgm:extLst>
    </dgm:pt>
    <dgm:pt modelId="{C898478C-84B1-4C08-9E0E-994B92C4D95A}" type="pres">
      <dgm:prSet presAssocID="{1A69ED71-49A4-4873-BDA8-386C450CEEFE}" presName="spaceRect" presStyleCnt="0"/>
      <dgm:spPr/>
    </dgm:pt>
    <dgm:pt modelId="{D05A3741-7E25-473C-9A15-E75061A4DE4D}" type="pres">
      <dgm:prSet presAssocID="{1A69ED71-49A4-4873-BDA8-386C450CEEFE}" presName="parTx" presStyleLbl="revTx" presStyleIdx="0" presStyleCnt="2">
        <dgm:presLayoutVars>
          <dgm:chMax val="0"/>
          <dgm:chPref val="0"/>
        </dgm:presLayoutVars>
      </dgm:prSet>
      <dgm:spPr/>
    </dgm:pt>
    <dgm:pt modelId="{3076160A-4DD2-44E2-8568-7CBAB0FB22F2}" type="pres">
      <dgm:prSet presAssocID="{31467D4E-0A61-44F0-948E-091F5971B68D}" presName="sibTrans" presStyleCnt="0"/>
      <dgm:spPr/>
    </dgm:pt>
    <dgm:pt modelId="{74C28D07-7786-4774-B23D-3E5F42DAC4CC}" type="pres">
      <dgm:prSet presAssocID="{C6C734C6-C8D4-4634-994C-DEA7E0A11E3D}" presName="compNode" presStyleCnt="0"/>
      <dgm:spPr/>
    </dgm:pt>
    <dgm:pt modelId="{1F2A95F7-F086-4C5E-8F6F-BBCC9BC6E767}" type="pres">
      <dgm:prSet presAssocID="{C6C734C6-C8D4-4634-994C-DEA7E0A11E3D}" presName="bgRect" presStyleLbl="bgShp" presStyleIdx="1" presStyleCnt="2"/>
      <dgm:spPr/>
    </dgm:pt>
    <dgm:pt modelId="{FBB77DD5-2542-455D-AE40-C4F93920BD78}" type="pres">
      <dgm:prSet presAssocID="{C6C734C6-C8D4-4634-994C-DEA7E0A11E3D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kument"/>
        </a:ext>
      </dgm:extLst>
    </dgm:pt>
    <dgm:pt modelId="{628CC110-EDCF-4BFF-A5C8-E56E478E1C13}" type="pres">
      <dgm:prSet presAssocID="{C6C734C6-C8D4-4634-994C-DEA7E0A11E3D}" presName="spaceRect" presStyleCnt="0"/>
      <dgm:spPr/>
    </dgm:pt>
    <dgm:pt modelId="{CCB5FF22-F8D1-4511-8846-537F7974648F}" type="pres">
      <dgm:prSet presAssocID="{C6C734C6-C8D4-4634-994C-DEA7E0A11E3D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D6C04C06-F792-45B2-823B-CCF281BC45DC}" type="presOf" srcId="{1A69ED71-49A4-4873-BDA8-386C450CEEFE}" destId="{D05A3741-7E25-473C-9A15-E75061A4DE4D}" srcOrd="0" destOrd="0" presId="urn:microsoft.com/office/officeart/2018/2/layout/IconVerticalSolidList"/>
    <dgm:cxn modelId="{A8F5492D-6363-4F51-B959-B45203341190}" type="presOf" srcId="{C6C734C6-C8D4-4634-994C-DEA7E0A11E3D}" destId="{CCB5FF22-F8D1-4511-8846-537F7974648F}" srcOrd="0" destOrd="0" presId="urn:microsoft.com/office/officeart/2018/2/layout/IconVerticalSolidList"/>
    <dgm:cxn modelId="{585E9A65-C1E6-42D5-BB52-FACA866FB4D7}" srcId="{3D89EA06-C4D0-41C9-AAEB-4E79623C460C}" destId="{C6C734C6-C8D4-4634-994C-DEA7E0A11E3D}" srcOrd="1" destOrd="0" parTransId="{E9A5855A-E6C4-4C81-B288-2B0A1359F619}" sibTransId="{EE30B939-946E-4DD7-B13D-E9E54C39D95C}"/>
    <dgm:cxn modelId="{F4DCC189-D601-4E6B-8933-31863FC13083}" type="presOf" srcId="{3D89EA06-C4D0-41C9-AAEB-4E79623C460C}" destId="{64199D68-D360-488C-9DAA-A46EDF3308C3}" srcOrd="0" destOrd="0" presId="urn:microsoft.com/office/officeart/2018/2/layout/IconVerticalSolidList"/>
    <dgm:cxn modelId="{24959AC7-138E-493D-920C-AD3009C5C73A}" srcId="{3D89EA06-C4D0-41C9-AAEB-4E79623C460C}" destId="{1A69ED71-49A4-4873-BDA8-386C450CEEFE}" srcOrd="0" destOrd="0" parTransId="{04784B67-8780-44CF-A9C1-DBE5383E1DA0}" sibTransId="{31467D4E-0A61-44F0-948E-091F5971B68D}"/>
    <dgm:cxn modelId="{D632B6CF-BD73-427F-B5EC-91F5DF5CD1CF}" type="presParOf" srcId="{64199D68-D360-488C-9DAA-A46EDF3308C3}" destId="{1349CAF6-3A35-4286-9C2F-181C17D59E26}" srcOrd="0" destOrd="0" presId="urn:microsoft.com/office/officeart/2018/2/layout/IconVerticalSolidList"/>
    <dgm:cxn modelId="{F67E0543-066D-4E0A-A8C0-502BBD1837C1}" type="presParOf" srcId="{1349CAF6-3A35-4286-9C2F-181C17D59E26}" destId="{190F9CC8-E3C4-4856-A04B-78FF48866947}" srcOrd="0" destOrd="0" presId="urn:microsoft.com/office/officeart/2018/2/layout/IconVerticalSolidList"/>
    <dgm:cxn modelId="{4B3BD9C2-8FA1-4F81-86E2-8F9E524E0D40}" type="presParOf" srcId="{1349CAF6-3A35-4286-9C2F-181C17D59E26}" destId="{5D9D799E-57E8-4FF3-8479-0282BBEC6B6F}" srcOrd="1" destOrd="0" presId="urn:microsoft.com/office/officeart/2018/2/layout/IconVerticalSolidList"/>
    <dgm:cxn modelId="{C13A932B-AE78-408A-86E9-195CB475867B}" type="presParOf" srcId="{1349CAF6-3A35-4286-9C2F-181C17D59E26}" destId="{C898478C-84B1-4C08-9E0E-994B92C4D95A}" srcOrd="2" destOrd="0" presId="urn:microsoft.com/office/officeart/2018/2/layout/IconVerticalSolidList"/>
    <dgm:cxn modelId="{B3D6D882-313B-46E8-81BE-FA4328C799B7}" type="presParOf" srcId="{1349CAF6-3A35-4286-9C2F-181C17D59E26}" destId="{D05A3741-7E25-473C-9A15-E75061A4DE4D}" srcOrd="3" destOrd="0" presId="urn:microsoft.com/office/officeart/2018/2/layout/IconVerticalSolidList"/>
    <dgm:cxn modelId="{DE4A2668-57B8-4802-B34F-EFF8E0502751}" type="presParOf" srcId="{64199D68-D360-488C-9DAA-A46EDF3308C3}" destId="{3076160A-4DD2-44E2-8568-7CBAB0FB22F2}" srcOrd="1" destOrd="0" presId="urn:microsoft.com/office/officeart/2018/2/layout/IconVerticalSolidList"/>
    <dgm:cxn modelId="{1C4EA4E3-609A-4DDB-9429-2A99CB3AD78F}" type="presParOf" srcId="{64199D68-D360-488C-9DAA-A46EDF3308C3}" destId="{74C28D07-7786-4774-B23D-3E5F42DAC4CC}" srcOrd="2" destOrd="0" presId="urn:microsoft.com/office/officeart/2018/2/layout/IconVerticalSolidList"/>
    <dgm:cxn modelId="{E3E35FF0-D5ED-419B-A0A9-3AF52073E416}" type="presParOf" srcId="{74C28D07-7786-4774-B23D-3E5F42DAC4CC}" destId="{1F2A95F7-F086-4C5E-8F6F-BBCC9BC6E767}" srcOrd="0" destOrd="0" presId="urn:microsoft.com/office/officeart/2018/2/layout/IconVerticalSolidList"/>
    <dgm:cxn modelId="{B32950E0-0ACD-420B-929C-FA9F42B38A9D}" type="presParOf" srcId="{74C28D07-7786-4774-B23D-3E5F42DAC4CC}" destId="{FBB77DD5-2542-455D-AE40-C4F93920BD78}" srcOrd="1" destOrd="0" presId="urn:microsoft.com/office/officeart/2018/2/layout/IconVerticalSolidList"/>
    <dgm:cxn modelId="{734B961B-CC77-439D-B03B-8293D4BF49E3}" type="presParOf" srcId="{74C28D07-7786-4774-B23D-3E5F42DAC4CC}" destId="{628CC110-EDCF-4BFF-A5C8-E56E478E1C13}" srcOrd="2" destOrd="0" presId="urn:microsoft.com/office/officeart/2018/2/layout/IconVerticalSolidList"/>
    <dgm:cxn modelId="{9502BEF7-2E75-4821-AE5A-40443546D5F3}" type="presParOf" srcId="{74C28D07-7786-4774-B23D-3E5F42DAC4CC}" destId="{CCB5FF22-F8D1-4511-8846-537F7974648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F05A539-7844-450F-9227-AD4FA5CF5630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5AC9D48-14BF-474E-9151-32627C580021}">
      <dgm:prSet/>
      <dgm:spPr/>
      <dgm:t>
        <a:bodyPr/>
        <a:lstStyle/>
        <a:p>
          <a:r>
            <a:rPr lang="da-DK"/>
            <a:t>Opgave 6-8</a:t>
          </a:r>
          <a:endParaRPr lang="en-US"/>
        </a:p>
      </dgm:t>
    </dgm:pt>
    <dgm:pt modelId="{7612326E-41BB-4A51-AA80-D3EA9569A3B5}" type="parTrans" cxnId="{F160BEC1-D901-481E-878B-B3AD9100CA34}">
      <dgm:prSet/>
      <dgm:spPr/>
      <dgm:t>
        <a:bodyPr/>
        <a:lstStyle/>
        <a:p>
          <a:endParaRPr lang="en-US"/>
        </a:p>
      </dgm:t>
    </dgm:pt>
    <dgm:pt modelId="{DD86C34B-9E03-49DB-A71C-4DE2B7549A53}" type="sibTrans" cxnId="{F160BEC1-D901-481E-878B-B3AD9100CA34}">
      <dgm:prSet/>
      <dgm:spPr/>
      <dgm:t>
        <a:bodyPr/>
        <a:lstStyle/>
        <a:p>
          <a:endParaRPr lang="en-US"/>
        </a:p>
      </dgm:t>
    </dgm:pt>
    <dgm:pt modelId="{03411A67-0DF4-4A3F-B6C7-6978F519BD28}">
      <dgm:prSet/>
      <dgm:spPr/>
      <dgm:t>
        <a:bodyPr/>
        <a:lstStyle/>
        <a:p>
          <a:r>
            <a:rPr lang="da-DK"/>
            <a:t>20 min.</a:t>
          </a:r>
          <a:endParaRPr lang="en-US"/>
        </a:p>
      </dgm:t>
    </dgm:pt>
    <dgm:pt modelId="{69DCF575-9400-4BD7-A500-7B0D8D0A260C}" type="parTrans" cxnId="{25C9F1C1-D122-4CD6-AADD-C4BCBD513289}">
      <dgm:prSet/>
      <dgm:spPr/>
      <dgm:t>
        <a:bodyPr/>
        <a:lstStyle/>
        <a:p>
          <a:endParaRPr lang="en-US"/>
        </a:p>
      </dgm:t>
    </dgm:pt>
    <dgm:pt modelId="{1CBC9D0F-440D-4D71-B1A0-D9FEF4C06E7E}" type="sibTrans" cxnId="{25C9F1C1-D122-4CD6-AADD-C4BCBD513289}">
      <dgm:prSet/>
      <dgm:spPr/>
      <dgm:t>
        <a:bodyPr/>
        <a:lstStyle/>
        <a:p>
          <a:endParaRPr lang="en-US"/>
        </a:p>
      </dgm:t>
    </dgm:pt>
    <dgm:pt modelId="{765B141B-769A-4E12-8641-CB1C23742106}" type="pres">
      <dgm:prSet presAssocID="{EF05A539-7844-450F-9227-AD4FA5CF5630}" presName="linear" presStyleCnt="0">
        <dgm:presLayoutVars>
          <dgm:dir/>
          <dgm:animLvl val="lvl"/>
          <dgm:resizeHandles val="exact"/>
        </dgm:presLayoutVars>
      </dgm:prSet>
      <dgm:spPr/>
    </dgm:pt>
    <dgm:pt modelId="{EA87ABDE-DE3C-4BF4-AD1F-DEAC1BB0B775}" type="pres">
      <dgm:prSet presAssocID="{85AC9D48-14BF-474E-9151-32627C580021}" presName="parentLin" presStyleCnt="0"/>
      <dgm:spPr/>
    </dgm:pt>
    <dgm:pt modelId="{734F435D-C20A-473D-9AD4-9F1FC838457D}" type="pres">
      <dgm:prSet presAssocID="{85AC9D48-14BF-474E-9151-32627C580021}" presName="parentLeftMargin" presStyleLbl="node1" presStyleIdx="0" presStyleCnt="2"/>
      <dgm:spPr/>
    </dgm:pt>
    <dgm:pt modelId="{328560DC-948D-4B85-8D98-13BE78B823B2}" type="pres">
      <dgm:prSet presAssocID="{85AC9D48-14BF-474E-9151-32627C58002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0E703F9-74FB-4338-9CBA-E759FDB44A02}" type="pres">
      <dgm:prSet presAssocID="{85AC9D48-14BF-474E-9151-32627C580021}" presName="negativeSpace" presStyleCnt="0"/>
      <dgm:spPr/>
    </dgm:pt>
    <dgm:pt modelId="{A3B133DD-AF85-42F2-8967-D93C4767D4D9}" type="pres">
      <dgm:prSet presAssocID="{85AC9D48-14BF-474E-9151-32627C580021}" presName="childText" presStyleLbl="conFgAcc1" presStyleIdx="0" presStyleCnt="2">
        <dgm:presLayoutVars>
          <dgm:bulletEnabled val="1"/>
        </dgm:presLayoutVars>
      </dgm:prSet>
      <dgm:spPr/>
    </dgm:pt>
    <dgm:pt modelId="{ED090E0F-F78E-4E31-BE83-FC4B130D3C3E}" type="pres">
      <dgm:prSet presAssocID="{DD86C34B-9E03-49DB-A71C-4DE2B7549A53}" presName="spaceBetweenRectangles" presStyleCnt="0"/>
      <dgm:spPr/>
    </dgm:pt>
    <dgm:pt modelId="{860254D4-2A81-4055-8083-A194C91B2F4F}" type="pres">
      <dgm:prSet presAssocID="{03411A67-0DF4-4A3F-B6C7-6978F519BD28}" presName="parentLin" presStyleCnt="0"/>
      <dgm:spPr/>
    </dgm:pt>
    <dgm:pt modelId="{7BEA5B52-5555-4DFF-92B4-6F5698EE8986}" type="pres">
      <dgm:prSet presAssocID="{03411A67-0DF4-4A3F-B6C7-6978F519BD28}" presName="parentLeftMargin" presStyleLbl="node1" presStyleIdx="0" presStyleCnt="2"/>
      <dgm:spPr/>
    </dgm:pt>
    <dgm:pt modelId="{4C0AAF56-6DD2-427D-BB30-12FF5F3B5D40}" type="pres">
      <dgm:prSet presAssocID="{03411A67-0DF4-4A3F-B6C7-6978F519BD28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FAB112A0-713C-4C30-9824-605BEAADA30E}" type="pres">
      <dgm:prSet presAssocID="{03411A67-0DF4-4A3F-B6C7-6978F519BD28}" presName="negativeSpace" presStyleCnt="0"/>
      <dgm:spPr/>
    </dgm:pt>
    <dgm:pt modelId="{07DEEDA1-16DF-4704-8955-98A35981F848}" type="pres">
      <dgm:prSet presAssocID="{03411A67-0DF4-4A3F-B6C7-6978F519BD28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89E2045D-6A89-48F3-8F2A-5827D2842827}" type="presOf" srcId="{03411A67-0DF4-4A3F-B6C7-6978F519BD28}" destId="{4C0AAF56-6DD2-427D-BB30-12FF5F3B5D40}" srcOrd="1" destOrd="0" presId="urn:microsoft.com/office/officeart/2005/8/layout/list1"/>
    <dgm:cxn modelId="{6A831C6B-31CE-4BA7-B9FB-4D4D5AA8E7B5}" type="presOf" srcId="{85AC9D48-14BF-474E-9151-32627C580021}" destId="{734F435D-C20A-473D-9AD4-9F1FC838457D}" srcOrd="0" destOrd="0" presId="urn:microsoft.com/office/officeart/2005/8/layout/list1"/>
    <dgm:cxn modelId="{F160BEC1-D901-481E-878B-B3AD9100CA34}" srcId="{EF05A539-7844-450F-9227-AD4FA5CF5630}" destId="{85AC9D48-14BF-474E-9151-32627C580021}" srcOrd="0" destOrd="0" parTransId="{7612326E-41BB-4A51-AA80-D3EA9569A3B5}" sibTransId="{DD86C34B-9E03-49DB-A71C-4DE2B7549A53}"/>
    <dgm:cxn modelId="{25C9F1C1-D122-4CD6-AADD-C4BCBD513289}" srcId="{EF05A539-7844-450F-9227-AD4FA5CF5630}" destId="{03411A67-0DF4-4A3F-B6C7-6978F519BD28}" srcOrd="1" destOrd="0" parTransId="{69DCF575-9400-4BD7-A500-7B0D8D0A260C}" sibTransId="{1CBC9D0F-440D-4D71-B1A0-D9FEF4C06E7E}"/>
    <dgm:cxn modelId="{565B6FDB-EF1D-47D2-9253-883BEC94FE31}" type="presOf" srcId="{03411A67-0DF4-4A3F-B6C7-6978F519BD28}" destId="{7BEA5B52-5555-4DFF-92B4-6F5698EE8986}" srcOrd="0" destOrd="0" presId="urn:microsoft.com/office/officeart/2005/8/layout/list1"/>
    <dgm:cxn modelId="{E1E5FBDD-875F-4A56-A059-1060D70DB0FF}" type="presOf" srcId="{85AC9D48-14BF-474E-9151-32627C580021}" destId="{328560DC-948D-4B85-8D98-13BE78B823B2}" srcOrd="1" destOrd="0" presId="urn:microsoft.com/office/officeart/2005/8/layout/list1"/>
    <dgm:cxn modelId="{1CCB03E2-2AF2-4801-8CD5-1DF6157FB805}" type="presOf" srcId="{EF05A539-7844-450F-9227-AD4FA5CF5630}" destId="{765B141B-769A-4E12-8641-CB1C23742106}" srcOrd="0" destOrd="0" presId="urn:microsoft.com/office/officeart/2005/8/layout/list1"/>
    <dgm:cxn modelId="{3E3D6D10-22D3-4A13-901A-89DA68D9159D}" type="presParOf" srcId="{765B141B-769A-4E12-8641-CB1C23742106}" destId="{EA87ABDE-DE3C-4BF4-AD1F-DEAC1BB0B775}" srcOrd="0" destOrd="0" presId="urn:microsoft.com/office/officeart/2005/8/layout/list1"/>
    <dgm:cxn modelId="{6272719F-F310-4962-A7CE-2A90D92A09FE}" type="presParOf" srcId="{EA87ABDE-DE3C-4BF4-AD1F-DEAC1BB0B775}" destId="{734F435D-C20A-473D-9AD4-9F1FC838457D}" srcOrd="0" destOrd="0" presId="urn:microsoft.com/office/officeart/2005/8/layout/list1"/>
    <dgm:cxn modelId="{09DFB000-876E-42A7-BBFE-8EA48FCDB935}" type="presParOf" srcId="{EA87ABDE-DE3C-4BF4-AD1F-DEAC1BB0B775}" destId="{328560DC-948D-4B85-8D98-13BE78B823B2}" srcOrd="1" destOrd="0" presId="urn:microsoft.com/office/officeart/2005/8/layout/list1"/>
    <dgm:cxn modelId="{FDC3F4D8-5F0B-4B49-9CEE-EF3B07F3DA6C}" type="presParOf" srcId="{765B141B-769A-4E12-8641-CB1C23742106}" destId="{70E703F9-74FB-4338-9CBA-E759FDB44A02}" srcOrd="1" destOrd="0" presId="urn:microsoft.com/office/officeart/2005/8/layout/list1"/>
    <dgm:cxn modelId="{6A84D4FA-0633-481E-877E-CF52B1CCEE0D}" type="presParOf" srcId="{765B141B-769A-4E12-8641-CB1C23742106}" destId="{A3B133DD-AF85-42F2-8967-D93C4767D4D9}" srcOrd="2" destOrd="0" presId="urn:microsoft.com/office/officeart/2005/8/layout/list1"/>
    <dgm:cxn modelId="{58811D95-2750-4DC2-AAFE-696AA5F80B46}" type="presParOf" srcId="{765B141B-769A-4E12-8641-CB1C23742106}" destId="{ED090E0F-F78E-4E31-BE83-FC4B130D3C3E}" srcOrd="3" destOrd="0" presId="urn:microsoft.com/office/officeart/2005/8/layout/list1"/>
    <dgm:cxn modelId="{9E189ED6-C979-48CD-8EF2-429DFCBEDBC6}" type="presParOf" srcId="{765B141B-769A-4E12-8641-CB1C23742106}" destId="{860254D4-2A81-4055-8083-A194C91B2F4F}" srcOrd="4" destOrd="0" presId="urn:microsoft.com/office/officeart/2005/8/layout/list1"/>
    <dgm:cxn modelId="{6678A5DF-E1AA-4130-B5BD-2695DEEEF55F}" type="presParOf" srcId="{860254D4-2A81-4055-8083-A194C91B2F4F}" destId="{7BEA5B52-5555-4DFF-92B4-6F5698EE8986}" srcOrd="0" destOrd="0" presId="urn:microsoft.com/office/officeart/2005/8/layout/list1"/>
    <dgm:cxn modelId="{D0C81E50-008B-4187-A8A2-A34D09869C42}" type="presParOf" srcId="{860254D4-2A81-4055-8083-A194C91B2F4F}" destId="{4C0AAF56-6DD2-427D-BB30-12FF5F3B5D40}" srcOrd="1" destOrd="0" presId="urn:microsoft.com/office/officeart/2005/8/layout/list1"/>
    <dgm:cxn modelId="{DECDB868-61F2-4372-B4D6-8884B78E1506}" type="presParOf" srcId="{765B141B-769A-4E12-8641-CB1C23742106}" destId="{FAB112A0-713C-4C30-9824-605BEAADA30E}" srcOrd="5" destOrd="0" presId="urn:microsoft.com/office/officeart/2005/8/layout/list1"/>
    <dgm:cxn modelId="{AEEE37B3-EC3D-4BC7-859D-7D7CF21B64B5}" type="presParOf" srcId="{765B141B-769A-4E12-8641-CB1C23742106}" destId="{07DEEDA1-16DF-4704-8955-98A35981F848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723E5F9-5C06-4A7E-B180-4045147C03E8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FDF9902-EDF5-4E22-A033-2C4D9CDEFF9A}">
      <dgm:prSet/>
      <dgm:spPr/>
      <dgm:t>
        <a:bodyPr/>
        <a:lstStyle/>
        <a:p>
          <a:r>
            <a:rPr lang="da-DK"/>
            <a:t>Opgave 9 + 10</a:t>
          </a:r>
          <a:endParaRPr lang="en-US"/>
        </a:p>
      </dgm:t>
    </dgm:pt>
    <dgm:pt modelId="{DE85EF4A-C7CF-4C43-AEA8-801434741BA0}" type="parTrans" cxnId="{64CF4DC4-98C0-4ED2-94BB-471DC93B1823}">
      <dgm:prSet/>
      <dgm:spPr/>
      <dgm:t>
        <a:bodyPr/>
        <a:lstStyle/>
        <a:p>
          <a:endParaRPr lang="en-US"/>
        </a:p>
      </dgm:t>
    </dgm:pt>
    <dgm:pt modelId="{9DD7E196-3179-4FB8-AB43-36B6C9ED53BC}" type="sibTrans" cxnId="{64CF4DC4-98C0-4ED2-94BB-471DC93B1823}">
      <dgm:prSet/>
      <dgm:spPr/>
      <dgm:t>
        <a:bodyPr/>
        <a:lstStyle/>
        <a:p>
          <a:endParaRPr lang="en-US"/>
        </a:p>
      </dgm:t>
    </dgm:pt>
    <dgm:pt modelId="{05FF7BA9-F49E-4C13-AE73-73671E60FA76}">
      <dgm:prSet/>
      <dgm:spPr/>
      <dgm:t>
        <a:bodyPr/>
        <a:lstStyle/>
        <a:p>
          <a:r>
            <a:rPr lang="da-DK"/>
            <a:t>20 min.</a:t>
          </a:r>
          <a:endParaRPr lang="en-US"/>
        </a:p>
      </dgm:t>
    </dgm:pt>
    <dgm:pt modelId="{1C37C67F-57D9-4176-8584-CCEF7277AB22}" type="parTrans" cxnId="{E7B4EE5E-DBBD-4183-86B9-F2DC4CFBCD78}">
      <dgm:prSet/>
      <dgm:spPr/>
      <dgm:t>
        <a:bodyPr/>
        <a:lstStyle/>
        <a:p>
          <a:endParaRPr lang="en-US"/>
        </a:p>
      </dgm:t>
    </dgm:pt>
    <dgm:pt modelId="{F5870ECF-9A08-4CF4-B100-FBC34957ADB4}" type="sibTrans" cxnId="{E7B4EE5E-DBBD-4183-86B9-F2DC4CFBCD78}">
      <dgm:prSet/>
      <dgm:spPr/>
      <dgm:t>
        <a:bodyPr/>
        <a:lstStyle/>
        <a:p>
          <a:endParaRPr lang="en-US"/>
        </a:p>
      </dgm:t>
    </dgm:pt>
    <dgm:pt modelId="{94F3F992-7963-4799-A038-64BBFA6B58F7}" type="pres">
      <dgm:prSet presAssocID="{5723E5F9-5C06-4A7E-B180-4045147C03E8}" presName="linear" presStyleCnt="0">
        <dgm:presLayoutVars>
          <dgm:dir/>
          <dgm:animLvl val="lvl"/>
          <dgm:resizeHandles val="exact"/>
        </dgm:presLayoutVars>
      </dgm:prSet>
      <dgm:spPr/>
    </dgm:pt>
    <dgm:pt modelId="{AB2C5F56-A18B-42B2-A987-8C7DBD61F4B2}" type="pres">
      <dgm:prSet presAssocID="{CFDF9902-EDF5-4E22-A033-2C4D9CDEFF9A}" presName="parentLin" presStyleCnt="0"/>
      <dgm:spPr/>
    </dgm:pt>
    <dgm:pt modelId="{47F57706-91B5-4A29-AB28-F3480AF73A02}" type="pres">
      <dgm:prSet presAssocID="{CFDF9902-EDF5-4E22-A033-2C4D9CDEFF9A}" presName="parentLeftMargin" presStyleLbl="node1" presStyleIdx="0" presStyleCnt="2"/>
      <dgm:spPr/>
    </dgm:pt>
    <dgm:pt modelId="{381B679E-DA8D-44C7-844E-E2DE18F1EB56}" type="pres">
      <dgm:prSet presAssocID="{CFDF9902-EDF5-4E22-A033-2C4D9CDEFF9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119EF94-C57D-4885-84C9-6D851DBB1692}" type="pres">
      <dgm:prSet presAssocID="{CFDF9902-EDF5-4E22-A033-2C4D9CDEFF9A}" presName="negativeSpace" presStyleCnt="0"/>
      <dgm:spPr/>
    </dgm:pt>
    <dgm:pt modelId="{0A066681-08EA-4EC7-B68F-ADD6F420A5CB}" type="pres">
      <dgm:prSet presAssocID="{CFDF9902-EDF5-4E22-A033-2C4D9CDEFF9A}" presName="childText" presStyleLbl="conFgAcc1" presStyleIdx="0" presStyleCnt="2">
        <dgm:presLayoutVars>
          <dgm:bulletEnabled val="1"/>
        </dgm:presLayoutVars>
      </dgm:prSet>
      <dgm:spPr/>
    </dgm:pt>
    <dgm:pt modelId="{380DDD87-2780-40B6-86F7-20D005FA8048}" type="pres">
      <dgm:prSet presAssocID="{9DD7E196-3179-4FB8-AB43-36B6C9ED53BC}" presName="spaceBetweenRectangles" presStyleCnt="0"/>
      <dgm:spPr/>
    </dgm:pt>
    <dgm:pt modelId="{0ED1460D-1530-4A26-82AD-EBCFF0EBD6B4}" type="pres">
      <dgm:prSet presAssocID="{05FF7BA9-F49E-4C13-AE73-73671E60FA76}" presName="parentLin" presStyleCnt="0"/>
      <dgm:spPr/>
    </dgm:pt>
    <dgm:pt modelId="{2717AC50-6DCA-418D-9495-74B395240C72}" type="pres">
      <dgm:prSet presAssocID="{05FF7BA9-F49E-4C13-AE73-73671E60FA76}" presName="parentLeftMargin" presStyleLbl="node1" presStyleIdx="0" presStyleCnt="2"/>
      <dgm:spPr/>
    </dgm:pt>
    <dgm:pt modelId="{F5514907-760C-4AB6-95BA-C1F928702EDA}" type="pres">
      <dgm:prSet presAssocID="{05FF7BA9-F49E-4C13-AE73-73671E60FA7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F0303FE-FE3E-48B9-89DA-7598F2FD2B9C}" type="pres">
      <dgm:prSet presAssocID="{05FF7BA9-F49E-4C13-AE73-73671E60FA76}" presName="negativeSpace" presStyleCnt="0"/>
      <dgm:spPr/>
    </dgm:pt>
    <dgm:pt modelId="{359FA2C7-CE26-4A67-8FCA-0352BDD3CA65}" type="pres">
      <dgm:prSet presAssocID="{05FF7BA9-F49E-4C13-AE73-73671E60FA76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0130A526-4894-4BF0-A20D-F51FE3661EA9}" type="presOf" srcId="{CFDF9902-EDF5-4E22-A033-2C4D9CDEFF9A}" destId="{381B679E-DA8D-44C7-844E-E2DE18F1EB56}" srcOrd="1" destOrd="0" presId="urn:microsoft.com/office/officeart/2005/8/layout/list1"/>
    <dgm:cxn modelId="{E7B4EE5E-DBBD-4183-86B9-F2DC4CFBCD78}" srcId="{5723E5F9-5C06-4A7E-B180-4045147C03E8}" destId="{05FF7BA9-F49E-4C13-AE73-73671E60FA76}" srcOrd="1" destOrd="0" parTransId="{1C37C67F-57D9-4176-8584-CCEF7277AB22}" sibTransId="{F5870ECF-9A08-4CF4-B100-FBC34957ADB4}"/>
    <dgm:cxn modelId="{3DA31470-1F71-4417-8CCF-A292C746586E}" type="presOf" srcId="{5723E5F9-5C06-4A7E-B180-4045147C03E8}" destId="{94F3F992-7963-4799-A038-64BBFA6B58F7}" srcOrd="0" destOrd="0" presId="urn:microsoft.com/office/officeart/2005/8/layout/list1"/>
    <dgm:cxn modelId="{855E5CA0-DFB9-48B1-A32B-60651AA0E116}" type="presOf" srcId="{05FF7BA9-F49E-4C13-AE73-73671E60FA76}" destId="{2717AC50-6DCA-418D-9495-74B395240C72}" srcOrd="0" destOrd="0" presId="urn:microsoft.com/office/officeart/2005/8/layout/list1"/>
    <dgm:cxn modelId="{C944C4A4-D2DC-466D-A4D9-F018093A62CC}" type="presOf" srcId="{CFDF9902-EDF5-4E22-A033-2C4D9CDEFF9A}" destId="{47F57706-91B5-4A29-AB28-F3480AF73A02}" srcOrd="0" destOrd="0" presId="urn:microsoft.com/office/officeart/2005/8/layout/list1"/>
    <dgm:cxn modelId="{096030C1-6253-4B7D-B5B4-B99D523CAFAB}" type="presOf" srcId="{05FF7BA9-F49E-4C13-AE73-73671E60FA76}" destId="{F5514907-760C-4AB6-95BA-C1F928702EDA}" srcOrd="1" destOrd="0" presId="urn:microsoft.com/office/officeart/2005/8/layout/list1"/>
    <dgm:cxn modelId="{64CF4DC4-98C0-4ED2-94BB-471DC93B1823}" srcId="{5723E5F9-5C06-4A7E-B180-4045147C03E8}" destId="{CFDF9902-EDF5-4E22-A033-2C4D9CDEFF9A}" srcOrd="0" destOrd="0" parTransId="{DE85EF4A-C7CF-4C43-AEA8-801434741BA0}" sibTransId="{9DD7E196-3179-4FB8-AB43-36B6C9ED53BC}"/>
    <dgm:cxn modelId="{BEFCC830-FF03-4D1F-A5E0-548E70FD6727}" type="presParOf" srcId="{94F3F992-7963-4799-A038-64BBFA6B58F7}" destId="{AB2C5F56-A18B-42B2-A987-8C7DBD61F4B2}" srcOrd="0" destOrd="0" presId="urn:microsoft.com/office/officeart/2005/8/layout/list1"/>
    <dgm:cxn modelId="{1124A7A9-2069-4EE4-9DC5-472EA6428D9C}" type="presParOf" srcId="{AB2C5F56-A18B-42B2-A987-8C7DBD61F4B2}" destId="{47F57706-91B5-4A29-AB28-F3480AF73A02}" srcOrd="0" destOrd="0" presId="urn:microsoft.com/office/officeart/2005/8/layout/list1"/>
    <dgm:cxn modelId="{19605F4B-5940-4BD6-BB0F-5E1C9B6C4ECC}" type="presParOf" srcId="{AB2C5F56-A18B-42B2-A987-8C7DBD61F4B2}" destId="{381B679E-DA8D-44C7-844E-E2DE18F1EB56}" srcOrd="1" destOrd="0" presId="urn:microsoft.com/office/officeart/2005/8/layout/list1"/>
    <dgm:cxn modelId="{9C41889E-0A67-4B33-A0BA-B76DF1818567}" type="presParOf" srcId="{94F3F992-7963-4799-A038-64BBFA6B58F7}" destId="{0119EF94-C57D-4885-84C9-6D851DBB1692}" srcOrd="1" destOrd="0" presId="urn:microsoft.com/office/officeart/2005/8/layout/list1"/>
    <dgm:cxn modelId="{4ABBB999-38AD-4E63-A745-A5C8785C5BF9}" type="presParOf" srcId="{94F3F992-7963-4799-A038-64BBFA6B58F7}" destId="{0A066681-08EA-4EC7-B68F-ADD6F420A5CB}" srcOrd="2" destOrd="0" presId="urn:microsoft.com/office/officeart/2005/8/layout/list1"/>
    <dgm:cxn modelId="{65E18DFA-3ECE-4869-AFC4-C318101FACAE}" type="presParOf" srcId="{94F3F992-7963-4799-A038-64BBFA6B58F7}" destId="{380DDD87-2780-40B6-86F7-20D005FA8048}" srcOrd="3" destOrd="0" presId="urn:microsoft.com/office/officeart/2005/8/layout/list1"/>
    <dgm:cxn modelId="{58B7F7BD-E2FE-4A05-8232-79ECBBB220C5}" type="presParOf" srcId="{94F3F992-7963-4799-A038-64BBFA6B58F7}" destId="{0ED1460D-1530-4A26-82AD-EBCFF0EBD6B4}" srcOrd="4" destOrd="0" presId="urn:microsoft.com/office/officeart/2005/8/layout/list1"/>
    <dgm:cxn modelId="{CFAEC3B6-581A-4A76-B13F-A0168E983094}" type="presParOf" srcId="{0ED1460D-1530-4A26-82AD-EBCFF0EBD6B4}" destId="{2717AC50-6DCA-418D-9495-74B395240C72}" srcOrd="0" destOrd="0" presId="urn:microsoft.com/office/officeart/2005/8/layout/list1"/>
    <dgm:cxn modelId="{A03B197B-0341-4A64-B281-1E43D7299715}" type="presParOf" srcId="{0ED1460D-1530-4A26-82AD-EBCFF0EBD6B4}" destId="{F5514907-760C-4AB6-95BA-C1F928702EDA}" srcOrd="1" destOrd="0" presId="urn:microsoft.com/office/officeart/2005/8/layout/list1"/>
    <dgm:cxn modelId="{F034B77F-2F99-4AE7-A41D-E15A8FE93B73}" type="presParOf" srcId="{94F3F992-7963-4799-A038-64BBFA6B58F7}" destId="{EF0303FE-FE3E-48B9-89DA-7598F2FD2B9C}" srcOrd="5" destOrd="0" presId="urn:microsoft.com/office/officeart/2005/8/layout/list1"/>
    <dgm:cxn modelId="{A5E41749-E1AE-4334-A54E-3A60FCB58845}" type="presParOf" srcId="{94F3F992-7963-4799-A038-64BBFA6B58F7}" destId="{359FA2C7-CE26-4A67-8FCA-0352BDD3CA65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3112234-7AA9-490D-9DA4-FA07FE9C9F2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31144895-9A01-4D54-90FC-E301E6E0D9DF}">
      <dgm:prSet/>
      <dgm:spPr/>
      <dgm:t>
        <a:bodyPr/>
        <a:lstStyle/>
        <a:p>
          <a:pPr>
            <a:defRPr cap="all"/>
          </a:pPr>
          <a:r>
            <a:rPr lang="da-DK"/>
            <a:t>Opgave 11 + 12</a:t>
          </a:r>
          <a:endParaRPr lang="en-US"/>
        </a:p>
      </dgm:t>
    </dgm:pt>
    <dgm:pt modelId="{50F8C662-30AB-47D8-8763-E191B119709C}" type="parTrans" cxnId="{80A2D4F2-4DB6-4CFF-84FF-8D5243B21DF6}">
      <dgm:prSet/>
      <dgm:spPr/>
      <dgm:t>
        <a:bodyPr/>
        <a:lstStyle/>
        <a:p>
          <a:endParaRPr lang="en-US"/>
        </a:p>
      </dgm:t>
    </dgm:pt>
    <dgm:pt modelId="{18DC6E14-358B-447E-96F4-784D21B3DDCF}" type="sibTrans" cxnId="{80A2D4F2-4DB6-4CFF-84FF-8D5243B21DF6}">
      <dgm:prSet/>
      <dgm:spPr/>
      <dgm:t>
        <a:bodyPr/>
        <a:lstStyle/>
        <a:p>
          <a:endParaRPr lang="en-US"/>
        </a:p>
      </dgm:t>
    </dgm:pt>
    <dgm:pt modelId="{C70BB164-E5DF-48BC-AF00-F33F245BDCAD}">
      <dgm:prSet/>
      <dgm:spPr/>
      <dgm:t>
        <a:bodyPr/>
        <a:lstStyle/>
        <a:p>
          <a:pPr>
            <a:defRPr cap="all"/>
          </a:pPr>
          <a:r>
            <a:rPr lang="da-DK"/>
            <a:t>20 min.</a:t>
          </a:r>
          <a:endParaRPr lang="en-US"/>
        </a:p>
      </dgm:t>
    </dgm:pt>
    <dgm:pt modelId="{A768E1D3-848B-431A-AF70-6F701A268C00}" type="parTrans" cxnId="{333AF9A0-B7A9-44AE-B853-83C9329D3BAB}">
      <dgm:prSet/>
      <dgm:spPr/>
      <dgm:t>
        <a:bodyPr/>
        <a:lstStyle/>
        <a:p>
          <a:endParaRPr lang="en-US"/>
        </a:p>
      </dgm:t>
    </dgm:pt>
    <dgm:pt modelId="{75D1CAD9-51DD-4200-A966-A0D7F5F3407E}" type="sibTrans" cxnId="{333AF9A0-B7A9-44AE-B853-83C9329D3BAB}">
      <dgm:prSet/>
      <dgm:spPr/>
      <dgm:t>
        <a:bodyPr/>
        <a:lstStyle/>
        <a:p>
          <a:endParaRPr lang="en-US"/>
        </a:p>
      </dgm:t>
    </dgm:pt>
    <dgm:pt modelId="{FD639B41-F411-49F0-BB13-FC76325A3CCF}" type="pres">
      <dgm:prSet presAssocID="{13112234-7AA9-490D-9DA4-FA07FE9C9F20}" presName="root" presStyleCnt="0">
        <dgm:presLayoutVars>
          <dgm:dir/>
          <dgm:resizeHandles val="exact"/>
        </dgm:presLayoutVars>
      </dgm:prSet>
      <dgm:spPr/>
    </dgm:pt>
    <dgm:pt modelId="{57146BC7-D8ED-4E2B-968B-F7E2A42B949B}" type="pres">
      <dgm:prSet presAssocID="{31144895-9A01-4D54-90FC-E301E6E0D9DF}" presName="compNode" presStyleCnt="0"/>
      <dgm:spPr/>
    </dgm:pt>
    <dgm:pt modelId="{7308F7C2-CD09-4067-8D48-6B656157034D}" type="pres">
      <dgm:prSet presAssocID="{31144895-9A01-4D54-90FC-E301E6E0D9DF}" presName="iconBgRect" presStyleLbl="bgShp" presStyleIdx="0" presStyleCnt="2"/>
      <dgm:spPr/>
    </dgm:pt>
    <dgm:pt modelId="{533ABDC6-2951-4F6F-B4BB-0744632C0BF7}" type="pres">
      <dgm:prSet presAssocID="{31144895-9A01-4D54-90FC-E301E6E0D9DF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yant"/>
        </a:ext>
      </dgm:extLst>
    </dgm:pt>
    <dgm:pt modelId="{AC886CA6-2BEE-4DB8-AEE0-1F430E76DBE2}" type="pres">
      <dgm:prSet presAssocID="{31144895-9A01-4D54-90FC-E301E6E0D9DF}" presName="spaceRect" presStyleCnt="0"/>
      <dgm:spPr/>
    </dgm:pt>
    <dgm:pt modelId="{8DB7338A-A8EC-4918-8B8C-EF2543BFB862}" type="pres">
      <dgm:prSet presAssocID="{31144895-9A01-4D54-90FC-E301E6E0D9DF}" presName="textRect" presStyleLbl="revTx" presStyleIdx="0" presStyleCnt="2">
        <dgm:presLayoutVars>
          <dgm:chMax val="1"/>
          <dgm:chPref val="1"/>
        </dgm:presLayoutVars>
      </dgm:prSet>
      <dgm:spPr/>
    </dgm:pt>
    <dgm:pt modelId="{609E386B-863E-47F9-A8B7-137B4875DBFD}" type="pres">
      <dgm:prSet presAssocID="{18DC6E14-358B-447E-96F4-784D21B3DDCF}" presName="sibTrans" presStyleCnt="0"/>
      <dgm:spPr/>
    </dgm:pt>
    <dgm:pt modelId="{2336BFFB-D3BF-4244-9A6F-48A916660A02}" type="pres">
      <dgm:prSet presAssocID="{C70BB164-E5DF-48BC-AF00-F33F245BDCAD}" presName="compNode" presStyleCnt="0"/>
      <dgm:spPr/>
    </dgm:pt>
    <dgm:pt modelId="{4533F578-8620-443E-B2B2-AAE157CB726B}" type="pres">
      <dgm:prSet presAssocID="{C70BB164-E5DF-48BC-AF00-F33F245BDCAD}" presName="iconBgRect" presStyleLbl="bgShp" presStyleIdx="1" presStyleCnt="2"/>
      <dgm:spPr/>
    </dgm:pt>
    <dgm:pt modelId="{8D987A55-3B55-40BC-8EA0-CD738589F17A}" type="pres">
      <dgm:prSet presAssocID="{C70BB164-E5DF-48BC-AF00-F33F245BDCAD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ur"/>
        </a:ext>
      </dgm:extLst>
    </dgm:pt>
    <dgm:pt modelId="{3327F820-4B6A-4AB1-91B4-1A548A8C6D6E}" type="pres">
      <dgm:prSet presAssocID="{C70BB164-E5DF-48BC-AF00-F33F245BDCAD}" presName="spaceRect" presStyleCnt="0"/>
      <dgm:spPr/>
    </dgm:pt>
    <dgm:pt modelId="{F7CDFCE6-39E2-42C4-B368-C1EB223F9808}" type="pres">
      <dgm:prSet presAssocID="{C70BB164-E5DF-48BC-AF00-F33F245BDCAD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FF74AD02-C18D-46E2-B778-7A547D703A48}" type="presOf" srcId="{13112234-7AA9-490D-9DA4-FA07FE9C9F20}" destId="{FD639B41-F411-49F0-BB13-FC76325A3CCF}" srcOrd="0" destOrd="0" presId="urn:microsoft.com/office/officeart/2018/5/layout/IconCircleLabelList"/>
    <dgm:cxn modelId="{AB052208-7EDB-4930-9A12-CBCFBF962DB9}" type="presOf" srcId="{31144895-9A01-4D54-90FC-E301E6E0D9DF}" destId="{8DB7338A-A8EC-4918-8B8C-EF2543BFB862}" srcOrd="0" destOrd="0" presId="urn:microsoft.com/office/officeart/2018/5/layout/IconCircleLabelList"/>
    <dgm:cxn modelId="{82058983-32C2-4359-96B5-5D9F09642CB1}" type="presOf" srcId="{C70BB164-E5DF-48BC-AF00-F33F245BDCAD}" destId="{F7CDFCE6-39E2-42C4-B368-C1EB223F9808}" srcOrd="0" destOrd="0" presId="urn:microsoft.com/office/officeart/2018/5/layout/IconCircleLabelList"/>
    <dgm:cxn modelId="{333AF9A0-B7A9-44AE-B853-83C9329D3BAB}" srcId="{13112234-7AA9-490D-9DA4-FA07FE9C9F20}" destId="{C70BB164-E5DF-48BC-AF00-F33F245BDCAD}" srcOrd="1" destOrd="0" parTransId="{A768E1D3-848B-431A-AF70-6F701A268C00}" sibTransId="{75D1CAD9-51DD-4200-A966-A0D7F5F3407E}"/>
    <dgm:cxn modelId="{80A2D4F2-4DB6-4CFF-84FF-8D5243B21DF6}" srcId="{13112234-7AA9-490D-9DA4-FA07FE9C9F20}" destId="{31144895-9A01-4D54-90FC-E301E6E0D9DF}" srcOrd="0" destOrd="0" parTransId="{50F8C662-30AB-47D8-8763-E191B119709C}" sibTransId="{18DC6E14-358B-447E-96F4-784D21B3DDCF}"/>
    <dgm:cxn modelId="{C587F770-C5BA-4293-9A0E-EB3BD4D831E1}" type="presParOf" srcId="{FD639B41-F411-49F0-BB13-FC76325A3CCF}" destId="{57146BC7-D8ED-4E2B-968B-F7E2A42B949B}" srcOrd="0" destOrd="0" presId="urn:microsoft.com/office/officeart/2018/5/layout/IconCircleLabelList"/>
    <dgm:cxn modelId="{A67F23C9-C330-4553-A056-57641E0DD6F9}" type="presParOf" srcId="{57146BC7-D8ED-4E2B-968B-F7E2A42B949B}" destId="{7308F7C2-CD09-4067-8D48-6B656157034D}" srcOrd="0" destOrd="0" presId="urn:microsoft.com/office/officeart/2018/5/layout/IconCircleLabelList"/>
    <dgm:cxn modelId="{CCF9609E-878D-4615-B3F5-42BD18BDFF6D}" type="presParOf" srcId="{57146BC7-D8ED-4E2B-968B-F7E2A42B949B}" destId="{533ABDC6-2951-4F6F-B4BB-0744632C0BF7}" srcOrd="1" destOrd="0" presId="urn:microsoft.com/office/officeart/2018/5/layout/IconCircleLabelList"/>
    <dgm:cxn modelId="{17A16766-7C70-4CCF-8D5D-6655D848899F}" type="presParOf" srcId="{57146BC7-D8ED-4E2B-968B-F7E2A42B949B}" destId="{AC886CA6-2BEE-4DB8-AEE0-1F430E76DBE2}" srcOrd="2" destOrd="0" presId="urn:microsoft.com/office/officeart/2018/5/layout/IconCircleLabelList"/>
    <dgm:cxn modelId="{1EFE6525-DDA9-4B65-935D-35603CD55581}" type="presParOf" srcId="{57146BC7-D8ED-4E2B-968B-F7E2A42B949B}" destId="{8DB7338A-A8EC-4918-8B8C-EF2543BFB862}" srcOrd="3" destOrd="0" presId="urn:microsoft.com/office/officeart/2018/5/layout/IconCircleLabelList"/>
    <dgm:cxn modelId="{3C0A9FAF-30A9-43FD-B6D8-CE31A1E8EAE8}" type="presParOf" srcId="{FD639B41-F411-49F0-BB13-FC76325A3CCF}" destId="{609E386B-863E-47F9-A8B7-137B4875DBFD}" srcOrd="1" destOrd="0" presId="urn:microsoft.com/office/officeart/2018/5/layout/IconCircleLabelList"/>
    <dgm:cxn modelId="{F821BD78-70DA-451A-89DB-B043A868C203}" type="presParOf" srcId="{FD639B41-F411-49F0-BB13-FC76325A3CCF}" destId="{2336BFFB-D3BF-4244-9A6F-48A916660A02}" srcOrd="2" destOrd="0" presId="urn:microsoft.com/office/officeart/2018/5/layout/IconCircleLabelList"/>
    <dgm:cxn modelId="{B0AAAE19-AF9A-426B-BD11-DCE2D335203C}" type="presParOf" srcId="{2336BFFB-D3BF-4244-9A6F-48A916660A02}" destId="{4533F578-8620-443E-B2B2-AAE157CB726B}" srcOrd="0" destOrd="0" presId="urn:microsoft.com/office/officeart/2018/5/layout/IconCircleLabelList"/>
    <dgm:cxn modelId="{45238D07-C91E-454B-B104-FB30C351186F}" type="presParOf" srcId="{2336BFFB-D3BF-4244-9A6F-48A916660A02}" destId="{8D987A55-3B55-40BC-8EA0-CD738589F17A}" srcOrd="1" destOrd="0" presId="urn:microsoft.com/office/officeart/2018/5/layout/IconCircleLabelList"/>
    <dgm:cxn modelId="{DC09FB02-17AD-4CDF-8D09-3E1724A948A7}" type="presParOf" srcId="{2336BFFB-D3BF-4244-9A6F-48A916660A02}" destId="{3327F820-4B6A-4AB1-91B4-1A548A8C6D6E}" srcOrd="2" destOrd="0" presId="urn:microsoft.com/office/officeart/2018/5/layout/IconCircleLabelList"/>
    <dgm:cxn modelId="{995AA2FF-0566-4043-834B-0DBC830BCF73}" type="presParOf" srcId="{2336BFFB-D3BF-4244-9A6F-48A916660A02}" destId="{F7CDFCE6-39E2-42C4-B368-C1EB223F980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E97B3C4-8EE3-46ED-9FE2-0A849B45E72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3F14FA8-D2DE-4063-AEA9-3C000FDA70F4}">
      <dgm:prSet/>
      <dgm:spPr/>
      <dgm:t>
        <a:bodyPr/>
        <a:lstStyle/>
        <a:p>
          <a:r>
            <a:rPr lang="da-DK"/>
            <a:t>Opgave 13</a:t>
          </a:r>
          <a:endParaRPr lang="en-US"/>
        </a:p>
      </dgm:t>
    </dgm:pt>
    <dgm:pt modelId="{43BC2D33-1D01-4C2F-B90D-0FC892E747C0}" type="parTrans" cxnId="{2B7BEA11-9E11-45E6-BDD6-12008308A107}">
      <dgm:prSet/>
      <dgm:spPr/>
      <dgm:t>
        <a:bodyPr/>
        <a:lstStyle/>
        <a:p>
          <a:endParaRPr lang="en-US"/>
        </a:p>
      </dgm:t>
    </dgm:pt>
    <dgm:pt modelId="{702AFCC5-EEED-474A-8506-C77F7F68541C}" type="sibTrans" cxnId="{2B7BEA11-9E11-45E6-BDD6-12008308A107}">
      <dgm:prSet/>
      <dgm:spPr/>
      <dgm:t>
        <a:bodyPr/>
        <a:lstStyle/>
        <a:p>
          <a:endParaRPr lang="en-US"/>
        </a:p>
      </dgm:t>
    </dgm:pt>
    <dgm:pt modelId="{DA3C6EBE-E87D-4753-926B-3BBC63622C3A}">
      <dgm:prSet/>
      <dgm:spPr/>
      <dgm:t>
        <a:bodyPr/>
        <a:lstStyle/>
        <a:p>
          <a:r>
            <a:rPr lang="da-DK"/>
            <a:t>10 min.</a:t>
          </a:r>
          <a:endParaRPr lang="en-US"/>
        </a:p>
      </dgm:t>
    </dgm:pt>
    <dgm:pt modelId="{9C18F3EE-5FC9-4AC9-8846-C3CFAB785849}" type="parTrans" cxnId="{974B154B-3EED-4894-B04E-1AB8749C364D}">
      <dgm:prSet/>
      <dgm:spPr/>
      <dgm:t>
        <a:bodyPr/>
        <a:lstStyle/>
        <a:p>
          <a:endParaRPr lang="en-US"/>
        </a:p>
      </dgm:t>
    </dgm:pt>
    <dgm:pt modelId="{6F334972-4264-488A-93A7-98B24490120D}" type="sibTrans" cxnId="{974B154B-3EED-4894-B04E-1AB8749C364D}">
      <dgm:prSet/>
      <dgm:spPr/>
      <dgm:t>
        <a:bodyPr/>
        <a:lstStyle/>
        <a:p>
          <a:endParaRPr lang="en-US"/>
        </a:p>
      </dgm:t>
    </dgm:pt>
    <dgm:pt modelId="{A0A867AA-4234-4B0E-821D-675E2A844459}" type="pres">
      <dgm:prSet presAssocID="{8E97B3C4-8EE3-46ED-9FE2-0A849B45E72A}" presName="root" presStyleCnt="0">
        <dgm:presLayoutVars>
          <dgm:dir/>
          <dgm:resizeHandles val="exact"/>
        </dgm:presLayoutVars>
      </dgm:prSet>
      <dgm:spPr/>
    </dgm:pt>
    <dgm:pt modelId="{8E5FD962-A0F0-43BF-84F6-DE8E37103A98}" type="pres">
      <dgm:prSet presAssocID="{B3F14FA8-D2DE-4063-AEA9-3C000FDA70F4}" presName="compNode" presStyleCnt="0"/>
      <dgm:spPr/>
    </dgm:pt>
    <dgm:pt modelId="{D9C9003B-0B91-4FDD-8353-3BAFB29BEC77}" type="pres">
      <dgm:prSet presAssocID="{B3F14FA8-D2DE-4063-AEA9-3C000FDA70F4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yant"/>
        </a:ext>
      </dgm:extLst>
    </dgm:pt>
    <dgm:pt modelId="{BC0D1F23-CB39-494C-AB49-B3CC5648DD64}" type="pres">
      <dgm:prSet presAssocID="{B3F14FA8-D2DE-4063-AEA9-3C000FDA70F4}" presName="spaceRect" presStyleCnt="0"/>
      <dgm:spPr/>
    </dgm:pt>
    <dgm:pt modelId="{E70BD933-D5C5-4CD2-A865-4305B8D6A823}" type="pres">
      <dgm:prSet presAssocID="{B3F14FA8-D2DE-4063-AEA9-3C000FDA70F4}" presName="textRect" presStyleLbl="revTx" presStyleIdx="0" presStyleCnt="2">
        <dgm:presLayoutVars>
          <dgm:chMax val="1"/>
          <dgm:chPref val="1"/>
        </dgm:presLayoutVars>
      </dgm:prSet>
      <dgm:spPr/>
    </dgm:pt>
    <dgm:pt modelId="{306AA4A5-D4BE-4F8A-8B69-B130C8FC1613}" type="pres">
      <dgm:prSet presAssocID="{702AFCC5-EEED-474A-8506-C77F7F68541C}" presName="sibTrans" presStyleCnt="0"/>
      <dgm:spPr/>
    </dgm:pt>
    <dgm:pt modelId="{94671921-4BE8-4F06-B7EC-148A7456731F}" type="pres">
      <dgm:prSet presAssocID="{DA3C6EBE-E87D-4753-926B-3BBC63622C3A}" presName="compNode" presStyleCnt="0"/>
      <dgm:spPr/>
    </dgm:pt>
    <dgm:pt modelId="{C478F3D9-97B2-45E9-8573-8A38679D9232}" type="pres">
      <dgm:prSet presAssocID="{DA3C6EBE-E87D-4753-926B-3BBC63622C3A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ur"/>
        </a:ext>
      </dgm:extLst>
    </dgm:pt>
    <dgm:pt modelId="{DB20CDE4-5F6B-4CB0-93C9-81630ED4ED00}" type="pres">
      <dgm:prSet presAssocID="{DA3C6EBE-E87D-4753-926B-3BBC63622C3A}" presName="spaceRect" presStyleCnt="0"/>
      <dgm:spPr/>
    </dgm:pt>
    <dgm:pt modelId="{27B1226A-F609-4B03-B320-C71C17F49840}" type="pres">
      <dgm:prSet presAssocID="{DA3C6EBE-E87D-4753-926B-3BBC63622C3A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2B7BEA11-9E11-45E6-BDD6-12008308A107}" srcId="{8E97B3C4-8EE3-46ED-9FE2-0A849B45E72A}" destId="{B3F14FA8-D2DE-4063-AEA9-3C000FDA70F4}" srcOrd="0" destOrd="0" parTransId="{43BC2D33-1D01-4C2F-B90D-0FC892E747C0}" sibTransId="{702AFCC5-EEED-474A-8506-C77F7F68541C}"/>
    <dgm:cxn modelId="{E0A3DF6A-9EB0-4BE3-BB0D-D9AAB323897E}" type="presOf" srcId="{DA3C6EBE-E87D-4753-926B-3BBC63622C3A}" destId="{27B1226A-F609-4B03-B320-C71C17F49840}" srcOrd="0" destOrd="0" presId="urn:microsoft.com/office/officeart/2018/2/layout/IconLabelList"/>
    <dgm:cxn modelId="{974B154B-3EED-4894-B04E-1AB8749C364D}" srcId="{8E97B3C4-8EE3-46ED-9FE2-0A849B45E72A}" destId="{DA3C6EBE-E87D-4753-926B-3BBC63622C3A}" srcOrd="1" destOrd="0" parTransId="{9C18F3EE-5FC9-4AC9-8846-C3CFAB785849}" sibTransId="{6F334972-4264-488A-93A7-98B24490120D}"/>
    <dgm:cxn modelId="{8E3B0058-3E5D-468B-A3F6-128C4E519CB4}" type="presOf" srcId="{8E97B3C4-8EE3-46ED-9FE2-0A849B45E72A}" destId="{A0A867AA-4234-4B0E-821D-675E2A844459}" srcOrd="0" destOrd="0" presId="urn:microsoft.com/office/officeart/2018/2/layout/IconLabelList"/>
    <dgm:cxn modelId="{6460ABEB-E577-4937-9BA7-142F29C37897}" type="presOf" srcId="{B3F14FA8-D2DE-4063-AEA9-3C000FDA70F4}" destId="{E70BD933-D5C5-4CD2-A865-4305B8D6A823}" srcOrd="0" destOrd="0" presId="urn:microsoft.com/office/officeart/2018/2/layout/IconLabelList"/>
    <dgm:cxn modelId="{F6970553-7888-423E-9BDB-E3639AFF87BD}" type="presParOf" srcId="{A0A867AA-4234-4B0E-821D-675E2A844459}" destId="{8E5FD962-A0F0-43BF-84F6-DE8E37103A98}" srcOrd="0" destOrd="0" presId="urn:microsoft.com/office/officeart/2018/2/layout/IconLabelList"/>
    <dgm:cxn modelId="{4B9EC8AD-33A6-4243-94DB-DBC6754052A7}" type="presParOf" srcId="{8E5FD962-A0F0-43BF-84F6-DE8E37103A98}" destId="{D9C9003B-0B91-4FDD-8353-3BAFB29BEC77}" srcOrd="0" destOrd="0" presId="urn:microsoft.com/office/officeart/2018/2/layout/IconLabelList"/>
    <dgm:cxn modelId="{B100BDF3-5A70-4179-8D52-944DBCDBB42A}" type="presParOf" srcId="{8E5FD962-A0F0-43BF-84F6-DE8E37103A98}" destId="{BC0D1F23-CB39-494C-AB49-B3CC5648DD64}" srcOrd="1" destOrd="0" presId="urn:microsoft.com/office/officeart/2018/2/layout/IconLabelList"/>
    <dgm:cxn modelId="{EC7CA9BD-9F3C-4A26-907B-9C6EAA039DB5}" type="presParOf" srcId="{8E5FD962-A0F0-43BF-84F6-DE8E37103A98}" destId="{E70BD933-D5C5-4CD2-A865-4305B8D6A823}" srcOrd="2" destOrd="0" presId="urn:microsoft.com/office/officeart/2018/2/layout/IconLabelList"/>
    <dgm:cxn modelId="{7579ABA1-D6F2-4534-8DC1-7F7E80A84C98}" type="presParOf" srcId="{A0A867AA-4234-4B0E-821D-675E2A844459}" destId="{306AA4A5-D4BE-4F8A-8B69-B130C8FC1613}" srcOrd="1" destOrd="0" presId="urn:microsoft.com/office/officeart/2018/2/layout/IconLabelList"/>
    <dgm:cxn modelId="{BDA19CB6-F32F-48A1-9A37-4646FBC2708B}" type="presParOf" srcId="{A0A867AA-4234-4B0E-821D-675E2A844459}" destId="{94671921-4BE8-4F06-B7EC-148A7456731F}" srcOrd="2" destOrd="0" presId="urn:microsoft.com/office/officeart/2018/2/layout/IconLabelList"/>
    <dgm:cxn modelId="{12F015AE-EB35-4BC7-9A63-A445FFD42B22}" type="presParOf" srcId="{94671921-4BE8-4F06-B7EC-148A7456731F}" destId="{C478F3D9-97B2-45E9-8573-8A38679D9232}" srcOrd="0" destOrd="0" presId="urn:microsoft.com/office/officeart/2018/2/layout/IconLabelList"/>
    <dgm:cxn modelId="{590BE1EB-ED19-4927-B319-66BFB6A5E6EB}" type="presParOf" srcId="{94671921-4BE8-4F06-B7EC-148A7456731F}" destId="{DB20CDE4-5F6B-4CB0-93C9-81630ED4ED00}" srcOrd="1" destOrd="0" presId="urn:microsoft.com/office/officeart/2018/2/layout/IconLabelList"/>
    <dgm:cxn modelId="{8CF385D9-82D1-477E-8BE0-CCA6C1C4DA8C}" type="presParOf" srcId="{94671921-4BE8-4F06-B7EC-148A7456731F}" destId="{27B1226A-F609-4B03-B320-C71C17F4984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B88DE1-9D29-41A1-95C0-17136764C6DA}">
      <dsp:nvSpPr>
        <dsp:cNvPr id="0" name=""/>
        <dsp:cNvSpPr/>
      </dsp:nvSpPr>
      <dsp:spPr>
        <a:xfrm>
          <a:off x="7411845" y="2328022"/>
          <a:ext cx="202005" cy="8849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4977"/>
              </a:lnTo>
              <a:lnTo>
                <a:pt x="202005" y="88497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1D3E22-A214-4779-959D-5CE6019CC984}">
      <dsp:nvSpPr>
        <dsp:cNvPr id="0" name=""/>
        <dsp:cNvSpPr/>
      </dsp:nvSpPr>
      <dsp:spPr>
        <a:xfrm>
          <a:off x="7209839" y="2328022"/>
          <a:ext cx="202005" cy="884977"/>
        </a:xfrm>
        <a:custGeom>
          <a:avLst/>
          <a:gdLst/>
          <a:ahLst/>
          <a:cxnLst/>
          <a:rect l="0" t="0" r="0" b="0"/>
          <a:pathLst>
            <a:path>
              <a:moveTo>
                <a:pt x="202005" y="0"/>
              </a:moveTo>
              <a:lnTo>
                <a:pt x="202005" y="884977"/>
              </a:lnTo>
              <a:lnTo>
                <a:pt x="0" y="88497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B2ED87-F8DF-426D-8F7E-F4CD74AD8113}">
      <dsp:nvSpPr>
        <dsp:cNvPr id="0" name=""/>
        <dsp:cNvSpPr/>
      </dsp:nvSpPr>
      <dsp:spPr>
        <a:xfrm>
          <a:off x="5083968" y="962078"/>
          <a:ext cx="2327876" cy="4040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2005"/>
              </a:lnTo>
              <a:lnTo>
                <a:pt x="2327876" y="202005"/>
              </a:lnTo>
              <a:lnTo>
                <a:pt x="2327876" y="40401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32CDAA-F5F9-4688-9F06-4E5CCB2E4BFD}">
      <dsp:nvSpPr>
        <dsp:cNvPr id="0" name=""/>
        <dsp:cNvSpPr/>
      </dsp:nvSpPr>
      <dsp:spPr>
        <a:xfrm>
          <a:off x="2756091" y="2328022"/>
          <a:ext cx="202005" cy="8849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4977"/>
              </a:lnTo>
              <a:lnTo>
                <a:pt x="202005" y="88497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6A5C6D-C4BB-4EEA-93B2-6E9D00881F3B}">
      <dsp:nvSpPr>
        <dsp:cNvPr id="0" name=""/>
        <dsp:cNvSpPr/>
      </dsp:nvSpPr>
      <dsp:spPr>
        <a:xfrm>
          <a:off x="2554085" y="2328022"/>
          <a:ext cx="202005" cy="884977"/>
        </a:xfrm>
        <a:custGeom>
          <a:avLst/>
          <a:gdLst/>
          <a:ahLst/>
          <a:cxnLst/>
          <a:rect l="0" t="0" r="0" b="0"/>
          <a:pathLst>
            <a:path>
              <a:moveTo>
                <a:pt x="202005" y="0"/>
              </a:moveTo>
              <a:lnTo>
                <a:pt x="202005" y="884977"/>
              </a:lnTo>
              <a:lnTo>
                <a:pt x="0" y="88497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ECDBC3-2ED3-44A6-9813-1DDBF2403A9C}">
      <dsp:nvSpPr>
        <dsp:cNvPr id="0" name=""/>
        <dsp:cNvSpPr/>
      </dsp:nvSpPr>
      <dsp:spPr>
        <a:xfrm>
          <a:off x="2756091" y="962078"/>
          <a:ext cx="2327876" cy="404011"/>
        </a:xfrm>
        <a:custGeom>
          <a:avLst/>
          <a:gdLst/>
          <a:ahLst/>
          <a:cxnLst/>
          <a:rect l="0" t="0" r="0" b="0"/>
          <a:pathLst>
            <a:path>
              <a:moveTo>
                <a:pt x="2327876" y="0"/>
              </a:moveTo>
              <a:lnTo>
                <a:pt x="2327876" y="202005"/>
              </a:lnTo>
              <a:lnTo>
                <a:pt x="0" y="202005"/>
              </a:lnTo>
              <a:lnTo>
                <a:pt x="0" y="40401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56E472-A10C-4B37-A5E5-9D2C1DF0C881}">
      <dsp:nvSpPr>
        <dsp:cNvPr id="0" name=""/>
        <dsp:cNvSpPr/>
      </dsp:nvSpPr>
      <dsp:spPr>
        <a:xfrm>
          <a:off x="4122035" y="145"/>
          <a:ext cx="1923865" cy="9619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 dirty="0"/>
            <a:t>Rene stoffer</a:t>
          </a:r>
        </a:p>
      </dsp:txBody>
      <dsp:txXfrm>
        <a:off x="4122035" y="145"/>
        <a:ext cx="1923865" cy="961932"/>
      </dsp:txXfrm>
    </dsp:sp>
    <dsp:sp modelId="{086A4207-F89C-45D9-BA3E-6D770D951D30}">
      <dsp:nvSpPr>
        <dsp:cNvPr id="0" name=""/>
        <dsp:cNvSpPr/>
      </dsp:nvSpPr>
      <dsp:spPr>
        <a:xfrm>
          <a:off x="1794159" y="1366089"/>
          <a:ext cx="1923865" cy="9619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 dirty="0"/>
            <a:t>Grundstoffer</a:t>
          </a:r>
        </a:p>
      </dsp:txBody>
      <dsp:txXfrm>
        <a:off x="1794159" y="1366089"/>
        <a:ext cx="1923865" cy="961932"/>
      </dsp:txXfrm>
    </dsp:sp>
    <dsp:sp modelId="{6B872E6F-EBCB-4E61-B7AB-8A44B07265E7}">
      <dsp:nvSpPr>
        <dsp:cNvPr id="0" name=""/>
        <dsp:cNvSpPr/>
      </dsp:nvSpPr>
      <dsp:spPr>
        <a:xfrm>
          <a:off x="630220" y="2732033"/>
          <a:ext cx="1923865" cy="9619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 dirty="0"/>
            <a:t>Metal</a:t>
          </a:r>
        </a:p>
      </dsp:txBody>
      <dsp:txXfrm>
        <a:off x="630220" y="2732033"/>
        <a:ext cx="1923865" cy="961932"/>
      </dsp:txXfrm>
    </dsp:sp>
    <dsp:sp modelId="{892D19A6-1253-4065-9C7D-588846A49DB8}">
      <dsp:nvSpPr>
        <dsp:cNvPr id="0" name=""/>
        <dsp:cNvSpPr/>
      </dsp:nvSpPr>
      <dsp:spPr>
        <a:xfrm>
          <a:off x="2958097" y="2732033"/>
          <a:ext cx="1923865" cy="9619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 dirty="0"/>
            <a:t>Ikkemetal</a:t>
          </a:r>
        </a:p>
      </dsp:txBody>
      <dsp:txXfrm>
        <a:off x="2958097" y="2732033"/>
        <a:ext cx="1923865" cy="961932"/>
      </dsp:txXfrm>
    </dsp:sp>
    <dsp:sp modelId="{7C383CE9-8016-4999-B4BA-AFB3ED6C1156}">
      <dsp:nvSpPr>
        <dsp:cNvPr id="0" name=""/>
        <dsp:cNvSpPr/>
      </dsp:nvSpPr>
      <dsp:spPr>
        <a:xfrm>
          <a:off x="6449912" y="1366089"/>
          <a:ext cx="1923865" cy="9619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 dirty="0"/>
            <a:t>Kemiske forbindelser</a:t>
          </a:r>
        </a:p>
      </dsp:txBody>
      <dsp:txXfrm>
        <a:off x="6449912" y="1366089"/>
        <a:ext cx="1923865" cy="961932"/>
      </dsp:txXfrm>
    </dsp:sp>
    <dsp:sp modelId="{02789FCD-1391-4E3B-96D4-1666DB8E9A09}">
      <dsp:nvSpPr>
        <dsp:cNvPr id="0" name=""/>
        <dsp:cNvSpPr/>
      </dsp:nvSpPr>
      <dsp:spPr>
        <a:xfrm>
          <a:off x="5285974" y="2732033"/>
          <a:ext cx="1923865" cy="9619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 dirty="0"/>
            <a:t>Ionforbindelse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 dirty="0"/>
            <a:t>(M+IM)</a:t>
          </a:r>
        </a:p>
      </dsp:txBody>
      <dsp:txXfrm>
        <a:off x="5285974" y="2732033"/>
        <a:ext cx="1923865" cy="961932"/>
      </dsp:txXfrm>
    </dsp:sp>
    <dsp:sp modelId="{49DA2B79-AF34-467F-ADAF-296AA00840CD}">
      <dsp:nvSpPr>
        <dsp:cNvPr id="0" name=""/>
        <dsp:cNvSpPr/>
      </dsp:nvSpPr>
      <dsp:spPr>
        <a:xfrm>
          <a:off x="7613851" y="2732033"/>
          <a:ext cx="1923865" cy="9619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 dirty="0"/>
            <a:t>Molekylforbindelse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 dirty="0"/>
            <a:t>(IM+IM)</a:t>
          </a:r>
        </a:p>
      </dsp:txBody>
      <dsp:txXfrm>
        <a:off x="7613851" y="2732033"/>
        <a:ext cx="1923865" cy="9619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40BCFA-A1B2-4734-8B3D-5C02D24ACB7F}">
      <dsp:nvSpPr>
        <dsp:cNvPr id="0" name=""/>
        <dsp:cNvSpPr/>
      </dsp:nvSpPr>
      <dsp:spPr>
        <a:xfrm>
          <a:off x="3810493" y="790"/>
          <a:ext cx="2546949" cy="16979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600" kern="1200" dirty="0"/>
            <a:t>Kemiske forbindelser</a:t>
          </a:r>
        </a:p>
      </dsp:txBody>
      <dsp:txXfrm>
        <a:off x="3860225" y="50522"/>
        <a:ext cx="2447485" cy="1598502"/>
      </dsp:txXfrm>
    </dsp:sp>
    <dsp:sp modelId="{8C735E54-8E42-4224-8C00-5EF9BA916A37}">
      <dsp:nvSpPr>
        <dsp:cNvPr id="0" name=""/>
        <dsp:cNvSpPr/>
      </dsp:nvSpPr>
      <dsp:spPr>
        <a:xfrm>
          <a:off x="3428451" y="1698756"/>
          <a:ext cx="1655516" cy="679186"/>
        </a:xfrm>
        <a:custGeom>
          <a:avLst/>
          <a:gdLst/>
          <a:ahLst/>
          <a:cxnLst/>
          <a:rect l="0" t="0" r="0" b="0"/>
          <a:pathLst>
            <a:path>
              <a:moveTo>
                <a:pt x="1655516" y="0"/>
              </a:moveTo>
              <a:lnTo>
                <a:pt x="1655516" y="339593"/>
              </a:lnTo>
              <a:lnTo>
                <a:pt x="0" y="339593"/>
              </a:lnTo>
              <a:lnTo>
                <a:pt x="0" y="67918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DB22AC-3188-4228-A7AF-37F65B1B9CA0}">
      <dsp:nvSpPr>
        <dsp:cNvPr id="0" name=""/>
        <dsp:cNvSpPr/>
      </dsp:nvSpPr>
      <dsp:spPr>
        <a:xfrm>
          <a:off x="2154977" y="2377943"/>
          <a:ext cx="2546949" cy="16979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600" kern="1200" dirty="0"/>
            <a:t>Organiske</a:t>
          </a:r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600" kern="1200" dirty="0"/>
            <a:t>+ C</a:t>
          </a:r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600" kern="1200" dirty="0"/>
            <a:t>95 %</a:t>
          </a:r>
        </a:p>
      </dsp:txBody>
      <dsp:txXfrm>
        <a:off x="2204709" y="2427675"/>
        <a:ext cx="2447485" cy="1598502"/>
      </dsp:txXfrm>
    </dsp:sp>
    <dsp:sp modelId="{F0722988-E40E-4E09-AD65-C18DB5608949}">
      <dsp:nvSpPr>
        <dsp:cNvPr id="0" name=""/>
        <dsp:cNvSpPr/>
      </dsp:nvSpPr>
      <dsp:spPr>
        <a:xfrm>
          <a:off x="5083968" y="1698756"/>
          <a:ext cx="1655516" cy="6791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9593"/>
              </a:lnTo>
              <a:lnTo>
                <a:pt x="1655516" y="339593"/>
              </a:lnTo>
              <a:lnTo>
                <a:pt x="1655516" y="67918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1C6905-D2CF-49BB-BA26-FD574B14533E}">
      <dsp:nvSpPr>
        <dsp:cNvPr id="0" name=""/>
        <dsp:cNvSpPr/>
      </dsp:nvSpPr>
      <dsp:spPr>
        <a:xfrm>
          <a:off x="5466010" y="2377943"/>
          <a:ext cx="2546949" cy="16979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600" kern="1200" dirty="0"/>
            <a:t>Uorganiske</a:t>
          </a:r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600" kern="1200" dirty="0"/>
            <a:t>- C</a:t>
          </a:r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600" kern="1200" dirty="0"/>
            <a:t>5 %</a:t>
          </a:r>
        </a:p>
      </dsp:txBody>
      <dsp:txXfrm>
        <a:off x="5515742" y="2427675"/>
        <a:ext cx="2447485" cy="15985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9878B8-6A06-48B4-AC26-8905586BAA05}">
      <dsp:nvSpPr>
        <dsp:cNvPr id="0" name=""/>
        <dsp:cNvSpPr/>
      </dsp:nvSpPr>
      <dsp:spPr>
        <a:xfrm>
          <a:off x="0" y="600303"/>
          <a:ext cx="10168127" cy="110825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15790C-3052-4930-A24F-F78160D1BC45}">
      <dsp:nvSpPr>
        <dsp:cNvPr id="0" name=""/>
        <dsp:cNvSpPr/>
      </dsp:nvSpPr>
      <dsp:spPr>
        <a:xfrm>
          <a:off x="335246" y="849660"/>
          <a:ext cx="609539" cy="6095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369AF5-ED39-4C43-93A5-19CF743EBA2B}">
      <dsp:nvSpPr>
        <dsp:cNvPr id="0" name=""/>
        <dsp:cNvSpPr/>
      </dsp:nvSpPr>
      <dsp:spPr>
        <a:xfrm>
          <a:off x="1280031" y="600303"/>
          <a:ext cx="8888096" cy="1108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290" tIns="117290" rIns="117290" bIns="11729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dirty="0"/>
            <a:t>Opgaver: 1-2</a:t>
          </a:r>
          <a:endParaRPr lang="en-US" sz="2500" kern="1200" dirty="0"/>
        </a:p>
      </dsp:txBody>
      <dsp:txXfrm>
        <a:off x="1280031" y="600303"/>
        <a:ext cx="8888096" cy="1108252"/>
      </dsp:txXfrm>
    </dsp:sp>
    <dsp:sp modelId="{390AB7F2-8A17-4F2E-B251-4EDE129229F7}">
      <dsp:nvSpPr>
        <dsp:cNvPr id="0" name=""/>
        <dsp:cNvSpPr/>
      </dsp:nvSpPr>
      <dsp:spPr>
        <a:xfrm>
          <a:off x="0" y="1985619"/>
          <a:ext cx="10168127" cy="110825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DC8163-9584-4C8E-AED9-935BD5809D26}">
      <dsp:nvSpPr>
        <dsp:cNvPr id="0" name=""/>
        <dsp:cNvSpPr/>
      </dsp:nvSpPr>
      <dsp:spPr>
        <a:xfrm>
          <a:off x="335246" y="2234976"/>
          <a:ext cx="609539" cy="6095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B9BC15-EA71-49BE-9280-8F10B7747BF3}">
      <dsp:nvSpPr>
        <dsp:cNvPr id="0" name=""/>
        <dsp:cNvSpPr/>
      </dsp:nvSpPr>
      <dsp:spPr>
        <a:xfrm>
          <a:off x="1280031" y="1985619"/>
          <a:ext cx="8888096" cy="1108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290" tIns="117290" rIns="117290" bIns="11729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/>
            <a:t>10 min.</a:t>
          </a:r>
          <a:endParaRPr lang="en-US" sz="2500" kern="1200"/>
        </a:p>
      </dsp:txBody>
      <dsp:txXfrm>
        <a:off x="1280031" y="1985619"/>
        <a:ext cx="8888096" cy="110825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E13DB7-722B-4699-84A3-08C9A0E17AE7}">
      <dsp:nvSpPr>
        <dsp:cNvPr id="0" name=""/>
        <dsp:cNvSpPr/>
      </dsp:nvSpPr>
      <dsp:spPr>
        <a:xfrm>
          <a:off x="5407261" y="1140884"/>
          <a:ext cx="2042524" cy="3544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7243"/>
              </a:lnTo>
              <a:lnTo>
                <a:pt x="2042524" y="177243"/>
              </a:lnTo>
              <a:lnTo>
                <a:pt x="2042524" y="35448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1DBBB5-976D-4AA3-A80A-E634A43EBE37}">
      <dsp:nvSpPr>
        <dsp:cNvPr id="0" name=""/>
        <dsp:cNvSpPr/>
      </dsp:nvSpPr>
      <dsp:spPr>
        <a:xfrm>
          <a:off x="5361541" y="1140884"/>
          <a:ext cx="91440" cy="35448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5448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D58BA5-C711-459F-83E3-53845E931403}">
      <dsp:nvSpPr>
        <dsp:cNvPr id="0" name=""/>
        <dsp:cNvSpPr/>
      </dsp:nvSpPr>
      <dsp:spPr>
        <a:xfrm>
          <a:off x="3364737" y="2339390"/>
          <a:ext cx="121049" cy="7498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49877"/>
              </a:lnTo>
              <a:lnTo>
                <a:pt x="121049" y="74987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B39A7E-7BEC-4724-A062-D2373F9D1516}">
      <dsp:nvSpPr>
        <dsp:cNvPr id="0" name=""/>
        <dsp:cNvSpPr/>
      </dsp:nvSpPr>
      <dsp:spPr>
        <a:xfrm>
          <a:off x="3364737" y="2339390"/>
          <a:ext cx="1716530" cy="5064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06410"/>
              </a:lnTo>
              <a:lnTo>
                <a:pt x="1716530" y="50641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F20598-91D0-496E-BEBB-D5581FC7BAA5}">
      <dsp:nvSpPr>
        <dsp:cNvPr id="0" name=""/>
        <dsp:cNvSpPr/>
      </dsp:nvSpPr>
      <dsp:spPr>
        <a:xfrm>
          <a:off x="2664202" y="2339390"/>
          <a:ext cx="700535" cy="506410"/>
        </a:xfrm>
        <a:custGeom>
          <a:avLst/>
          <a:gdLst/>
          <a:ahLst/>
          <a:cxnLst/>
          <a:rect l="0" t="0" r="0" b="0"/>
          <a:pathLst>
            <a:path>
              <a:moveTo>
                <a:pt x="700535" y="0"/>
              </a:moveTo>
              <a:lnTo>
                <a:pt x="700535" y="506410"/>
              </a:lnTo>
              <a:lnTo>
                <a:pt x="0" y="50641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65E756-EB4B-4193-A6A0-6CEFD0AE1D80}">
      <dsp:nvSpPr>
        <dsp:cNvPr id="0" name=""/>
        <dsp:cNvSpPr/>
      </dsp:nvSpPr>
      <dsp:spPr>
        <a:xfrm>
          <a:off x="3364737" y="1140884"/>
          <a:ext cx="2042524" cy="354487"/>
        </a:xfrm>
        <a:custGeom>
          <a:avLst/>
          <a:gdLst/>
          <a:ahLst/>
          <a:cxnLst/>
          <a:rect l="0" t="0" r="0" b="0"/>
          <a:pathLst>
            <a:path>
              <a:moveTo>
                <a:pt x="2042524" y="0"/>
              </a:moveTo>
              <a:lnTo>
                <a:pt x="2042524" y="177243"/>
              </a:lnTo>
              <a:lnTo>
                <a:pt x="0" y="177243"/>
              </a:lnTo>
              <a:lnTo>
                <a:pt x="0" y="35448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18BC85-BF81-4A8F-8F38-E10D224471C6}">
      <dsp:nvSpPr>
        <dsp:cNvPr id="0" name=""/>
        <dsp:cNvSpPr/>
      </dsp:nvSpPr>
      <dsp:spPr>
        <a:xfrm>
          <a:off x="4985252" y="296866"/>
          <a:ext cx="844018" cy="844018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9B34D9-B285-4838-81EA-323B835284C8}">
      <dsp:nvSpPr>
        <dsp:cNvPr id="0" name=""/>
        <dsp:cNvSpPr/>
      </dsp:nvSpPr>
      <dsp:spPr>
        <a:xfrm>
          <a:off x="4985252" y="296866"/>
          <a:ext cx="844018" cy="844018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E5DFA9-9F0D-445E-859F-ABB60007FA1F}">
      <dsp:nvSpPr>
        <dsp:cNvPr id="0" name=""/>
        <dsp:cNvSpPr/>
      </dsp:nvSpPr>
      <dsp:spPr>
        <a:xfrm>
          <a:off x="4563243" y="448789"/>
          <a:ext cx="1688036" cy="540171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200" kern="1200" dirty="0">
              <a:solidFill>
                <a:srgbClr val="FF0000"/>
              </a:solidFill>
            </a:rPr>
            <a:t>Organiske forbindelser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200" kern="1200" dirty="0">
              <a:solidFill>
                <a:srgbClr val="FF0000"/>
              </a:solidFill>
            </a:rPr>
            <a:t>(+C)</a:t>
          </a:r>
        </a:p>
      </dsp:txBody>
      <dsp:txXfrm>
        <a:off x="4563243" y="448789"/>
        <a:ext cx="1688036" cy="540171"/>
      </dsp:txXfrm>
    </dsp:sp>
    <dsp:sp modelId="{E9783B59-A2E7-4E5B-92E5-C5D3E2C0EC83}">
      <dsp:nvSpPr>
        <dsp:cNvPr id="0" name=""/>
        <dsp:cNvSpPr/>
      </dsp:nvSpPr>
      <dsp:spPr>
        <a:xfrm>
          <a:off x="2942728" y="1495371"/>
          <a:ext cx="844018" cy="844018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8464AB-CA01-4F87-B7BC-E1658C92B616}">
      <dsp:nvSpPr>
        <dsp:cNvPr id="0" name=""/>
        <dsp:cNvSpPr/>
      </dsp:nvSpPr>
      <dsp:spPr>
        <a:xfrm>
          <a:off x="2942728" y="1495371"/>
          <a:ext cx="844018" cy="844018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7D5DDB-E8B7-4EAB-8E00-FDADD323DBEC}">
      <dsp:nvSpPr>
        <dsp:cNvPr id="0" name=""/>
        <dsp:cNvSpPr/>
      </dsp:nvSpPr>
      <dsp:spPr>
        <a:xfrm>
          <a:off x="2520718" y="1647295"/>
          <a:ext cx="1688036" cy="540171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200" kern="1200" dirty="0">
              <a:solidFill>
                <a:srgbClr val="FF0000"/>
              </a:solidFill>
            </a:rPr>
            <a:t>Carbonhydrider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200" kern="1200" dirty="0">
              <a:solidFill>
                <a:srgbClr val="FF0000"/>
              </a:solidFill>
            </a:rPr>
            <a:t>(kun C og H)</a:t>
          </a:r>
        </a:p>
      </dsp:txBody>
      <dsp:txXfrm>
        <a:off x="2520718" y="1647295"/>
        <a:ext cx="1688036" cy="540171"/>
      </dsp:txXfrm>
    </dsp:sp>
    <dsp:sp modelId="{A76BAB90-8104-44B7-BC9A-6C69BE9CB99B}">
      <dsp:nvSpPr>
        <dsp:cNvPr id="0" name=""/>
        <dsp:cNvSpPr/>
      </dsp:nvSpPr>
      <dsp:spPr>
        <a:xfrm>
          <a:off x="1921466" y="2693877"/>
          <a:ext cx="844018" cy="844018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8CAB1D-3275-4A9F-B69C-80C4F77FAD52}">
      <dsp:nvSpPr>
        <dsp:cNvPr id="0" name=""/>
        <dsp:cNvSpPr/>
      </dsp:nvSpPr>
      <dsp:spPr>
        <a:xfrm>
          <a:off x="1921466" y="2693877"/>
          <a:ext cx="844018" cy="844018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6DFFD3-32BE-4E57-9EEC-E324FE0503B7}">
      <dsp:nvSpPr>
        <dsp:cNvPr id="0" name=""/>
        <dsp:cNvSpPr/>
      </dsp:nvSpPr>
      <dsp:spPr>
        <a:xfrm>
          <a:off x="1499456" y="2845801"/>
          <a:ext cx="1688036" cy="540171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200" kern="1200" dirty="0" err="1">
              <a:solidFill>
                <a:srgbClr val="FF0000"/>
              </a:solidFill>
            </a:rPr>
            <a:t>Alkaner</a:t>
          </a:r>
          <a:endParaRPr lang="da-DK" sz="1200" kern="1200" dirty="0">
            <a:solidFill>
              <a:srgbClr val="FF0000"/>
            </a:solidFill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200" kern="1200" dirty="0">
              <a:solidFill>
                <a:srgbClr val="FF0000"/>
              </a:solidFill>
            </a:rPr>
            <a:t>(kun enkeltbindinger)</a:t>
          </a:r>
        </a:p>
      </dsp:txBody>
      <dsp:txXfrm>
        <a:off x="1499456" y="2845801"/>
        <a:ext cx="1688036" cy="540171"/>
      </dsp:txXfrm>
    </dsp:sp>
    <dsp:sp modelId="{AB54C524-2B94-4450-99D2-F38DDBA55BB1}">
      <dsp:nvSpPr>
        <dsp:cNvPr id="0" name=""/>
        <dsp:cNvSpPr/>
      </dsp:nvSpPr>
      <dsp:spPr>
        <a:xfrm>
          <a:off x="4979985" y="2693877"/>
          <a:ext cx="844018" cy="844018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A9C268-31D8-46B8-8D3A-ABE1149CF7E5}">
      <dsp:nvSpPr>
        <dsp:cNvPr id="0" name=""/>
        <dsp:cNvSpPr/>
      </dsp:nvSpPr>
      <dsp:spPr>
        <a:xfrm>
          <a:off x="4979985" y="2693877"/>
          <a:ext cx="844018" cy="844018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4C89F6-EDFD-44FA-B687-9E1D8141F6D3}">
      <dsp:nvSpPr>
        <dsp:cNvPr id="0" name=""/>
        <dsp:cNvSpPr/>
      </dsp:nvSpPr>
      <dsp:spPr>
        <a:xfrm>
          <a:off x="4557976" y="2845801"/>
          <a:ext cx="1688036" cy="540171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200" kern="1200" dirty="0"/>
            <a:t>Andre …</a:t>
          </a:r>
        </a:p>
      </dsp:txBody>
      <dsp:txXfrm>
        <a:off x="4557976" y="2845801"/>
        <a:ext cx="1688036" cy="540171"/>
      </dsp:txXfrm>
    </dsp:sp>
    <dsp:sp modelId="{53D38A8F-880A-42BB-A242-BF1C33AF34E1}">
      <dsp:nvSpPr>
        <dsp:cNvPr id="0" name=""/>
        <dsp:cNvSpPr/>
      </dsp:nvSpPr>
      <dsp:spPr>
        <a:xfrm>
          <a:off x="3384504" y="2937344"/>
          <a:ext cx="844018" cy="844018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50791E-5F8B-422E-B816-1AA5031E606B}">
      <dsp:nvSpPr>
        <dsp:cNvPr id="0" name=""/>
        <dsp:cNvSpPr/>
      </dsp:nvSpPr>
      <dsp:spPr>
        <a:xfrm>
          <a:off x="3384504" y="2937344"/>
          <a:ext cx="844018" cy="844018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F5E333-6B66-482C-BD5E-53B6A1AD207D}">
      <dsp:nvSpPr>
        <dsp:cNvPr id="0" name=""/>
        <dsp:cNvSpPr/>
      </dsp:nvSpPr>
      <dsp:spPr>
        <a:xfrm>
          <a:off x="2962494" y="3089267"/>
          <a:ext cx="1688036" cy="540171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200" kern="1200" dirty="0" err="1"/>
            <a:t>Alkener</a:t>
          </a:r>
          <a:endParaRPr lang="da-DK" sz="1200" kern="1200" dirty="0"/>
        </a:p>
      </dsp:txBody>
      <dsp:txXfrm>
        <a:off x="2962494" y="3089267"/>
        <a:ext cx="1688036" cy="540171"/>
      </dsp:txXfrm>
    </dsp:sp>
    <dsp:sp modelId="{5ED79DC3-C302-4F14-98E1-5E9E518D06F4}">
      <dsp:nvSpPr>
        <dsp:cNvPr id="0" name=""/>
        <dsp:cNvSpPr/>
      </dsp:nvSpPr>
      <dsp:spPr>
        <a:xfrm>
          <a:off x="4985252" y="1495371"/>
          <a:ext cx="844018" cy="844018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1935EA-C0CC-40E8-84BB-0E8E64C7B290}">
      <dsp:nvSpPr>
        <dsp:cNvPr id="0" name=""/>
        <dsp:cNvSpPr/>
      </dsp:nvSpPr>
      <dsp:spPr>
        <a:xfrm>
          <a:off x="4985252" y="1495371"/>
          <a:ext cx="844018" cy="844018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91AF06-99FC-40C5-B144-06E3F4D2AB34}">
      <dsp:nvSpPr>
        <dsp:cNvPr id="0" name=""/>
        <dsp:cNvSpPr/>
      </dsp:nvSpPr>
      <dsp:spPr>
        <a:xfrm>
          <a:off x="4563243" y="1647295"/>
          <a:ext cx="1688036" cy="540171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200" kern="1200" dirty="0"/>
            <a:t>Alkoholer</a:t>
          </a:r>
        </a:p>
      </dsp:txBody>
      <dsp:txXfrm>
        <a:off x="4563243" y="1647295"/>
        <a:ext cx="1688036" cy="540171"/>
      </dsp:txXfrm>
    </dsp:sp>
    <dsp:sp modelId="{DA702E04-03C5-4C15-BFB3-C7726D9E41DF}">
      <dsp:nvSpPr>
        <dsp:cNvPr id="0" name=""/>
        <dsp:cNvSpPr/>
      </dsp:nvSpPr>
      <dsp:spPr>
        <a:xfrm>
          <a:off x="7027776" y="1495371"/>
          <a:ext cx="844018" cy="844018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B5B324-2D7A-4ED2-8142-C2DD475D3E90}">
      <dsp:nvSpPr>
        <dsp:cNvPr id="0" name=""/>
        <dsp:cNvSpPr/>
      </dsp:nvSpPr>
      <dsp:spPr>
        <a:xfrm>
          <a:off x="7027776" y="1495371"/>
          <a:ext cx="844018" cy="844018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613B6E-8E86-40E7-AFDE-D714D52128E3}">
      <dsp:nvSpPr>
        <dsp:cNvPr id="0" name=""/>
        <dsp:cNvSpPr/>
      </dsp:nvSpPr>
      <dsp:spPr>
        <a:xfrm>
          <a:off x="6605767" y="1647295"/>
          <a:ext cx="1688036" cy="540171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200" kern="1200" dirty="0"/>
            <a:t>Andre …</a:t>
          </a:r>
        </a:p>
      </dsp:txBody>
      <dsp:txXfrm>
        <a:off x="6605767" y="1647295"/>
        <a:ext cx="1688036" cy="54017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E29D53-F33C-45F6-91ED-E4681AED4506}">
      <dsp:nvSpPr>
        <dsp:cNvPr id="0" name=""/>
        <dsp:cNvSpPr/>
      </dsp:nvSpPr>
      <dsp:spPr>
        <a:xfrm>
          <a:off x="0" y="895997"/>
          <a:ext cx="6364224" cy="16541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983C68-E95B-4CFF-A876-350D7E5DC5BF}">
      <dsp:nvSpPr>
        <dsp:cNvPr id="0" name=""/>
        <dsp:cNvSpPr/>
      </dsp:nvSpPr>
      <dsp:spPr>
        <a:xfrm>
          <a:off x="500380" y="1268181"/>
          <a:ext cx="909782" cy="9097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063552-F9E5-4E50-A9ED-B21C6B02D0EB}">
      <dsp:nvSpPr>
        <dsp:cNvPr id="0" name=""/>
        <dsp:cNvSpPr/>
      </dsp:nvSpPr>
      <dsp:spPr>
        <a:xfrm>
          <a:off x="1910542" y="895997"/>
          <a:ext cx="4453681" cy="1654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064" tIns="175064" rIns="175064" bIns="17506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dirty="0"/>
            <a:t>Opgaver: 3</a:t>
          </a:r>
          <a:endParaRPr lang="en-US" sz="2500" kern="1200" dirty="0"/>
        </a:p>
      </dsp:txBody>
      <dsp:txXfrm>
        <a:off x="1910542" y="895997"/>
        <a:ext cx="4453681" cy="1654149"/>
      </dsp:txXfrm>
    </dsp:sp>
    <dsp:sp modelId="{1E913C0D-597E-4CA8-A0FA-92BFA4860B89}">
      <dsp:nvSpPr>
        <dsp:cNvPr id="0" name=""/>
        <dsp:cNvSpPr/>
      </dsp:nvSpPr>
      <dsp:spPr>
        <a:xfrm>
          <a:off x="0" y="2963684"/>
          <a:ext cx="6364224" cy="16541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FE8416-7477-4262-9991-688ECD6A598C}">
      <dsp:nvSpPr>
        <dsp:cNvPr id="0" name=""/>
        <dsp:cNvSpPr/>
      </dsp:nvSpPr>
      <dsp:spPr>
        <a:xfrm>
          <a:off x="500380" y="3335868"/>
          <a:ext cx="909782" cy="9097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5778D8-08FA-4CCC-9608-29C1638E0BFA}">
      <dsp:nvSpPr>
        <dsp:cNvPr id="0" name=""/>
        <dsp:cNvSpPr/>
      </dsp:nvSpPr>
      <dsp:spPr>
        <a:xfrm>
          <a:off x="1910542" y="2963684"/>
          <a:ext cx="4453681" cy="1654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064" tIns="175064" rIns="175064" bIns="17506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dirty="0"/>
            <a:t>15 min.</a:t>
          </a:r>
          <a:endParaRPr lang="en-US" sz="2500" kern="1200" dirty="0"/>
        </a:p>
      </dsp:txBody>
      <dsp:txXfrm>
        <a:off x="1910542" y="2963684"/>
        <a:ext cx="4453681" cy="165414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0F9CC8-E3C4-4856-A04B-78FF48866947}">
      <dsp:nvSpPr>
        <dsp:cNvPr id="0" name=""/>
        <dsp:cNvSpPr/>
      </dsp:nvSpPr>
      <dsp:spPr>
        <a:xfrm>
          <a:off x="0" y="895997"/>
          <a:ext cx="6364224" cy="16541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9D799E-57E8-4FF3-8479-0282BBEC6B6F}">
      <dsp:nvSpPr>
        <dsp:cNvPr id="0" name=""/>
        <dsp:cNvSpPr/>
      </dsp:nvSpPr>
      <dsp:spPr>
        <a:xfrm>
          <a:off x="500380" y="1268181"/>
          <a:ext cx="909782" cy="9097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5A3741-7E25-473C-9A15-E75061A4DE4D}">
      <dsp:nvSpPr>
        <dsp:cNvPr id="0" name=""/>
        <dsp:cNvSpPr/>
      </dsp:nvSpPr>
      <dsp:spPr>
        <a:xfrm>
          <a:off x="1910542" y="895997"/>
          <a:ext cx="4453681" cy="1654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064" tIns="175064" rIns="175064" bIns="17506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dirty="0"/>
            <a:t>Opgave 4 + 5</a:t>
          </a:r>
          <a:endParaRPr lang="en-US" sz="2500" kern="1200" dirty="0"/>
        </a:p>
      </dsp:txBody>
      <dsp:txXfrm>
        <a:off x="1910542" y="895997"/>
        <a:ext cx="4453681" cy="1654149"/>
      </dsp:txXfrm>
    </dsp:sp>
    <dsp:sp modelId="{1F2A95F7-F086-4C5E-8F6F-BBCC9BC6E767}">
      <dsp:nvSpPr>
        <dsp:cNvPr id="0" name=""/>
        <dsp:cNvSpPr/>
      </dsp:nvSpPr>
      <dsp:spPr>
        <a:xfrm>
          <a:off x="0" y="2963684"/>
          <a:ext cx="6364224" cy="16541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B77DD5-2542-455D-AE40-C4F93920BD78}">
      <dsp:nvSpPr>
        <dsp:cNvPr id="0" name=""/>
        <dsp:cNvSpPr/>
      </dsp:nvSpPr>
      <dsp:spPr>
        <a:xfrm>
          <a:off x="500380" y="3335868"/>
          <a:ext cx="909782" cy="9097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B5FF22-F8D1-4511-8846-537F7974648F}">
      <dsp:nvSpPr>
        <dsp:cNvPr id="0" name=""/>
        <dsp:cNvSpPr/>
      </dsp:nvSpPr>
      <dsp:spPr>
        <a:xfrm>
          <a:off x="1910542" y="2963684"/>
          <a:ext cx="4453681" cy="1654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064" tIns="175064" rIns="175064" bIns="17506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dirty="0"/>
            <a:t>20 min.</a:t>
          </a:r>
          <a:endParaRPr lang="en-US" sz="2500" kern="1200" dirty="0"/>
        </a:p>
      </dsp:txBody>
      <dsp:txXfrm>
        <a:off x="1910542" y="2963684"/>
        <a:ext cx="4453681" cy="165414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B133DD-AF85-42F2-8967-D93C4767D4D9}">
      <dsp:nvSpPr>
        <dsp:cNvPr id="0" name=""/>
        <dsp:cNvSpPr/>
      </dsp:nvSpPr>
      <dsp:spPr>
        <a:xfrm>
          <a:off x="0" y="1166616"/>
          <a:ext cx="6364224" cy="143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8560DC-948D-4B85-8D98-13BE78B823B2}">
      <dsp:nvSpPr>
        <dsp:cNvPr id="0" name=""/>
        <dsp:cNvSpPr/>
      </dsp:nvSpPr>
      <dsp:spPr>
        <a:xfrm>
          <a:off x="318211" y="325296"/>
          <a:ext cx="4454956" cy="16826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387" tIns="0" rIns="168387" bIns="0" numCol="1" spcCol="1270" anchor="ctr" anchorCtr="0">
          <a:noAutofit/>
        </a:bodyPr>
        <a:lstStyle/>
        <a:p>
          <a:pPr marL="0" lvl="0" indent="0" algn="l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5700" kern="1200"/>
            <a:t>Opgave 6-8</a:t>
          </a:r>
          <a:endParaRPr lang="en-US" sz="5700" kern="1200"/>
        </a:p>
      </dsp:txBody>
      <dsp:txXfrm>
        <a:off x="400351" y="407436"/>
        <a:ext cx="4290676" cy="1518360"/>
      </dsp:txXfrm>
    </dsp:sp>
    <dsp:sp modelId="{07DEEDA1-16DF-4704-8955-98A35981F848}">
      <dsp:nvSpPr>
        <dsp:cNvPr id="0" name=""/>
        <dsp:cNvSpPr/>
      </dsp:nvSpPr>
      <dsp:spPr>
        <a:xfrm>
          <a:off x="0" y="3752136"/>
          <a:ext cx="6364224" cy="143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494987"/>
              <a:satOff val="-418"/>
              <a:lumOff val="705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0AAF56-6DD2-427D-BB30-12FF5F3B5D40}">
      <dsp:nvSpPr>
        <dsp:cNvPr id="0" name=""/>
        <dsp:cNvSpPr/>
      </dsp:nvSpPr>
      <dsp:spPr>
        <a:xfrm>
          <a:off x="318211" y="2910816"/>
          <a:ext cx="4454956" cy="1682640"/>
        </a:xfrm>
        <a:prstGeom prst="roundRect">
          <a:avLst/>
        </a:prstGeom>
        <a:solidFill>
          <a:schemeClr val="accent2">
            <a:hueOff val="-1494987"/>
            <a:satOff val="-418"/>
            <a:lumOff val="705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387" tIns="0" rIns="168387" bIns="0" numCol="1" spcCol="1270" anchor="ctr" anchorCtr="0">
          <a:noAutofit/>
        </a:bodyPr>
        <a:lstStyle/>
        <a:p>
          <a:pPr marL="0" lvl="0" indent="0" algn="l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5700" kern="1200"/>
            <a:t>20 min.</a:t>
          </a:r>
          <a:endParaRPr lang="en-US" sz="5700" kern="1200"/>
        </a:p>
      </dsp:txBody>
      <dsp:txXfrm>
        <a:off x="400351" y="2992956"/>
        <a:ext cx="4290676" cy="151836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066681-08EA-4EC7-B68F-ADD6F420A5CB}">
      <dsp:nvSpPr>
        <dsp:cNvPr id="0" name=""/>
        <dsp:cNvSpPr/>
      </dsp:nvSpPr>
      <dsp:spPr>
        <a:xfrm>
          <a:off x="0" y="1501416"/>
          <a:ext cx="6364224" cy="113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1B679E-DA8D-44C7-844E-E2DE18F1EB56}">
      <dsp:nvSpPr>
        <dsp:cNvPr id="0" name=""/>
        <dsp:cNvSpPr/>
      </dsp:nvSpPr>
      <dsp:spPr>
        <a:xfrm>
          <a:off x="318211" y="837216"/>
          <a:ext cx="4454956" cy="1328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387" tIns="0" rIns="168387" bIns="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4500" kern="1200"/>
            <a:t>Opgave 9 + 10</a:t>
          </a:r>
          <a:endParaRPr lang="en-US" sz="4500" kern="1200"/>
        </a:p>
      </dsp:txBody>
      <dsp:txXfrm>
        <a:off x="383058" y="902063"/>
        <a:ext cx="4325262" cy="1198706"/>
      </dsp:txXfrm>
    </dsp:sp>
    <dsp:sp modelId="{359FA2C7-CE26-4A67-8FCA-0352BDD3CA65}">
      <dsp:nvSpPr>
        <dsp:cNvPr id="0" name=""/>
        <dsp:cNvSpPr/>
      </dsp:nvSpPr>
      <dsp:spPr>
        <a:xfrm>
          <a:off x="0" y="3542616"/>
          <a:ext cx="6364224" cy="113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494987"/>
              <a:satOff val="-418"/>
              <a:lumOff val="705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514907-760C-4AB6-95BA-C1F928702EDA}">
      <dsp:nvSpPr>
        <dsp:cNvPr id="0" name=""/>
        <dsp:cNvSpPr/>
      </dsp:nvSpPr>
      <dsp:spPr>
        <a:xfrm>
          <a:off x="318211" y="2878416"/>
          <a:ext cx="4454956" cy="1328400"/>
        </a:xfrm>
        <a:prstGeom prst="roundRect">
          <a:avLst/>
        </a:prstGeom>
        <a:solidFill>
          <a:schemeClr val="accent2">
            <a:hueOff val="-1494987"/>
            <a:satOff val="-418"/>
            <a:lumOff val="705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387" tIns="0" rIns="168387" bIns="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4500" kern="1200"/>
            <a:t>20 min.</a:t>
          </a:r>
          <a:endParaRPr lang="en-US" sz="4500" kern="1200"/>
        </a:p>
      </dsp:txBody>
      <dsp:txXfrm>
        <a:off x="383058" y="2943263"/>
        <a:ext cx="4325262" cy="119870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08F7C2-CD09-4067-8D48-6B656157034D}">
      <dsp:nvSpPr>
        <dsp:cNvPr id="0" name=""/>
        <dsp:cNvSpPr/>
      </dsp:nvSpPr>
      <dsp:spPr>
        <a:xfrm>
          <a:off x="2040228" y="467711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3ABDC6-2951-4F6F-B4BB-0744632C0BF7}">
      <dsp:nvSpPr>
        <dsp:cNvPr id="0" name=""/>
        <dsp:cNvSpPr/>
      </dsp:nvSpPr>
      <dsp:spPr>
        <a:xfrm>
          <a:off x="2508228" y="935711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B7338A-A8EC-4918-8B8C-EF2543BFB862}">
      <dsp:nvSpPr>
        <dsp:cNvPr id="0" name=""/>
        <dsp:cNvSpPr/>
      </dsp:nvSpPr>
      <dsp:spPr>
        <a:xfrm>
          <a:off x="1338228" y="334771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a-DK" sz="3600" kern="1200"/>
            <a:t>Opgave 11 + 12</a:t>
          </a:r>
          <a:endParaRPr lang="en-US" sz="3600" kern="1200"/>
        </a:p>
      </dsp:txBody>
      <dsp:txXfrm>
        <a:off x="1338228" y="3347712"/>
        <a:ext cx="3600000" cy="720000"/>
      </dsp:txXfrm>
    </dsp:sp>
    <dsp:sp modelId="{4533F578-8620-443E-B2B2-AAE157CB726B}">
      <dsp:nvSpPr>
        <dsp:cNvPr id="0" name=""/>
        <dsp:cNvSpPr/>
      </dsp:nvSpPr>
      <dsp:spPr>
        <a:xfrm>
          <a:off x="6270228" y="467711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987A55-3B55-40BC-8EA0-CD738589F17A}">
      <dsp:nvSpPr>
        <dsp:cNvPr id="0" name=""/>
        <dsp:cNvSpPr/>
      </dsp:nvSpPr>
      <dsp:spPr>
        <a:xfrm>
          <a:off x="6738228" y="935711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CDFCE6-39E2-42C4-B368-C1EB223F9808}">
      <dsp:nvSpPr>
        <dsp:cNvPr id="0" name=""/>
        <dsp:cNvSpPr/>
      </dsp:nvSpPr>
      <dsp:spPr>
        <a:xfrm>
          <a:off x="5568228" y="334771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a-DK" sz="3600" kern="1200"/>
            <a:t>20 min.</a:t>
          </a:r>
          <a:endParaRPr lang="en-US" sz="3600" kern="1200"/>
        </a:p>
      </dsp:txBody>
      <dsp:txXfrm>
        <a:off x="5568228" y="3347712"/>
        <a:ext cx="3600000" cy="720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C9003B-0B91-4FDD-8353-3BAFB29BEC77}">
      <dsp:nvSpPr>
        <dsp:cNvPr id="0" name=""/>
        <dsp:cNvSpPr/>
      </dsp:nvSpPr>
      <dsp:spPr>
        <a:xfrm>
          <a:off x="1747800" y="611608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0BD933-D5C5-4CD2-A865-4305B8D6A823}">
      <dsp:nvSpPr>
        <dsp:cNvPr id="0" name=""/>
        <dsp:cNvSpPr/>
      </dsp:nvSpPr>
      <dsp:spPr>
        <a:xfrm>
          <a:off x="559800" y="3025915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5000" kern="1200"/>
            <a:t>Opgave 13</a:t>
          </a:r>
          <a:endParaRPr lang="en-US" sz="5000" kern="1200"/>
        </a:p>
      </dsp:txBody>
      <dsp:txXfrm>
        <a:off x="559800" y="3025915"/>
        <a:ext cx="4320000" cy="720000"/>
      </dsp:txXfrm>
    </dsp:sp>
    <dsp:sp modelId="{C478F3D9-97B2-45E9-8573-8A38679D9232}">
      <dsp:nvSpPr>
        <dsp:cNvPr id="0" name=""/>
        <dsp:cNvSpPr/>
      </dsp:nvSpPr>
      <dsp:spPr>
        <a:xfrm>
          <a:off x="6823800" y="611608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B1226A-F609-4B03-B320-C71C17F49840}">
      <dsp:nvSpPr>
        <dsp:cNvPr id="0" name=""/>
        <dsp:cNvSpPr/>
      </dsp:nvSpPr>
      <dsp:spPr>
        <a:xfrm>
          <a:off x="5635800" y="3025915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5000" kern="1200"/>
            <a:t>10 min.</a:t>
          </a:r>
          <a:endParaRPr lang="en-US" sz="5000" kern="1200"/>
        </a:p>
      </dsp:txBody>
      <dsp:txXfrm>
        <a:off x="5635800" y="3025915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78EDD4-B81C-4C4A-9DC6-C48769D3B921}" type="datetimeFigureOut">
              <a:rPr lang="da-DK" smtClean="0"/>
              <a:t>30-09-2026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60F9A9-B7A0-42F1-914D-DB42A96BB04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38467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2F065D91-CA26-4D32-AD3A-5E9F0BB1B510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‹nr.›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0119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714F9F7F-1EBF-4A2C-8E5C-E6107D206AA1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002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72247-A595-48C8-A093-CC75C0D44C68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893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CEC4D018-1D3E-406D-B93D-210EBBC6C631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68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CFB56B84-C1CB-4C5D-BF21-397464ECDFCB}" type="datetime1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358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53FA6-673A-4FCA-B6BE-095667BA86E5}" type="datetime1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86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328B-3895-45B2-8A72-4D74C1E4DB45}" type="datetime1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615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912CD63-77C6-4410-ABF1-E942B5F6DA32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161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3CFC516D-7DC1-4BCE-8FFC-79588C6D26B7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622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F5298-2AD1-4D1F-B9E6-4E4301DE52BB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429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00426-B277-43CF-88CB-2181704D6A8B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625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CC2242-B013-4378-B519-BA36A270A64A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108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78" r:id="rId6"/>
    <p:sldLayoutId id="2147483688" r:id="rId7"/>
    <p:sldLayoutId id="2147483687" r:id="rId8"/>
    <p:sldLayoutId id="2147483686" r:id="rId9"/>
    <p:sldLayoutId id="2147483677" r:id="rId10"/>
    <p:sldLayoutId id="214748367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CA5F87-1D1E-45CB-8D83-FC7EEFAD9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900A0E-D014-4477-BAED-9ECEED3CBF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036" r="-1" b="26546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CCFC2C6-6238-4A2F-93DE-2ADF74AF6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812E0DD-E24B-4A40-99A7-6929055716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da-DK" sz="4800" dirty="0"/>
              <a:t>Organisk kemi 1: </a:t>
            </a:r>
            <a:r>
              <a:rPr lang="da-DK" sz="4800" dirty="0" err="1"/>
              <a:t>Alkaner</a:t>
            </a:r>
            <a:endParaRPr lang="da-DK" sz="4800" dirty="0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08DFE9DB-8EA4-44E7-8DB7-FF1162BDA2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8600" y="4872922"/>
            <a:ext cx="4023360" cy="1208141"/>
          </a:xfrm>
        </p:spPr>
        <p:txBody>
          <a:bodyPr>
            <a:normAutofit/>
          </a:bodyPr>
          <a:lstStyle/>
          <a:p>
            <a:r>
              <a:rPr lang="da-DK" sz="2000" dirty="0"/>
              <a:t>Kemi C for HF – Kapitel 12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4C5A8B32-5374-4189-9C10-CB6BF8BC2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412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248B7E-DCE3-447C-A65C-6F51ABF1D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Repetition  - grundstoffer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BA180A8-96AB-4AAF-94ED-701AAA12E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dirty="0"/>
              <a:t>Grundstoffer er stoffer der er opbygget af én slags atomer, fx Na, Mg, O</a:t>
            </a:r>
            <a:r>
              <a:rPr lang="da-DK" baseline="-25000" dirty="0"/>
              <a:t>2</a:t>
            </a:r>
            <a:r>
              <a:rPr lang="da-DK" dirty="0"/>
              <a:t>, N</a:t>
            </a:r>
            <a:r>
              <a:rPr lang="da-DK" baseline="-25000" dirty="0"/>
              <a:t>2</a:t>
            </a:r>
          </a:p>
          <a:p>
            <a:r>
              <a:rPr lang="da-DK" dirty="0"/>
              <a:t>Grundstoffer kan deles op i metaller (fx Na) og ikkemetaller (fx Ar)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8E5C5523-A5DF-4AC6-8E76-B965C485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128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8EA891-F716-4927-8F25-0D7F0847C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Repetition – kemiske forbindelser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7A761E0-9196-4901-BD8B-B8F28BBC7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Kemiske forbindelser er stoffer der er opbygget af mindst to slags atomer, fx NaCl, </a:t>
            </a:r>
            <a:r>
              <a:rPr lang="da-DK" dirty="0" err="1"/>
              <a:t>MgO</a:t>
            </a:r>
            <a:r>
              <a:rPr lang="da-DK" dirty="0"/>
              <a:t>, MgCl</a:t>
            </a:r>
            <a:r>
              <a:rPr lang="da-DK" baseline="-25000" dirty="0"/>
              <a:t>2</a:t>
            </a:r>
            <a:r>
              <a:rPr lang="da-DK" dirty="0"/>
              <a:t>, CO, CH</a:t>
            </a:r>
            <a:r>
              <a:rPr lang="da-DK" baseline="-25000" dirty="0"/>
              <a:t>4</a:t>
            </a:r>
          </a:p>
          <a:p>
            <a:r>
              <a:rPr lang="da-DK" dirty="0"/>
              <a:t>Kemiske forbindelser kan deles op i ionforbindelser (</a:t>
            </a:r>
            <a:r>
              <a:rPr lang="da-DK" dirty="0" err="1"/>
              <a:t>metal+ikkemetal</a:t>
            </a:r>
            <a:r>
              <a:rPr lang="da-DK" dirty="0"/>
              <a:t>, fx NaCl) og molekylforbindelser (</a:t>
            </a:r>
            <a:r>
              <a:rPr lang="da-DK" dirty="0" err="1"/>
              <a:t>ikkemetal+ikkemetal</a:t>
            </a:r>
            <a:r>
              <a:rPr lang="da-DK" dirty="0"/>
              <a:t>, fx H</a:t>
            </a:r>
            <a:r>
              <a:rPr lang="da-DK" baseline="-25000" dirty="0"/>
              <a:t>2</a:t>
            </a:r>
            <a:r>
              <a:rPr lang="da-DK" dirty="0"/>
              <a:t>O)</a:t>
            </a:r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C871543B-4C8E-448C-AAA4-9613831D0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55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FE1698-7B68-42EE-9071-B85949849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Oversigt</a:t>
            </a:r>
          </a:p>
        </p:txBody>
      </p:sp>
      <p:graphicFrame>
        <p:nvGraphicFramePr>
          <p:cNvPr id="6" name="Pladsholder til indhold 5">
            <a:extLst>
              <a:ext uri="{FF2B5EF4-FFF2-40B4-BE49-F238E27FC236}">
                <a16:creationId xmlns:a16="http://schemas.microsoft.com/office/drawing/2014/main" id="{AE9E868D-A7C8-4819-9492-ECA7442821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7693353"/>
              </p:ext>
            </p:extLst>
          </p:nvPr>
        </p:nvGraphicFramePr>
        <p:xfrm>
          <a:off x="1116013" y="2478088"/>
          <a:ext cx="10167937" cy="36941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35B7EF94-9993-4E0F-BE7C-DB747E943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477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A70AA3-FC94-499C-9A95-809569A60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Et specielt grundstof: </a:t>
            </a:r>
            <a:r>
              <a:rPr lang="da-DK" dirty="0" err="1"/>
              <a:t>carbon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6CB398C-42CB-4547-8EAE-B8401FC91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Grundstoffet </a:t>
            </a:r>
            <a:r>
              <a:rPr lang="da-DK" dirty="0" err="1"/>
              <a:t>carbon</a:t>
            </a:r>
            <a:r>
              <a:rPr lang="da-DK" dirty="0"/>
              <a:t> (C) har specielle egenskaber – kan danne kæder, ringe, netværk …</a:t>
            </a:r>
          </a:p>
          <a:p>
            <a:r>
              <a:rPr lang="da-DK" dirty="0" err="1"/>
              <a:t>Carbon</a:t>
            </a:r>
            <a:r>
              <a:rPr lang="da-DK" dirty="0"/>
              <a:t> står i fjerde hovedgruppe og kan derfor danne fire bindinger til andre stoffer</a:t>
            </a:r>
          </a:p>
          <a:p>
            <a:r>
              <a:rPr lang="da-DK" dirty="0"/>
              <a:t>95 % af alle kendte kemiske forbindelser indeholder </a:t>
            </a:r>
            <a:r>
              <a:rPr lang="da-DK" dirty="0" err="1"/>
              <a:t>carbon</a:t>
            </a:r>
            <a:r>
              <a:rPr lang="da-DK" dirty="0"/>
              <a:t>!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61249FA-C311-4034-9EFE-6435C083E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12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FBD0C8-8F08-4D29-A52F-B8F7DFC47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Et specielt grundstof: </a:t>
            </a:r>
            <a:r>
              <a:rPr lang="da-DK" dirty="0" err="1"/>
              <a:t>carbon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ECA54C7-C0E3-402A-A3E3-53135CE7E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a-DK" dirty="0" err="1"/>
              <a:t>Carbon</a:t>
            </a:r>
            <a:r>
              <a:rPr lang="da-DK" dirty="0"/>
              <a:t> har en særstilling blandt grundstofferne, og vi indfører derfor en ny måde at dele kemiske forbindelser op på (der går på tværs af inddelingen i molekyl- og ionforbindelser):</a:t>
            </a:r>
          </a:p>
          <a:p>
            <a:r>
              <a:rPr lang="da-DK" dirty="0"/>
              <a:t>Organiske stoffer indeholder </a:t>
            </a:r>
            <a:r>
              <a:rPr lang="da-DK" dirty="0" err="1"/>
              <a:t>carbon</a:t>
            </a:r>
            <a:endParaRPr lang="da-DK" dirty="0"/>
          </a:p>
          <a:p>
            <a:r>
              <a:rPr lang="da-DK" dirty="0"/>
              <a:t>Uorganiske stoffer indeholder ikke </a:t>
            </a:r>
            <a:r>
              <a:rPr lang="da-DK" dirty="0" err="1"/>
              <a:t>carbon</a:t>
            </a:r>
            <a:endParaRPr lang="da-DK" dirty="0"/>
          </a:p>
          <a:p>
            <a:r>
              <a:rPr lang="da-DK" dirty="0"/>
              <a:t>Ordet organisk har historisk oprindelse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3C7F3C8-DCE6-4409-AFC9-BF8E4F4C9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554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9E9698-74EB-4F82-AF6C-64C72EB32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Undtagelser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EE596EE-075F-46DF-8445-1A316D11E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a-DK" dirty="0"/>
              <a:t>Der er altid undtagelser i kemi …</a:t>
            </a:r>
          </a:p>
          <a:p>
            <a:r>
              <a:rPr lang="da-DK" dirty="0"/>
              <a:t>Visse stoffer der indeholder </a:t>
            </a:r>
            <a:r>
              <a:rPr lang="da-DK" dirty="0" err="1"/>
              <a:t>carbon</a:t>
            </a:r>
            <a:r>
              <a:rPr lang="da-DK" dirty="0"/>
              <a:t> regnes for uorganiske</a:t>
            </a:r>
          </a:p>
          <a:p>
            <a:r>
              <a:rPr lang="da-DK" dirty="0"/>
              <a:t>Det gælder molekylforbindelserne CO og CO</a:t>
            </a:r>
            <a:r>
              <a:rPr lang="da-DK" baseline="-25000" dirty="0"/>
              <a:t>2</a:t>
            </a:r>
            <a:endParaRPr lang="da-DK" dirty="0"/>
          </a:p>
          <a:p>
            <a:r>
              <a:rPr lang="da-DK" dirty="0"/>
              <a:t>Det gælder ionforbindelser der indeholder cyanid (CN</a:t>
            </a:r>
            <a:r>
              <a:rPr lang="da-DK" baseline="30000" dirty="0"/>
              <a:t>-</a:t>
            </a:r>
            <a:r>
              <a:rPr lang="da-DK" dirty="0"/>
              <a:t>), fx KCN, </a:t>
            </a:r>
            <a:r>
              <a:rPr lang="da-DK" dirty="0" err="1"/>
              <a:t>NaCN</a:t>
            </a:r>
            <a:r>
              <a:rPr lang="da-DK" dirty="0"/>
              <a:t> …</a:t>
            </a:r>
          </a:p>
          <a:p>
            <a:r>
              <a:rPr lang="da-DK" dirty="0"/>
              <a:t>Det gælder ionforbindelser der indeholder </a:t>
            </a:r>
            <a:r>
              <a:rPr lang="da-DK" dirty="0" err="1"/>
              <a:t>carbonat</a:t>
            </a:r>
            <a:r>
              <a:rPr lang="da-DK" dirty="0"/>
              <a:t> (CO</a:t>
            </a:r>
            <a:r>
              <a:rPr lang="da-DK" baseline="-25000" dirty="0"/>
              <a:t>3</a:t>
            </a:r>
            <a:r>
              <a:rPr lang="da-DK" baseline="30000" dirty="0"/>
              <a:t>2-</a:t>
            </a:r>
            <a:r>
              <a:rPr lang="da-DK" dirty="0"/>
              <a:t>), fx Na</a:t>
            </a:r>
            <a:r>
              <a:rPr lang="da-DK" baseline="-25000" dirty="0"/>
              <a:t>2</a:t>
            </a:r>
            <a:r>
              <a:rPr lang="da-DK" dirty="0"/>
              <a:t>CO</a:t>
            </a:r>
            <a:r>
              <a:rPr lang="da-DK" baseline="-25000" dirty="0"/>
              <a:t>3</a:t>
            </a:r>
            <a:r>
              <a:rPr lang="da-DK" dirty="0"/>
              <a:t>, MgCO</a:t>
            </a:r>
            <a:r>
              <a:rPr lang="da-DK" baseline="-25000" dirty="0"/>
              <a:t>3</a:t>
            </a:r>
            <a:r>
              <a:rPr lang="da-DK" dirty="0"/>
              <a:t> …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326423D-7796-45E2-997A-29C5459AD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085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97FC44-57F6-4DC1-8767-62922E061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Oversigt</a:t>
            </a:r>
          </a:p>
        </p:txBody>
      </p:sp>
      <p:graphicFrame>
        <p:nvGraphicFramePr>
          <p:cNvPr id="4" name="Pladsholder til indhold 3">
            <a:extLst>
              <a:ext uri="{FF2B5EF4-FFF2-40B4-BE49-F238E27FC236}">
                <a16:creationId xmlns:a16="http://schemas.microsoft.com/office/drawing/2014/main" id="{09988EE4-3428-4DD3-8CCF-F5BA706BD9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0650986"/>
              </p:ext>
            </p:extLst>
          </p:nvPr>
        </p:nvGraphicFramePr>
        <p:xfrm>
          <a:off x="1116013" y="2095500"/>
          <a:ext cx="10167937" cy="4076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588EEA50-C7A8-4557-B21E-79CB0E313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019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D53BA0-A6F6-43BF-9672-6428B2AF6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Organisk kemi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5EBE7B1-FCD0-4ADE-8AA2-9E035E854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a-DK" dirty="0"/>
              <a:t>ALLE organiske forbindelser indeholder </a:t>
            </a:r>
            <a:r>
              <a:rPr lang="da-DK" dirty="0" err="1"/>
              <a:t>carbon</a:t>
            </a:r>
            <a:r>
              <a:rPr lang="da-DK" dirty="0"/>
              <a:t> (C) (pr. definition)</a:t>
            </a:r>
          </a:p>
          <a:p>
            <a:r>
              <a:rPr lang="da-DK" dirty="0"/>
              <a:t>Næsten alle organiske forbindelser indeholder hydrogen (H)</a:t>
            </a:r>
          </a:p>
          <a:p>
            <a:r>
              <a:rPr lang="da-DK" dirty="0"/>
              <a:t>Mange organiske forbindelser indeholder oxygen (O)</a:t>
            </a:r>
          </a:p>
          <a:p>
            <a:r>
              <a:rPr lang="da-DK" dirty="0"/>
              <a:t>Svovl (S), nitrogen (N) og </a:t>
            </a:r>
            <a:r>
              <a:rPr lang="da-DK" dirty="0" err="1"/>
              <a:t>phosphor</a:t>
            </a:r>
            <a:r>
              <a:rPr lang="da-DK" dirty="0"/>
              <a:t> (P) indgår også i mange organiske forbindelser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56C73C6-8FCB-4B86-A511-272F734B5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938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746682-2385-2C33-4AFC-4D5E8BE93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Opgaver</a:t>
            </a:r>
          </a:p>
        </p:txBody>
      </p:sp>
      <p:graphicFrame>
        <p:nvGraphicFramePr>
          <p:cNvPr id="6" name="Pladsholder til indhold 2">
            <a:extLst>
              <a:ext uri="{FF2B5EF4-FFF2-40B4-BE49-F238E27FC236}">
                <a16:creationId xmlns:a16="http://schemas.microsoft.com/office/drawing/2014/main" id="{A90704FD-5A6F-3580-04DF-E1E6A104DB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2891864"/>
              </p:ext>
            </p:extLst>
          </p:nvPr>
        </p:nvGraphicFramePr>
        <p:xfrm>
          <a:off x="1115568" y="2478024"/>
          <a:ext cx="10168128" cy="36941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82C6C7B-C878-1672-F64B-9284DA385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782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BEF7FF-6854-46C6-A684-39788AE6F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Organisk kemi: carbonhydrider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B44E8DB-0135-48FF-9284-5C53C4D6A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Organiske stoffer er en </a:t>
            </a:r>
            <a:r>
              <a:rPr lang="da-DK" i="1" dirty="0"/>
              <a:t>meget</a:t>
            </a:r>
            <a:r>
              <a:rPr lang="da-DK" dirty="0"/>
              <a:t> stor klasse </a:t>
            </a:r>
          </a:p>
          <a:p>
            <a:r>
              <a:rPr lang="da-DK" dirty="0"/>
              <a:t>Vi indfører derfor underklassen carbonhydrider</a:t>
            </a:r>
          </a:p>
          <a:p>
            <a:r>
              <a:rPr lang="da-DK" dirty="0"/>
              <a:t>Carbonhydrider er definerede ved at de udelukkende indeholder </a:t>
            </a:r>
            <a:r>
              <a:rPr lang="da-DK" dirty="0" err="1"/>
              <a:t>carbon</a:t>
            </a:r>
            <a:r>
              <a:rPr lang="da-DK" dirty="0"/>
              <a:t> og hydrogen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9FC2063B-99C1-4D09-B0DB-35A78D346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98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268AA4-DF6A-4568-B786-9645D5D86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Organisk kemi: </a:t>
            </a:r>
            <a:r>
              <a:rPr lang="da-DK" dirty="0" err="1"/>
              <a:t>alkaner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BF3E423-B12B-4422-A525-C59FE7C01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Carbonhydrider er i sig selv en stor klasse</a:t>
            </a:r>
          </a:p>
          <a:p>
            <a:r>
              <a:rPr lang="da-DK" dirty="0"/>
              <a:t>Vi indfører underklassen </a:t>
            </a:r>
            <a:r>
              <a:rPr lang="da-DK" dirty="0" err="1"/>
              <a:t>alkaner</a:t>
            </a:r>
            <a:endParaRPr lang="da-DK" dirty="0"/>
          </a:p>
          <a:p>
            <a:r>
              <a:rPr lang="da-DK" dirty="0" err="1"/>
              <a:t>Alkaner</a:t>
            </a:r>
            <a:r>
              <a:rPr lang="da-DK" dirty="0"/>
              <a:t> er carbonhydrider (kun C og H) der kun indeholder enkeltbindinger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67C4077E-EA99-4DD6-A5E8-9B79EB769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927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6E4A72-1703-4AFE-AD30-BF486C6FB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Oversigt</a:t>
            </a:r>
          </a:p>
        </p:txBody>
      </p:sp>
      <p:graphicFrame>
        <p:nvGraphicFramePr>
          <p:cNvPr id="4" name="Pladsholder til indhold 3">
            <a:extLst>
              <a:ext uri="{FF2B5EF4-FFF2-40B4-BE49-F238E27FC236}">
                <a16:creationId xmlns:a16="http://schemas.microsoft.com/office/drawing/2014/main" id="{C421CE66-69D8-40FB-943E-CF3A64C765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3511720"/>
              </p:ext>
            </p:extLst>
          </p:nvPr>
        </p:nvGraphicFramePr>
        <p:xfrm>
          <a:off x="1116013" y="1728216"/>
          <a:ext cx="10167937" cy="44439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679BEA36-75CA-47E3-B1F1-08224703B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6953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E643B2-09BB-4548-9BAE-38503A895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Eksempler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928476A-A82A-4885-A1E9-FC381B983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8109712" cy="3694176"/>
          </a:xfrm>
        </p:spPr>
        <p:txBody>
          <a:bodyPr>
            <a:normAutofit fontScale="92500" lnSpcReduction="10000"/>
          </a:bodyPr>
          <a:lstStyle/>
          <a:p>
            <a:r>
              <a:rPr lang="da-DK" dirty="0" err="1"/>
              <a:t>Natriumchlorid</a:t>
            </a:r>
            <a:r>
              <a:rPr lang="da-DK" dirty="0"/>
              <a:t> (NaCl) er uorganisk (indeholder ikke C)</a:t>
            </a:r>
          </a:p>
          <a:p>
            <a:r>
              <a:rPr lang="da-DK" dirty="0" err="1"/>
              <a:t>Methanol</a:t>
            </a:r>
            <a:r>
              <a:rPr lang="da-DK" dirty="0"/>
              <a:t> (CH</a:t>
            </a:r>
            <a:r>
              <a:rPr lang="da-DK" baseline="-25000" dirty="0"/>
              <a:t>4</a:t>
            </a:r>
            <a:r>
              <a:rPr lang="da-DK" dirty="0"/>
              <a:t>O) er organisk (indeholder C), men ikke et carbonhydrid, da den indeholder O (carbonhydrider indeholder kun C og H)</a:t>
            </a:r>
          </a:p>
          <a:p>
            <a:r>
              <a:rPr lang="da-DK" dirty="0" err="1"/>
              <a:t>Ethen</a:t>
            </a:r>
            <a:r>
              <a:rPr lang="da-DK" dirty="0"/>
              <a:t> (se billedet) er organisk (indeholder C), et carbonhydrid (kun C og H), men </a:t>
            </a:r>
            <a:r>
              <a:rPr lang="da-DK" i="1" dirty="0"/>
              <a:t>ikke</a:t>
            </a:r>
            <a:r>
              <a:rPr lang="da-DK" dirty="0"/>
              <a:t> et </a:t>
            </a:r>
            <a:r>
              <a:rPr lang="da-DK" dirty="0" err="1"/>
              <a:t>alkan</a:t>
            </a:r>
            <a:r>
              <a:rPr lang="da-DK" dirty="0"/>
              <a:t> (indeholder dobbeltbinding)</a:t>
            </a: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7FF12A7F-A730-441F-9FB7-ACD09E8DA1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8970" y="4200525"/>
            <a:ext cx="2095500" cy="1971675"/>
          </a:xfrm>
          <a:prstGeom prst="rect">
            <a:avLst/>
          </a:prstGeom>
        </p:spPr>
      </p:pic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7A98D8B-C1F6-45EA-9F7B-6D98D39D9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909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C30C69-E188-45E4-8A70-7B8F48533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Eksempler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D7099EF-0259-440B-93C2-0A766890D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Ethan (se billedet) er organisk (indeholder C)</a:t>
            </a:r>
          </a:p>
          <a:p>
            <a:r>
              <a:rPr lang="da-DK" dirty="0"/>
              <a:t>Det er et carbonhydrid (indeholder kun C og H)</a:t>
            </a:r>
          </a:p>
          <a:p>
            <a:r>
              <a:rPr lang="da-DK" dirty="0"/>
              <a:t>Det er et </a:t>
            </a:r>
            <a:r>
              <a:rPr lang="da-DK" dirty="0" err="1"/>
              <a:t>alkan</a:t>
            </a:r>
            <a:r>
              <a:rPr lang="da-DK" dirty="0"/>
              <a:t> (der er kun enkeltbindinger)</a:t>
            </a:r>
          </a:p>
          <a:p>
            <a:endParaRPr lang="da-DK" dirty="0"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A0EED3CD-1C4C-47E6-B7C4-F98E54C806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2657" y="4451985"/>
            <a:ext cx="2466975" cy="1857375"/>
          </a:xfrm>
          <a:prstGeom prst="rect">
            <a:avLst/>
          </a:prstGeom>
        </p:spPr>
      </p:pic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796522D-E149-4F61-9A4A-BD1E7DB33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4609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118CD70-6EF0-4874-9B63-846D33262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da-DK" dirty="0"/>
              <a:t>Opgaver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7D112879-B054-41F5-8DF4-4B0C4E319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11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graphicFrame>
        <p:nvGraphicFramePr>
          <p:cNvPr id="6" name="Pladsholder til indhold 2">
            <a:extLst>
              <a:ext uri="{FF2B5EF4-FFF2-40B4-BE49-F238E27FC236}">
                <a16:creationId xmlns:a16="http://schemas.microsoft.com/office/drawing/2014/main" id="{751D695E-DB84-5A02-DAE2-45755BB41D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1156071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603942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05B802-9057-4B3B-B77C-E44F779D1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Strukturformler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20D4D56-6CA3-4DA6-87BB-345BBCAF6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C har fire bindinger, H har én</a:t>
            </a:r>
          </a:p>
          <a:p>
            <a:r>
              <a:rPr lang="da-DK" dirty="0"/>
              <a:t>Når vi laver strukturformler, bliver de ofte uoverskuelige</a:t>
            </a:r>
          </a:p>
          <a:p>
            <a:r>
              <a:rPr lang="da-DK" dirty="0"/>
              <a:t>Derfor bruger vi ofte sammentrukne strukturformler, hvor man ikke laver bindinger ud til alle H’er</a:t>
            </a:r>
          </a:p>
          <a:p>
            <a:r>
              <a:rPr lang="da-DK" dirty="0"/>
              <a:t>Se eksempel næste side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05AE2284-ED51-4A1C-B018-340F61988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7278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A10FAC-BED3-45B9-8240-DF2DDA9AF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Strukturformler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3A00BCB-0029-45FA-AC4B-E6C92AB9C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 dirty="0"/>
          </a:p>
        </p:txBody>
      </p:sp>
      <p:graphicFrame>
        <p:nvGraphicFramePr>
          <p:cNvPr id="4" name="Objekt 3">
            <a:extLst>
              <a:ext uri="{FF2B5EF4-FFF2-40B4-BE49-F238E27FC236}">
                <a16:creationId xmlns:a16="http://schemas.microsoft.com/office/drawing/2014/main" id="{0DCD59C9-73E5-430F-A560-B8E413CC69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46983"/>
              </p:ext>
            </p:extLst>
          </p:nvPr>
        </p:nvGraphicFramePr>
        <p:xfrm>
          <a:off x="1138564" y="2803917"/>
          <a:ext cx="10122136" cy="34603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Sketch" r:id="rId2" imgW="2730600" imgH="934200" progId="ACD.ChemSketch.20">
                  <p:embed/>
                </p:oleObj>
              </mc:Choice>
              <mc:Fallback>
                <p:oleObj name="ChemSketch" r:id="rId2" imgW="2730600" imgH="934200" progId="ACD.ChemSketch.20">
                  <p:embed/>
                  <p:pic>
                    <p:nvPicPr>
                      <p:cNvPr id="4" name="Objekt 3">
                        <a:extLst>
                          <a:ext uri="{FF2B5EF4-FFF2-40B4-BE49-F238E27FC236}">
                            <a16:creationId xmlns:a16="http://schemas.microsoft.com/office/drawing/2014/main" id="{0DCD59C9-73E5-430F-A560-B8E413CC69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38564" y="2803917"/>
                        <a:ext cx="10122136" cy="34603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09656CA1-E321-4B4B-A50A-A77AD70D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18</a:t>
            </a:fld>
            <a:endParaRPr lang="en-US"/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AAC84F6F-9208-FA7F-1925-0302F9C54EC5}"/>
              </a:ext>
            </a:extLst>
          </p:cNvPr>
          <p:cNvSpPr txBox="1"/>
          <p:nvPr/>
        </p:nvSpPr>
        <p:spPr>
          <a:xfrm>
            <a:off x="6858000" y="3002895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400" dirty="0"/>
              <a:t>Udvidet</a:t>
            </a:r>
          </a:p>
        </p:txBody>
      </p:sp>
    </p:spTree>
    <p:extLst>
      <p:ext uri="{BB962C8B-B14F-4D97-AF65-F5344CB8AC3E}">
        <p14:creationId xmlns:p14="http://schemas.microsoft.com/office/powerpoint/2010/main" val="16982019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631F98-5459-45B0-A49D-CC5033A26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 dirty="0"/>
              <a:t>Navngivning af </a:t>
            </a:r>
            <a:r>
              <a:rPr lang="da-DK" dirty="0" err="1"/>
              <a:t>alkaner</a:t>
            </a:r>
            <a:r>
              <a:rPr lang="da-DK" dirty="0"/>
              <a:t> (de </a:t>
            </a:r>
            <a:r>
              <a:rPr lang="da-DK" dirty="0" err="1"/>
              <a:t>uforgrenede</a:t>
            </a:r>
            <a:r>
              <a:rPr lang="da-DK" dirty="0"/>
              <a:t>)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DC6A5DD-BBD2-4A60-B26B-3E754D360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Navnene for de </a:t>
            </a:r>
            <a:r>
              <a:rPr lang="da-DK" dirty="0" err="1"/>
              <a:t>uforgrenede</a:t>
            </a:r>
            <a:r>
              <a:rPr lang="da-DK" dirty="0"/>
              <a:t> </a:t>
            </a:r>
            <a:r>
              <a:rPr lang="da-DK" dirty="0" err="1"/>
              <a:t>alkaner</a:t>
            </a:r>
            <a:r>
              <a:rPr lang="da-DK" dirty="0"/>
              <a:t> må læres uden ad (de ti første)</a:t>
            </a:r>
          </a:p>
          <a:p>
            <a:endParaRPr lang="da-DK" dirty="0"/>
          </a:p>
        </p:txBody>
      </p:sp>
      <p:pic>
        <p:nvPicPr>
          <p:cNvPr id="5" name="Billede 4" descr="Et billede, der indeholder tekst&#10;&#10;Automatisk genereret beskrivelse">
            <a:extLst>
              <a:ext uri="{FF2B5EF4-FFF2-40B4-BE49-F238E27FC236}">
                <a16:creationId xmlns:a16="http://schemas.microsoft.com/office/drawing/2014/main" id="{23A6C2F0-1231-4782-B524-A160800E8D3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041"/>
          <a:stretch/>
        </p:blipFill>
        <p:spPr>
          <a:xfrm>
            <a:off x="4559300" y="3263900"/>
            <a:ext cx="4531072" cy="3390900"/>
          </a:xfrm>
          <a:prstGeom prst="rect">
            <a:avLst/>
          </a:prstGeom>
        </p:spPr>
      </p:pic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9A9D57B3-487D-4999-A496-9E107E4C5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993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9B81297-0DC5-4064-A8F1-C0368EDC5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da-DK" dirty="0"/>
              <a:t>Opgaver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8C4964B7-343F-4EC2-818A-73F3AD3B8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11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graphicFrame>
        <p:nvGraphicFramePr>
          <p:cNvPr id="6" name="Pladsholder til indhold 2">
            <a:extLst>
              <a:ext uri="{FF2B5EF4-FFF2-40B4-BE49-F238E27FC236}">
                <a16:creationId xmlns:a16="http://schemas.microsoft.com/office/drawing/2014/main" id="{FE858582-9E38-F6D3-CA36-3939492DDC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6234124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416245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FFF7E4-E2E6-46A4-AFFC-4680E64CA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 dirty="0"/>
              <a:t>Navngivning af </a:t>
            </a:r>
            <a:r>
              <a:rPr lang="da-DK" dirty="0" err="1"/>
              <a:t>alkaner</a:t>
            </a:r>
            <a:r>
              <a:rPr lang="da-DK" dirty="0"/>
              <a:t> med én sidekæde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95A472AA-C052-486B-9EC7-6914B0E499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58239" y="2478024"/>
            <a:ext cx="6490336" cy="3694176"/>
          </a:xfrm>
        </p:spPr>
        <p:txBody>
          <a:bodyPr>
            <a:normAutofit fontScale="92500" lnSpcReduction="10000"/>
          </a:bodyPr>
          <a:lstStyle/>
          <a:p>
            <a:r>
              <a:rPr lang="da-DK" dirty="0"/>
              <a:t>En </a:t>
            </a:r>
            <a:r>
              <a:rPr lang="da-DK" dirty="0" err="1">
                <a:solidFill>
                  <a:srgbClr val="FF0000"/>
                </a:solidFill>
              </a:rPr>
              <a:t>hovedkæde</a:t>
            </a:r>
            <a:r>
              <a:rPr lang="da-DK" dirty="0"/>
              <a:t> med tre C’er</a:t>
            </a:r>
          </a:p>
          <a:p>
            <a:r>
              <a:rPr lang="da-DK" dirty="0"/>
              <a:t>En </a:t>
            </a:r>
            <a:r>
              <a:rPr lang="da-DK" dirty="0">
                <a:solidFill>
                  <a:schemeClr val="accent6"/>
                </a:solidFill>
              </a:rPr>
              <a:t>sidekæde</a:t>
            </a:r>
            <a:r>
              <a:rPr lang="da-DK" dirty="0"/>
              <a:t> med et C</a:t>
            </a:r>
          </a:p>
          <a:p>
            <a:r>
              <a:rPr lang="da-DK" dirty="0"/>
              <a:t>Sidekæden sidder på C nummer 2 i hovedkæden</a:t>
            </a:r>
          </a:p>
          <a:p>
            <a:r>
              <a:rPr lang="da-DK" dirty="0"/>
              <a:t>Hovedkæden har navnet propan</a:t>
            </a:r>
          </a:p>
          <a:p>
            <a:r>
              <a:rPr lang="da-DK" dirty="0"/>
              <a:t>Sidekæden har navnet </a:t>
            </a:r>
            <a:r>
              <a:rPr lang="da-DK" dirty="0" err="1">
                <a:solidFill>
                  <a:srgbClr val="00B050"/>
                </a:solidFill>
              </a:rPr>
              <a:t>methyl</a:t>
            </a:r>
            <a:endParaRPr lang="da-DK" dirty="0">
              <a:solidFill>
                <a:srgbClr val="00B050"/>
              </a:solidFill>
            </a:endParaRPr>
          </a:p>
          <a:p>
            <a:r>
              <a:rPr lang="da-DK" dirty="0"/>
              <a:t>Stoffets navn: 2-methylpropan</a:t>
            </a:r>
          </a:p>
        </p:txBody>
      </p:sp>
      <p:sp>
        <p:nvSpPr>
          <p:cNvPr id="5" name="Pladsholder til indhold 4">
            <a:extLst>
              <a:ext uri="{FF2B5EF4-FFF2-40B4-BE49-F238E27FC236}">
                <a16:creationId xmlns:a16="http://schemas.microsoft.com/office/drawing/2014/main" id="{B366B394-C2FC-42C3-B69D-C052D85F8E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49886" y="2013857"/>
            <a:ext cx="4713514" cy="4295503"/>
          </a:xfrm>
        </p:spPr>
        <p:txBody>
          <a:bodyPr>
            <a:normAutofit fontScale="92500" lnSpcReduction="10000"/>
          </a:bodyPr>
          <a:lstStyle/>
          <a:p>
            <a:endParaRPr lang="da-DK" dirty="0"/>
          </a:p>
        </p:txBody>
      </p:sp>
      <p:graphicFrame>
        <p:nvGraphicFramePr>
          <p:cNvPr id="6" name="Objekt 5">
            <a:extLst>
              <a:ext uri="{FF2B5EF4-FFF2-40B4-BE49-F238E27FC236}">
                <a16:creationId xmlns:a16="http://schemas.microsoft.com/office/drawing/2014/main" id="{A5DE590B-5335-4142-B0D4-79AE88BDE4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1209919"/>
              </p:ext>
            </p:extLst>
          </p:nvPr>
        </p:nvGraphicFramePr>
        <p:xfrm>
          <a:off x="7311710" y="3298372"/>
          <a:ext cx="4758446" cy="23295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Sketch" r:id="rId2" imgW="683640" imgH="334440" progId="ACD.ChemSketch.20">
                  <p:embed/>
                </p:oleObj>
              </mc:Choice>
              <mc:Fallback>
                <p:oleObj name="ChemSketch" r:id="rId2" imgW="683640" imgH="334440" progId="ACD.ChemSketch.20">
                  <p:embed/>
                  <p:pic>
                    <p:nvPicPr>
                      <p:cNvPr id="6" name="Objekt 5">
                        <a:extLst>
                          <a:ext uri="{FF2B5EF4-FFF2-40B4-BE49-F238E27FC236}">
                            <a16:creationId xmlns:a16="http://schemas.microsoft.com/office/drawing/2014/main" id="{A5DE590B-5335-4142-B0D4-79AE88BDE4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311710" y="3298372"/>
                        <a:ext cx="4758446" cy="23295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2A0CC72A-8657-487E-A50C-23DA7BE0A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162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7ECAC4-030A-497D-91DB-CA83164E9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Sidekæders navne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521EAC4-5676-44F0-AC0B-B03F723E4C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7" y="2478024"/>
            <a:ext cx="5094733" cy="3694176"/>
          </a:xfrm>
        </p:spPr>
        <p:txBody>
          <a:bodyPr>
            <a:normAutofit lnSpcReduction="10000"/>
          </a:bodyPr>
          <a:lstStyle/>
          <a:p>
            <a:r>
              <a:rPr lang="da-DK" dirty="0"/>
              <a:t>Sidekæder er </a:t>
            </a:r>
            <a:r>
              <a:rPr lang="da-DK" i="1" dirty="0"/>
              <a:t>ikke </a:t>
            </a:r>
            <a:r>
              <a:rPr lang="da-DK" dirty="0"/>
              <a:t>selvstændige stoffer</a:t>
            </a:r>
          </a:p>
          <a:p>
            <a:r>
              <a:rPr lang="da-DK" dirty="0"/>
              <a:t>De får endelsen –</a:t>
            </a:r>
            <a:r>
              <a:rPr lang="da-DK" dirty="0" err="1"/>
              <a:t>yl</a:t>
            </a:r>
            <a:r>
              <a:rPr lang="da-DK" dirty="0"/>
              <a:t>, men hedder ellers det samme som de </a:t>
            </a:r>
            <a:r>
              <a:rPr lang="da-DK" dirty="0" err="1"/>
              <a:t>uforgrenede</a:t>
            </a:r>
            <a:r>
              <a:rPr lang="da-DK" dirty="0"/>
              <a:t> </a:t>
            </a:r>
            <a:r>
              <a:rPr lang="da-DK" dirty="0" err="1"/>
              <a:t>alkaner</a:t>
            </a:r>
            <a:endParaRPr lang="da-DK" dirty="0"/>
          </a:p>
          <a:p>
            <a:r>
              <a:rPr lang="da-DK" dirty="0"/>
              <a:t>CH</a:t>
            </a:r>
            <a:r>
              <a:rPr lang="da-DK" baseline="-25000" dirty="0"/>
              <a:t>4</a:t>
            </a:r>
            <a:r>
              <a:rPr lang="da-DK" dirty="0"/>
              <a:t>: </a:t>
            </a:r>
            <a:r>
              <a:rPr lang="da-DK" dirty="0" err="1"/>
              <a:t>meth</a:t>
            </a:r>
            <a:r>
              <a:rPr lang="da-DK" dirty="0" err="1">
                <a:solidFill>
                  <a:srgbClr val="FF0000"/>
                </a:solidFill>
              </a:rPr>
              <a:t>an</a:t>
            </a:r>
            <a:endParaRPr lang="da-DK" dirty="0">
              <a:solidFill>
                <a:srgbClr val="FF0000"/>
              </a:solidFill>
            </a:endParaRPr>
          </a:p>
          <a:p>
            <a:r>
              <a:rPr lang="da-DK" dirty="0"/>
              <a:t>CH</a:t>
            </a:r>
            <a:r>
              <a:rPr lang="da-DK" baseline="-25000" dirty="0"/>
              <a:t>3</a:t>
            </a:r>
            <a:r>
              <a:rPr lang="da-DK" dirty="0"/>
              <a:t>- : </a:t>
            </a:r>
            <a:r>
              <a:rPr lang="da-DK" dirty="0" err="1"/>
              <a:t>meth</a:t>
            </a:r>
            <a:r>
              <a:rPr lang="da-DK" dirty="0" err="1">
                <a:solidFill>
                  <a:srgbClr val="FF0000"/>
                </a:solidFill>
              </a:rPr>
              <a:t>yl</a:t>
            </a:r>
            <a:endParaRPr lang="da-DK" dirty="0">
              <a:solidFill>
                <a:srgbClr val="FF0000"/>
              </a:solidFill>
            </a:endParaRPr>
          </a:p>
        </p:txBody>
      </p:sp>
      <p:graphicFrame>
        <p:nvGraphicFramePr>
          <p:cNvPr id="5" name="Tabel 5">
            <a:extLst>
              <a:ext uri="{FF2B5EF4-FFF2-40B4-BE49-F238E27FC236}">
                <a16:creationId xmlns:a16="http://schemas.microsoft.com/office/drawing/2014/main" id="{22AF5319-CEFB-4F35-9F19-326DED138B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9114643"/>
              </p:ext>
            </p:extLst>
          </p:nvPr>
        </p:nvGraphicFramePr>
        <p:xfrm>
          <a:off x="6199631" y="2196041"/>
          <a:ext cx="5544694" cy="29337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347">
                  <a:extLst>
                    <a:ext uri="{9D8B030D-6E8A-4147-A177-3AD203B41FA5}">
                      <a16:colId xmlns:a16="http://schemas.microsoft.com/office/drawing/2014/main" val="1868956827"/>
                    </a:ext>
                  </a:extLst>
                </a:gridCol>
                <a:gridCol w="2772347">
                  <a:extLst>
                    <a:ext uri="{9D8B030D-6E8A-4147-A177-3AD203B41FA5}">
                      <a16:colId xmlns:a16="http://schemas.microsoft.com/office/drawing/2014/main" val="2386919086"/>
                    </a:ext>
                  </a:extLst>
                </a:gridCol>
              </a:tblGrid>
              <a:tr h="586749">
                <a:tc>
                  <a:txBody>
                    <a:bodyPr/>
                    <a:lstStyle/>
                    <a:p>
                      <a:r>
                        <a:rPr lang="da-DK" dirty="0"/>
                        <a:t>Sidekæde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Navn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537691"/>
                  </a:ext>
                </a:extLst>
              </a:tr>
              <a:tr h="586749">
                <a:tc>
                  <a:txBody>
                    <a:bodyPr/>
                    <a:lstStyle/>
                    <a:p>
                      <a:r>
                        <a:rPr lang="da-DK" dirty="0"/>
                        <a:t>CH</a:t>
                      </a:r>
                      <a:r>
                        <a:rPr lang="da-DK" baseline="-25000" dirty="0"/>
                        <a:t>3</a:t>
                      </a:r>
                      <a:r>
                        <a:rPr lang="da-DK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Methyl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5712384"/>
                  </a:ext>
                </a:extLst>
              </a:tr>
              <a:tr h="586749">
                <a:tc>
                  <a:txBody>
                    <a:bodyPr/>
                    <a:lstStyle/>
                    <a:p>
                      <a:r>
                        <a:rPr lang="da-DK" dirty="0"/>
                        <a:t>CH</a:t>
                      </a:r>
                      <a:r>
                        <a:rPr lang="da-DK" baseline="-25000" dirty="0"/>
                        <a:t>3</a:t>
                      </a:r>
                      <a:r>
                        <a:rPr lang="da-DK" dirty="0"/>
                        <a:t>CH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Ethyl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213328"/>
                  </a:ext>
                </a:extLst>
              </a:tr>
              <a:tr h="586749">
                <a:tc>
                  <a:txBody>
                    <a:bodyPr/>
                    <a:lstStyle/>
                    <a:p>
                      <a:r>
                        <a:rPr lang="da-DK" dirty="0"/>
                        <a:t>CH</a:t>
                      </a:r>
                      <a:r>
                        <a:rPr lang="da-DK" baseline="-25000" dirty="0"/>
                        <a:t>3</a:t>
                      </a:r>
                      <a:r>
                        <a:rPr lang="da-DK" dirty="0"/>
                        <a:t>CH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CH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Propyl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749540"/>
                  </a:ext>
                </a:extLst>
              </a:tr>
              <a:tr h="586749">
                <a:tc>
                  <a:txBody>
                    <a:bodyPr/>
                    <a:lstStyle/>
                    <a:p>
                      <a:r>
                        <a:rPr lang="da-DK" dirty="0"/>
                        <a:t>Osv.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090690"/>
                  </a:ext>
                </a:extLst>
              </a:tr>
            </a:tbl>
          </a:graphicData>
        </a:graphic>
      </p:graphicFrame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069B092-9BB1-46C2-99AE-586DD7F5C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9051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021E4E-0A9E-4D48-80CB-00EAD95DA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Sidekæders nummerering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D955F31-F920-4672-8FC7-6B600B8CAD5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a-DK" dirty="0"/>
              <a:t>Sidekæden skal have lavest mulige nummer</a:t>
            </a:r>
          </a:p>
          <a:p>
            <a:r>
              <a:rPr lang="da-DK" dirty="0"/>
              <a:t>Tæl fra den ende (højre eller venstre) der giver lavest nummer</a:t>
            </a:r>
          </a:p>
        </p:txBody>
      </p:sp>
      <p:graphicFrame>
        <p:nvGraphicFramePr>
          <p:cNvPr id="5" name="Objekt 4">
            <a:extLst>
              <a:ext uri="{FF2B5EF4-FFF2-40B4-BE49-F238E27FC236}">
                <a16:creationId xmlns:a16="http://schemas.microsoft.com/office/drawing/2014/main" id="{2CB8A2FF-D4FA-45E3-AE08-2BCA16128D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1329793"/>
              </p:ext>
            </p:extLst>
          </p:nvPr>
        </p:nvGraphicFramePr>
        <p:xfrm>
          <a:off x="6481763" y="2148702"/>
          <a:ext cx="3900487" cy="40234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Sketch" r:id="rId2" imgW="1208880" imgH="1245600" progId="ACD.ChemSketch.20">
                  <p:embed/>
                </p:oleObj>
              </mc:Choice>
              <mc:Fallback>
                <p:oleObj name="ChemSketch" r:id="rId2" imgW="1208880" imgH="1245600" progId="ACD.ChemSketch.20">
                  <p:embed/>
                  <p:pic>
                    <p:nvPicPr>
                      <p:cNvPr id="5" name="Objekt 4">
                        <a:extLst>
                          <a:ext uri="{FF2B5EF4-FFF2-40B4-BE49-F238E27FC236}">
                            <a16:creationId xmlns:a16="http://schemas.microsoft.com/office/drawing/2014/main" id="{2CB8A2FF-D4FA-45E3-AE08-2BCA16128D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481763" y="2148702"/>
                        <a:ext cx="3900487" cy="40234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DB2CF6D-CF08-4858-BEA2-1004F66B1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8760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233F01-E615-44FC-91AC-43AF0901F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Hovedkæden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9839265-D124-47C6-BE00-CA0A62BBB53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a-DK" dirty="0"/>
              <a:t>Hovedkæden skal være den længste ubrudte kæde</a:t>
            </a:r>
          </a:p>
          <a:p>
            <a:r>
              <a:rPr lang="da-DK" dirty="0"/>
              <a:t>Den viste struktur har en </a:t>
            </a:r>
            <a:r>
              <a:rPr lang="da-DK" dirty="0" err="1"/>
              <a:t>hovedkæde</a:t>
            </a:r>
            <a:r>
              <a:rPr lang="da-DK" dirty="0"/>
              <a:t> med 6 C’er og en sidekæde med 1 C</a:t>
            </a:r>
          </a:p>
          <a:p>
            <a:r>
              <a:rPr lang="da-DK" dirty="0"/>
              <a:t>Navn: 3-methylhexan</a:t>
            </a:r>
          </a:p>
        </p:txBody>
      </p:sp>
      <p:graphicFrame>
        <p:nvGraphicFramePr>
          <p:cNvPr id="5" name="Objekt 4">
            <a:extLst>
              <a:ext uri="{FF2B5EF4-FFF2-40B4-BE49-F238E27FC236}">
                <a16:creationId xmlns:a16="http://schemas.microsoft.com/office/drawing/2014/main" id="{980019A5-FF65-4C85-812E-4DD54C2386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7012238"/>
              </p:ext>
            </p:extLst>
          </p:nvPr>
        </p:nvGraphicFramePr>
        <p:xfrm>
          <a:off x="6292065" y="2614613"/>
          <a:ext cx="5797274" cy="25151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Sketch" r:id="rId2" imgW="1116360" imgH="484200" progId="ACD.ChemSketch.20">
                  <p:embed/>
                </p:oleObj>
              </mc:Choice>
              <mc:Fallback>
                <p:oleObj name="ChemSketch" r:id="rId2" imgW="1116360" imgH="484200" progId="ACD.ChemSketch.20">
                  <p:embed/>
                  <p:pic>
                    <p:nvPicPr>
                      <p:cNvPr id="5" name="Objekt 4">
                        <a:extLst>
                          <a:ext uri="{FF2B5EF4-FFF2-40B4-BE49-F238E27FC236}">
                            <a16:creationId xmlns:a16="http://schemas.microsoft.com/office/drawing/2014/main" id="{980019A5-FF65-4C85-812E-4DD54C2386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292065" y="2614613"/>
                        <a:ext cx="5797274" cy="25151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211E7A30-F9DA-45CA-8DBE-AF4A06583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5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D6FBB9D-1CAA-4D05-AB33-BABDFE17B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4727B71-B4B6-4823-80A1-68C40B475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A6DB05-9FB5-4B07-8675-74C23D4F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FC0A19F-F54E-401C-8732-FF7963618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Opgaver	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8D6ED992-2442-49CC-A477-38C27804B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11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2DC25EE-239B-4C5F-AAD1-255A7D5F1EE2}" type="slidenum">
              <a:rPr lang="en-US" smtClean="0"/>
              <a:pPr defTabSz="914400">
                <a:spcAft>
                  <a:spcPts val="600"/>
                </a:spcAft>
              </a:pPr>
              <a:t>25</a:t>
            </a:fld>
            <a:endParaRPr lang="en-US"/>
          </a:p>
        </p:txBody>
      </p:sp>
      <p:graphicFrame>
        <p:nvGraphicFramePr>
          <p:cNvPr id="6" name="Pladsholder til indhold 2">
            <a:extLst>
              <a:ext uri="{FF2B5EF4-FFF2-40B4-BE49-F238E27FC236}">
                <a16:creationId xmlns:a16="http://schemas.microsoft.com/office/drawing/2014/main" id="{A0EEF4B1-3A47-3639-8CF0-C95EDC81D02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562080947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217667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E06CC5-7A00-46DE-84A3-E6663BCED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 dirty="0"/>
              <a:t>Navngivning af </a:t>
            </a:r>
            <a:r>
              <a:rPr lang="da-DK" dirty="0" err="1"/>
              <a:t>alkaner</a:t>
            </a:r>
            <a:r>
              <a:rPr lang="da-DK" dirty="0"/>
              <a:t> med flere ens sidekæder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52D742C-2E37-4199-BDE5-59336AE8AF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5990082" cy="3694176"/>
          </a:xfrm>
        </p:spPr>
        <p:txBody>
          <a:bodyPr>
            <a:normAutofit lnSpcReduction="10000"/>
          </a:bodyPr>
          <a:lstStyle/>
          <a:p>
            <a:r>
              <a:rPr lang="da-DK" dirty="0"/>
              <a:t>Hvis der er flere ens sidekæder skal hver sidekæde nummereres</a:t>
            </a:r>
          </a:p>
          <a:p>
            <a:r>
              <a:rPr lang="da-DK" dirty="0"/>
              <a:t>Antallet af sidekæder skal angives med præfikser (se tabellen til højre)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8C41C0CB-19FD-40FE-8E7F-116AE4506B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74686" y="2039874"/>
            <a:ext cx="2207514" cy="4627626"/>
          </a:xfrm>
        </p:spPr>
        <p:txBody>
          <a:bodyPr>
            <a:normAutofit lnSpcReduction="10000"/>
          </a:bodyPr>
          <a:lstStyle/>
          <a:p>
            <a:r>
              <a:rPr lang="da-DK" sz="2400" dirty="0"/>
              <a:t>2 – di</a:t>
            </a:r>
          </a:p>
          <a:p>
            <a:r>
              <a:rPr lang="da-DK" sz="2400" dirty="0"/>
              <a:t>3 – </a:t>
            </a:r>
            <a:r>
              <a:rPr lang="da-DK" sz="2400" dirty="0" err="1"/>
              <a:t>tri</a:t>
            </a:r>
            <a:endParaRPr lang="da-DK" sz="2400" dirty="0"/>
          </a:p>
          <a:p>
            <a:r>
              <a:rPr lang="da-DK" sz="2400" dirty="0"/>
              <a:t>4 – </a:t>
            </a:r>
            <a:r>
              <a:rPr lang="da-DK" sz="2400" dirty="0" err="1"/>
              <a:t>tetra</a:t>
            </a:r>
            <a:endParaRPr lang="da-DK" sz="2400" dirty="0"/>
          </a:p>
          <a:p>
            <a:r>
              <a:rPr lang="da-DK" sz="2400" dirty="0"/>
              <a:t>5 – </a:t>
            </a:r>
            <a:r>
              <a:rPr lang="da-DK" sz="2400" dirty="0" err="1"/>
              <a:t>penta</a:t>
            </a:r>
            <a:endParaRPr lang="da-DK" sz="2400" dirty="0"/>
          </a:p>
          <a:p>
            <a:r>
              <a:rPr lang="da-DK" sz="2400" dirty="0"/>
              <a:t>6 – hexa</a:t>
            </a:r>
          </a:p>
          <a:p>
            <a:r>
              <a:rPr lang="da-DK" sz="2400" dirty="0"/>
              <a:t>7 – </a:t>
            </a:r>
            <a:r>
              <a:rPr lang="da-DK" sz="2400" dirty="0" err="1"/>
              <a:t>hepta</a:t>
            </a:r>
            <a:endParaRPr lang="da-DK" sz="2400" dirty="0"/>
          </a:p>
          <a:p>
            <a:r>
              <a:rPr lang="da-DK" sz="2400" dirty="0"/>
              <a:t>8 – </a:t>
            </a:r>
            <a:r>
              <a:rPr lang="da-DK" sz="2400" dirty="0" err="1"/>
              <a:t>octa</a:t>
            </a:r>
            <a:endParaRPr lang="da-DK" sz="2400" dirty="0"/>
          </a:p>
          <a:p>
            <a:r>
              <a:rPr lang="da-DK" sz="2400" dirty="0"/>
              <a:t>9 – </a:t>
            </a:r>
            <a:r>
              <a:rPr lang="da-DK" sz="2400" dirty="0" err="1"/>
              <a:t>nona</a:t>
            </a:r>
            <a:endParaRPr lang="da-DK" sz="2400" dirty="0"/>
          </a:p>
          <a:p>
            <a:r>
              <a:rPr lang="da-DK" sz="2400" dirty="0"/>
              <a:t>10 - </a:t>
            </a:r>
            <a:r>
              <a:rPr lang="da-DK" sz="2400" dirty="0" err="1"/>
              <a:t>deca</a:t>
            </a:r>
            <a:endParaRPr lang="da-DK" sz="2400" dirty="0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E25596EA-A7F4-4BD9-A9F2-B214BCECF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3638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0B515A-317E-41FB-8F66-347FFA358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Et eksempel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03B94AC-2984-4106-9022-C8E9B6631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4532757" cy="3694176"/>
          </a:xfrm>
        </p:spPr>
        <p:txBody>
          <a:bodyPr/>
          <a:lstStyle/>
          <a:p>
            <a:r>
              <a:rPr lang="da-DK" dirty="0"/>
              <a:t>Hovedkæden indeholder 5 C’er (pentan)</a:t>
            </a:r>
          </a:p>
          <a:p>
            <a:r>
              <a:rPr lang="da-DK" dirty="0"/>
              <a:t>Der er to sidekæder der hver består af ét C (</a:t>
            </a:r>
            <a:r>
              <a:rPr lang="da-DK" dirty="0" err="1"/>
              <a:t>methyl</a:t>
            </a:r>
            <a:r>
              <a:rPr lang="da-DK" dirty="0"/>
              <a:t>)</a:t>
            </a:r>
          </a:p>
          <a:p>
            <a:endParaRPr lang="da-DK" dirty="0"/>
          </a:p>
        </p:txBody>
      </p:sp>
      <p:graphicFrame>
        <p:nvGraphicFramePr>
          <p:cNvPr id="4" name="Objekt 3">
            <a:extLst>
              <a:ext uri="{FF2B5EF4-FFF2-40B4-BE49-F238E27FC236}">
                <a16:creationId xmlns:a16="http://schemas.microsoft.com/office/drawing/2014/main" id="{15A2A879-9F26-4617-9327-0988489EAA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8282323"/>
              </p:ext>
            </p:extLst>
          </p:nvPr>
        </p:nvGraphicFramePr>
        <p:xfrm>
          <a:off x="5932488" y="2478024"/>
          <a:ext cx="4610304" cy="154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Sketch" r:id="rId2" imgW="1031400" imgH="345960" progId="ACD.ChemSketch.20">
                  <p:embed/>
                </p:oleObj>
              </mc:Choice>
              <mc:Fallback>
                <p:oleObj name="ChemSketch" r:id="rId2" imgW="1031400" imgH="345960" progId="ACD.ChemSketch.20">
                  <p:embed/>
                  <p:pic>
                    <p:nvPicPr>
                      <p:cNvPr id="4" name="Objekt 3">
                        <a:extLst>
                          <a:ext uri="{FF2B5EF4-FFF2-40B4-BE49-F238E27FC236}">
                            <a16:creationId xmlns:a16="http://schemas.microsoft.com/office/drawing/2014/main" id="{15A2A879-9F26-4617-9327-0988489EAA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932488" y="2478024"/>
                        <a:ext cx="4610304" cy="1546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kstfelt 5">
            <a:extLst>
              <a:ext uri="{FF2B5EF4-FFF2-40B4-BE49-F238E27FC236}">
                <a16:creationId xmlns:a16="http://schemas.microsoft.com/office/drawing/2014/main" id="{6ECC60C8-1C02-4088-9F3B-4A69FC7B1331}"/>
              </a:ext>
            </a:extLst>
          </p:cNvPr>
          <p:cNvSpPr txBox="1"/>
          <p:nvPr/>
        </p:nvSpPr>
        <p:spPr>
          <a:xfrm>
            <a:off x="6219825" y="4410075"/>
            <a:ext cx="43229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400" dirty="0"/>
              <a:t>Navn: 2,3-dimethylpentan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6702FDBE-2943-43D2-BBAF-210B38190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9112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D558F0-9FB5-4455-BB5C-E05F57BDA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Et eksempel mere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0D83979-B7A6-41A1-9A54-031A67DB4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5590032" cy="3694176"/>
          </a:xfrm>
        </p:spPr>
        <p:txBody>
          <a:bodyPr/>
          <a:lstStyle/>
          <a:p>
            <a:r>
              <a:rPr lang="da-DK" dirty="0"/>
              <a:t>Der er fem C’er i hovedkæden (pentan)</a:t>
            </a:r>
          </a:p>
          <a:p>
            <a:r>
              <a:rPr lang="da-DK" dirty="0"/>
              <a:t>Der skal tælles fra højre (for at give lavest mulige numre)</a:t>
            </a:r>
          </a:p>
          <a:p>
            <a:r>
              <a:rPr lang="da-DK" dirty="0"/>
              <a:t>Der sidder to </a:t>
            </a:r>
            <a:r>
              <a:rPr lang="da-DK" dirty="0" err="1"/>
              <a:t>methylgrupper</a:t>
            </a:r>
            <a:r>
              <a:rPr lang="da-DK" dirty="0"/>
              <a:t> på </a:t>
            </a:r>
            <a:r>
              <a:rPr lang="da-DK" dirty="0" err="1"/>
              <a:t>carbon</a:t>
            </a:r>
            <a:r>
              <a:rPr lang="da-DK" dirty="0"/>
              <a:t> nummer 2</a:t>
            </a:r>
          </a:p>
          <a:p>
            <a:endParaRPr lang="da-DK" dirty="0"/>
          </a:p>
        </p:txBody>
      </p:sp>
      <p:graphicFrame>
        <p:nvGraphicFramePr>
          <p:cNvPr id="4" name="Objekt 3">
            <a:extLst>
              <a:ext uri="{FF2B5EF4-FFF2-40B4-BE49-F238E27FC236}">
                <a16:creationId xmlns:a16="http://schemas.microsoft.com/office/drawing/2014/main" id="{DBB3C6C4-F810-4503-8858-9D6EDD73A4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3042587"/>
              </p:ext>
            </p:extLst>
          </p:nvPr>
        </p:nvGraphicFramePr>
        <p:xfrm>
          <a:off x="6924677" y="2349690"/>
          <a:ext cx="3732629" cy="19754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Sketch" r:id="rId2" imgW="1031400" imgH="546120" progId="ACD.ChemSketch.20">
                  <p:embed/>
                </p:oleObj>
              </mc:Choice>
              <mc:Fallback>
                <p:oleObj name="ChemSketch" r:id="rId2" imgW="1031400" imgH="546120" progId="ACD.ChemSketch.20">
                  <p:embed/>
                  <p:pic>
                    <p:nvPicPr>
                      <p:cNvPr id="4" name="Objekt 3">
                        <a:extLst>
                          <a:ext uri="{FF2B5EF4-FFF2-40B4-BE49-F238E27FC236}">
                            <a16:creationId xmlns:a16="http://schemas.microsoft.com/office/drawing/2014/main" id="{DBB3C6C4-F810-4503-8858-9D6EDD73A4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924677" y="2349690"/>
                        <a:ext cx="3732629" cy="19754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felt 4">
            <a:extLst>
              <a:ext uri="{FF2B5EF4-FFF2-40B4-BE49-F238E27FC236}">
                <a16:creationId xmlns:a16="http://schemas.microsoft.com/office/drawing/2014/main" id="{92EFF5DD-56CC-4A17-9D6D-E31A444E6E39}"/>
              </a:ext>
            </a:extLst>
          </p:cNvPr>
          <p:cNvSpPr txBox="1"/>
          <p:nvPr/>
        </p:nvSpPr>
        <p:spPr>
          <a:xfrm>
            <a:off x="6924677" y="4743450"/>
            <a:ext cx="50496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800" dirty="0"/>
              <a:t>Navn: 2,2-dimethylpentan</a:t>
            </a:r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2AF7619F-C4F8-4D1B-ABB9-E08B0AE19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2757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FC06162-E386-42F7-895A-10A8DA3A8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da-DK" dirty="0"/>
              <a:t>Opgaver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7052F58-DF52-46CD-A09C-C28F24AAA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11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 smtClean="0"/>
              <a:pPr>
                <a:spcAft>
                  <a:spcPts val="600"/>
                </a:spcAft>
              </a:pPr>
              <a:t>29</a:t>
            </a:fld>
            <a:endParaRPr lang="en-US"/>
          </a:p>
        </p:txBody>
      </p:sp>
      <p:graphicFrame>
        <p:nvGraphicFramePr>
          <p:cNvPr id="6" name="Pladsholder til indhold 2">
            <a:extLst>
              <a:ext uri="{FF2B5EF4-FFF2-40B4-BE49-F238E27FC236}">
                <a16:creationId xmlns:a16="http://schemas.microsoft.com/office/drawing/2014/main" id="{5F8AC871-2675-89BC-AF91-AAB9D0B9D9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0830751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693028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D1021E-D36F-45F0-82CC-070BEECDD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Alkaner</a:t>
            </a:r>
            <a:r>
              <a:rPr lang="da-DK" dirty="0"/>
              <a:t> med forskellige sidekæder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1309E79-0A44-4ECD-81A9-662FDD592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4427982" cy="3694176"/>
          </a:xfrm>
        </p:spPr>
        <p:txBody>
          <a:bodyPr/>
          <a:lstStyle/>
          <a:p>
            <a:r>
              <a:rPr lang="da-DK" dirty="0"/>
              <a:t>Når der er flere sidekæder, skal sidekæderne nævnes i alfabetisk rækkefølge (IKKE numerisk)</a:t>
            </a:r>
          </a:p>
        </p:txBody>
      </p:sp>
      <p:graphicFrame>
        <p:nvGraphicFramePr>
          <p:cNvPr id="4" name="Objekt 3">
            <a:extLst>
              <a:ext uri="{FF2B5EF4-FFF2-40B4-BE49-F238E27FC236}">
                <a16:creationId xmlns:a16="http://schemas.microsoft.com/office/drawing/2014/main" id="{EF0D149A-38A6-4594-B27C-CD7ABEA012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1476987"/>
              </p:ext>
            </p:extLst>
          </p:nvPr>
        </p:nvGraphicFramePr>
        <p:xfrm>
          <a:off x="5543550" y="2478024"/>
          <a:ext cx="5259387" cy="20823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Sketch" r:id="rId2" imgW="1564200" imgH="618840" progId="ACD.ChemSketch.20">
                  <p:embed/>
                </p:oleObj>
              </mc:Choice>
              <mc:Fallback>
                <p:oleObj name="ChemSketch" r:id="rId2" imgW="1564200" imgH="618840" progId="ACD.ChemSketch.20">
                  <p:embed/>
                  <p:pic>
                    <p:nvPicPr>
                      <p:cNvPr id="4" name="Objekt 3">
                        <a:extLst>
                          <a:ext uri="{FF2B5EF4-FFF2-40B4-BE49-F238E27FC236}">
                            <a16:creationId xmlns:a16="http://schemas.microsoft.com/office/drawing/2014/main" id="{EF0D149A-38A6-4594-B27C-CD7ABEA012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543550" y="2478024"/>
                        <a:ext cx="5259387" cy="20823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felt 4">
            <a:extLst>
              <a:ext uri="{FF2B5EF4-FFF2-40B4-BE49-F238E27FC236}">
                <a16:creationId xmlns:a16="http://schemas.microsoft.com/office/drawing/2014/main" id="{D21D87FE-42B4-49A3-8A1F-58A651462716}"/>
              </a:ext>
            </a:extLst>
          </p:cNvPr>
          <p:cNvSpPr txBox="1"/>
          <p:nvPr/>
        </p:nvSpPr>
        <p:spPr>
          <a:xfrm>
            <a:off x="5715000" y="4819650"/>
            <a:ext cx="5361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800" dirty="0"/>
              <a:t>4-</a:t>
            </a:r>
            <a:r>
              <a:rPr lang="da-DK" sz="2800" b="1" dirty="0">
                <a:solidFill>
                  <a:srgbClr val="0070C0"/>
                </a:solidFill>
              </a:rPr>
              <a:t>e</a:t>
            </a:r>
            <a:r>
              <a:rPr lang="da-DK" sz="2800" dirty="0"/>
              <a:t>thyl-2-</a:t>
            </a:r>
            <a:r>
              <a:rPr lang="da-DK" sz="2800" b="1" dirty="0">
                <a:solidFill>
                  <a:srgbClr val="0070C0"/>
                </a:solidFill>
              </a:rPr>
              <a:t>m</a:t>
            </a:r>
            <a:r>
              <a:rPr lang="da-DK" sz="2800" dirty="0"/>
              <a:t>ethyloctan</a:t>
            </a:r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C564ECA-19B8-4446-AE58-5E98B5A6E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5514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C4992E-BCC9-4BBC-8611-71BAE9D77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Alkaner</a:t>
            </a:r>
            <a:r>
              <a:rPr lang="da-DK" dirty="0"/>
              <a:t> med forskellige sidekæder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5434E89-82DD-4BC1-A5E5-F67B909E9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4313682" cy="3694176"/>
          </a:xfrm>
        </p:spPr>
        <p:txBody>
          <a:bodyPr/>
          <a:lstStyle/>
          <a:p>
            <a:r>
              <a:rPr lang="da-DK" dirty="0"/>
              <a:t>Præfikserne (di, </a:t>
            </a:r>
            <a:r>
              <a:rPr lang="da-DK" dirty="0" err="1"/>
              <a:t>tri</a:t>
            </a:r>
            <a:r>
              <a:rPr lang="da-DK" dirty="0"/>
              <a:t> …) tæller </a:t>
            </a:r>
            <a:r>
              <a:rPr lang="da-DK" i="1" dirty="0"/>
              <a:t>ikke</a:t>
            </a:r>
            <a:r>
              <a:rPr lang="da-DK" dirty="0"/>
              <a:t> med i den alfabetiske rækkefølge</a:t>
            </a:r>
          </a:p>
        </p:txBody>
      </p:sp>
      <p:graphicFrame>
        <p:nvGraphicFramePr>
          <p:cNvPr id="4" name="Objekt 3">
            <a:extLst>
              <a:ext uri="{FF2B5EF4-FFF2-40B4-BE49-F238E27FC236}">
                <a16:creationId xmlns:a16="http://schemas.microsoft.com/office/drawing/2014/main" id="{ED6640C0-0C88-4935-8992-321290880B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4681125"/>
              </p:ext>
            </p:extLst>
          </p:nvPr>
        </p:nvGraphicFramePr>
        <p:xfrm>
          <a:off x="5551488" y="2478024"/>
          <a:ext cx="4926012" cy="27955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Sketch" r:id="rId2" imgW="1564200" imgH="888120" progId="ACD.ChemSketch.20">
                  <p:embed/>
                </p:oleObj>
              </mc:Choice>
              <mc:Fallback>
                <p:oleObj name="ChemSketch" r:id="rId2" imgW="1564200" imgH="888120" progId="ACD.ChemSketch.20">
                  <p:embed/>
                  <p:pic>
                    <p:nvPicPr>
                      <p:cNvPr id="4" name="Objekt 3">
                        <a:extLst>
                          <a:ext uri="{FF2B5EF4-FFF2-40B4-BE49-F238E27FC236}">
                            <a16:creationId xmlns:a16="http://schemas.microsoft.com/office/drawing/2014/main" id="{ED6640C0-0C88-4935-8992-321290880B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551488" y="2478024"/>
                        <a:ext cx="4926012" cy="27955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felt 4">
            <a:extLst>
              <a:ext uri="{FF2B5EF4-FFF2-40B4-BE49-F238E27FC236}">
                <a16:creationId xmlns:a16="http://schemas.microsoft.com/office/drawing/2014/main" id="{9FF207AB-CB1C-4695-A984-6EBD846A8164}"/>
              </a:ext>
            </a:extLst>
          </p:cNvPr>
          <p:cNvSpPr txBox="1"/>
          <p:nvPr/>
        </p:nvSpPr>
        <p:spPr>
          <a:xfrm>
            <a:off x="5981700" y="5419725"/>
            <a:ext cx="449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400" dirty="0"/>
              <a:t>4-</a:t>
            </a:r>
            <a:r>
              <a:rPr lang="da-DK" sz="2400" b="1" dirty="0">
                <a:solidFill>
                  <a:srgbClr val="0070C0"/>
                </a:solidFill>
              </a:rPr>
              <a:t>e</a:t>
            </a:r>
            <a:r>
              <a:rPr lang="da-DK" sz="2400" dirty="0"/>
              <a:t>thyl-2,2-di</a:t>
            </a:r>
            <a:r>
              <a:rPr lang="da-DK" sz="2400" b="1" dirty="0">
                <a:solidFill>
                  <a:srgbClr val="0070C0"/>
                </a:solidFill>
              </a:rPr>
              <a:t>m</a:t>
            </a:r>
            <a:r>
              <a:rPr lang="da-DK" sz="2400" dirty="0"/>
              <a:t>ethyloctan</a:t>
            </a:r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D849830F-8F10-4DCC-A72D-3DF2B917F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9111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E4E1E47-04EE-4B06-8E58-DF712ACA9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anchor="ctr">
            <a:normAutofit/>
          </a:bodyPr>
          <a:lstStyle/>
          <a:p>
            <a:r>
              <a:rPr lang="da-DK" dirty="0"/>
              <a:t>Opgaver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AD61738E-1594-4733-9F6A-193AC1D34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17280" y="6356350"/>
            <a:ext cx="2633472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 smtClean="0"/>
              <a:pPr>
                <a:spcAft>
                  <a:spcPts val="600"/>
                </a:spcAft>
              </a:pPr>
              <a:t>32</a:t>
            </a:fld>
            <a:endParaRPr lang="en-US"/>
          </a:p>
        </p:txBody>
      </p:sp>
      <p:graphicFrame>
        <p:nvGraphicFramePr>
          <p:cNvPr id="6" name="Pladsholder til indhold 2">
            <a:extLst>
              <a:ext uri="{FF2B5EF4-FFF2-40B4-BE49-F238E27FC236}">
                <a16:creationId xmlns:a16="http://schemas.microsoft.com/office/drawing/2014/main" id="{D73530D3-BD90-28E6-989C-94CD179FA7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5442989"/>
              </p:ext>
            </p:extLst>
          </p:nvPr>
        </p:nvGraphicFramePr>
        <p:xfrm>
          <a:off x="838200" y="1737360"/>
          <a:ext cx="10506456" cy="4535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100714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9A6051-0A1C-4378-BB8A-D7D31CB31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Strukturformel og molekylformel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8EA7217-B6C2-4732-A3CC-4D23AFEF3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5123307" cy="3694176"/>
          </a:xfrm>
        </p:spPr>
        <p:txBody>
          <a:bodyPr/>
          <a:lstStyle/>
          <a:p>
            <a:r>
              <a:rPr lang="da-DK" dirty="0"/>
              <a:t>Strukturformel viser et molekyles struktur</a:t>
            </a:r>
          </a:p>
          <a:p>
            <a:r>
              <a:rPr lang="da-DK" dirty="0"/>
              <a:t>En molekylformel (også kaldet en sumformel) viser kun antallet af hver slags atom</a:t>
            </a:r>
          </a:p>
          <a:p>
            <a:pPr marL="0" indent="0">
              <a:buNone/>
            </a:pPr>
            <a:endParaRPr lang="da-DK" dirty="0"/>
          </a:p>
        </p:txBody>
      </p:sp>
      <p:graphicFrame>
        <p:nvGraphicFramePr>
          <p:cNvPr id="4" name="Objekt 3">
            <a:extLst>
              <a:ext uri="{FF2B5EF4-FFF2-40B4-BE49-F238E27FC236}">
                <a16:creationId xmlns:a16="http://schemas.microsoft.com/office/drawing/2014/main" id="{737A9BEF-4EB5-4593-A64A-5C180B1E78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6259412"/>
              </p:ext>
            </p:extLst>
          </p:nvPr>
        </p:nvGraphicFramePr>
        <p:xfrm>
          <a:off x="6408738" y="2897188"/>
          <a:ext cx="3925887" cy="207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emSketch" r:id="rId2" imgW="1031400" imgH="546120" progId="ACD.ChemSketch.20">
                  <p:embed/>
                </p:oleObj>
              </mc:Choice>
              <mc:Fallback>
                <p:oleObj name="ChemSketch" r:id="rId2" imgW="1031400" imgH="546120" progId="ACD.ChemSketch.20">
                  <p:embed/>
                  <p:pic>
                    <p:nvPicPr>
                      <p:cNvPr id="4" name="Objekt 3">
                        <a:extLst>
                          <a:ext uri="{FF2B5EF4-FFF2-40B4-BE49-F238E27FC236}">
                            <a16:creationId xmlns:a16="http://schemas.microsoft.com/office/drawing/2014/main" id="{737A9BEF-4EB5-4593-A64A-5C180B1E78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408738" y="2897188"/>
                        <a:ext cx="3925887" cy="207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felt 4">
            <a:extLst>
              <a:ext uri="{FF2B5EF4-FFF2-40B4-BE49-F238E27FC236}">
                <a16:creationId xmlns:a16="http://schemas.microsoft.com/office/drawing/2014/main" id="{B0FF74F5-92BC-4159-82BA-5CF5AB44B02E}"/>
              </a:ext>
            </a:extLst>
          </p:cNvPr>
          <p:cNvSpPr txBox="1"/>
          <p:nvPr/>
        </p:nvSpPr>
        <p:spPr>
          <a:xfrm>
            <a:off x="6674199" y="5353050"/>
            <a:ext cx="36604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800" dirty="0"/>
              <a:t>Molekylformel: C</a:t>
            </a:r>
            <a:r>
              <a:rPr lang="da-DK" sz="2800" baseline="-25000" dirty="0"/>
              <a:t>7</a:t>
            </a:r>
            <a:r>
              <a:rPr lang="da-DK" sz="2800" dirty="0"/>
              <a:t>H</a:t>
            </a:r>
            <a:r>
              <a:rPr lang="da-DK" sz="2800" baseline="-25000" dirty="0"/>
              <a:t>16</a:t>
            </a:r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CB23AB85-6CC1-49D4-BDB5-8C6A1A3EC83A}"/>
              </a:ext>
            </a:extLst>
          </p:cNvPr>
          <p:cNvSpPr txBox="1"/>
          <p:nvPr/>
        </p:nvSpPr>
        <p:spPr>
          <a:xfrm>
            <a:off x="6537919" y="2257416"/>
            <a:ext cx="26463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800" dirty="0"/>
              <a:t>Strukturformel:</a:t>
            </a:r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0EBB8B55-7BD3-41EC-B82F-5D79720EE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617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4A5A78-F3BF-41B3-A27B-441BE3169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Alkaners</a:t>
            </a:r>
            <a:r>
              <a:rPr lang="da-DK" dirty="0"/>
              <a:t> egenskaber - polaritet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0878ABE-0DEB-4EE3-9211-9CF475F38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Elektronegativiteten for C er 2,5 og for H er den 2,1</a:t>
            </a:r>
          </a:p>
          <a:p>
            <a:r>
              <a:rPr lang="da-DK" dirty="0"/>
              <a:t>Dette giver en forskel på 0,4</a:t>
            </a:r>
          </a:p>
          <a:p>
            <a:r>
              <a:rPr lang="da-DK" dirty="0"/>
              <a:t>Alle </a:t>
            </a:r>
            <a:r>
              <a:rPr lang="da-DK" dirty="0" err="1"/>
              <a:t>alkaner</a:t>
            </a:r>
            <a:r>
              <a:rPr lang="da-DK" dirty="0"/>
              <a:t> er derfor </a:t>
            </a:r>
            <a:r>
              <a:rPr lang="da-DK" dirty="0" err="1"/>
              <a:t>upolære</a:t>
            </a:r>
            <a:r>
              <a:rPr lang="da-DK" dirty="0"/>
              <a:t> stoffer og dermed uopløselige i vand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6381A458-B398-493E-B802-3542967F6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6105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C7EC66-7CE0-4D70-9868-D8C2D13B4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Alkaners</a:t>
            </a:r>
            <a:r>
              <a:rPr lang="da-DK" dirty="0"/>
              <a:t> egenskaber - forbrænding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071C851-B1D1-445B-B486-4020F3E22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Alle </a:t>
            </a:r>
            <a:r>
              <a:rPr lang="da-DK" dirty="0" err="1"/>
              <a:t>alkaner</a:t>
            </a:r>
            <a:r>
              <a:rPr lang="da-DK" dirty="0"/>
              <a:t> er brændbare</a:t>
            </a:r>
          </a:p>
          <a:p>
            <a:r>
              <a:rPr lang="da-DK" dirty="0"/>
              <a:t>Til en forbrænding skal der bruges </a:t>
            </a:r>
            <a:r>
              <a:rPr lang="da-DK" dirty="0" err="1"/>
              <a:t>dioxygen</a:t>
            </a:r>
            <a:r>
              <a:rPr lang="da-DK" dirty="0"/>
              <a:t> (O</a:t>
            </a:r>
            <a:r>
              <a:rPr lang="da-DK" baseline="-25000" dirty="0"/>
              <a:t>2</a:t>
            </a:r>
            <a:r>
              <a:rPr lang="da-DK" dirty="0"/>
              <a:t>) og der dannes carbondioxid (CO</a:t>
            </a:r>
            <a:r>
              <a:rPr lang="da-DK" baseline="-25000" dirty="0"/>
              <a:t>2</a:t>
            </a:r>
            <a:r>
              <a:rPr lang="da-DK" dirty="0"/>
              <a:t>) og vand (H</a:t>
            </a:r>
            <a:r>
              <a:rPr lang="da-DK" baseline="-25000" dirty="0"/>
              <a:t>2</a:t>
            </a:r>
            <a:r>
              <a:rPr lang="da-DK" dirty="0"/>
              <a:t>O)</a:t>
            </a:r>
          </a:p>
          <a:p>
            <a:r>
              <a:rPr lang="da-DK" dirty="0"/>
              <a:t>Fx C</a:t>
            </a:r>
            <a:r>
              <a:rPr lang="da-DK" baseline="-25000" dirty="0"/>
              <a:t>3</a:t>
            </a:r>
            <a:r>
              <a:rPr lang="da-DK" dirty="0"/>
              <a:t>H</a:t>
            </a:r>
            <a:r>
              <a:rPr lang="da-DK" baseline="-25000" dirty="0"/>
              <a:t>8</a:t>
            </a:r>
            <a:r>
              <a:rPr lang="da-DK" dirty="0"/>
              <a:t> + 5O</a:t>
            </a:r>
            <a:r>
              <a:rPr lang="da-DK" baseline="-25000" dirty="0"/>
              <a:t>2</a:t>
            </a:r>
            <a:r>
              <a:rPr lang="da-DK" dirty="0"/>
              <a:t> </a:t>
            </a:r>
            <a:r>
              <a:rPr lang="da-DK" dirty="0">
                <a:sym typeface="Wingdings" panose="05000000000000000000" pitchFamily="2" charset="2"/>
              </a:rPr>
              <a:t> 3CO</a:t>
            </a:r>
            <a:r>
              <a:rPr lang="da-DK" baseline="-25000" dirty="0">
                <a:sym typeface="Wingdings" panose="05000000000000000000" pitchFamily="2" charset="2"/>
              </a:rPr>
              <a:t>2</a:t>
            </a:r>
            <a:r>
              <a:rPr lang="da-DK" dirty="0">
                <a:sym typeface="Wingdings" panose="05000000000000000000" pitchFamily="2" charset="2"/>
              </a:rPr>
              <a:t> + 4H</a:t>
            </a:r>
            <a:r>
              <a:rPr lang="da-DK" baseline="-25000" dirty="0">
                <a:sym typeface="Wingdings" panose="05000000000000000000" pitchFamily="2" charset="2"/>
              </a:rPr>
              <a:t>2</a:t>
            </a:r>
            <a:r>
              <a:rPr lang="da-DK" dirty="0">
                <a:sym typeface="Wingdings" panose="05000000000000000000" pitchFamily="2" charset="2"/>
              </a:rPr>
              <a:t>O</a:t>
            </a:r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A8BBC245-F223-4C5F-843F-053F581ED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100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380AD67-C5CA-4918-B4BB-C359BB03E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7A43851-A638-4845-A4AD-56A392BF9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216" y="1076324"/>
            <a:ext cx="6272784" cy="1535051"/>
          </a:xfrm>
        </p:spPr>
        <p:txBody>
          <a:bodyPr anchor="b">
            <a:normAutofit/>
          </a:bodyPr>
          <a:lstStyle/>
          <a:p>
            <a:r>
              <a:rPr lang="da-DK" sz="5200"/>
              <a:t>Olie og gas</a:t>
            </a:r>
          </a:p>
        </p:txBody>
      </p:sp>
      <p:pic>
        <p:nvPicPr>
          <p:cNvPr id="6" name="Picture 5" descr="Fugleperspektiv på søens sigt">
            <a:extLst>
              <a:ext uri="{FF2B5EF4-FFF2-40B4-BE49-F238E27FC236}">
                <a16:creationId xmlns:a16="http://schemas.microsoft.com/office/drawing/2014/main" id="{582D397C-7151-5A46-A53D-6900633AA4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009" r="39139" b="-1"/>
          <a:stretch>
            <a:fillRect/>
          </a:stretch>
        </p:blipFill>
        <p:spPr>
          <a:xfrm>
            <a:off x="20" y="10"/>
            <a:ext cx="4505305" cy="6857990"/>
          </a:xfrm>
          <a:prstGeom prst="rect">
            <a:avLst/>
          </a:prstGeom>
        </p:spPr>
      </p:pic>
      <p:sp>
        <p:nvSpPr>
          <p:cNvPr id="12" name="!!accent">
            <a:extLst>
              <a:ext uri="{FF2B5EF4-FFF2-40B4-BE49-F238E27FC236}">
                <a16:creationId xmlns:a16="http://schemas.microsoft.com/office/drawing/2014/main" id="{EABAD4DA-87BA-4F70-9EF0-45C6BCF17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17960" y="36338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5128D9-2797-47FA-B6FE-EC24E6B84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9266" y="2935541"/>
            <a:ext cx="62179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CCE0E6A-E502-4112-AF19-BE71FDE52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216" y="3351276"/>
            <a:ext cx="6272784" cy="2825686"/>
          </a:xfrm>
        </p:spPr>
        <p:txBody>
          <a:bodyPr>
            <a:normAutofit/>
          </a:bodyPr>
          <a:lstStyle/>
          <a:p>
            <a:r>
              <a:rPr lang="da-DK" sz="1800"/>
              <a:t>Olie og gas der pumpes op fra Nordsøen (eller mange andre steder, fx Saudi-Arabien eller Venezuela) består af alkaner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EE646E9-64C3-4D15-ABE5-2B1D26CA2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73642" y="6356350"/>
            <a:ext cx="128016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 smtClean="0"/>
              <a:pPr>
                <a:spcAft>
                  <a:spcPts val="600"/>
                </a:spcAft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033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F5E0712-A3DF-4ECF-BB8B-E207150B2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da-DK" dirty="0"/>
              <a:t>Opgaver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9144"/>
          </a:xfrm>
          <a:prstGeom prst="rect">
            <a:avLst/>
          </a:prstGeom>
          <a:solidFill>
            <a:schemeClr val="tx1">
              <a:lumMod val="65000"/>
              <a:lumOff val="35000"/>
              <a:alpha val="30000"/>
            </a:schemeClr>
          </a:solidFill>
          <a:ln w="9525">
            <a:solidFill>
              <a:schemeClr val="tx1">
                <a:lumMod val="65000"/>
                <a:lumOff val="35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A04867D7-39E7-4408-B69A-968B2C807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73254" y="6356350"/>
            <a:ext cx="247749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 smtClean="0"/>
              <a:pPr>
                <a:spcAft>
                  <a:spcPts val="600"/>
                </a:spcAft>
              </a:pPr>
              <a:t>37</a:t>
            </a:fld>
            <a:endParaRPr lang="en-US"/>
          </a:p>
        </p:txBody>
      </p:sp>
      <p:graphicFrame>
        <p:nvGraphicFramePr>
          <p:cNvPr id="6" name="Pladsholder til indhold 2">
            <a:extLst>
              <a:ext uri="{FF2B5EF4-FFF2-40B4-BE49-F238E27FC236}">
                <a16:creationId xmlns:a16="http://schemas.microsoft.com/office/drawing/2014/main" id="{EA1398EE-76D5-F855-483F-8FC47630DC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4891748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991645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84ED49-7B7B-4A08-1483-6F5EE35BE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Oversigt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766CC6A-2FEF-7BA1-B387-5AE6B1D03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1728215"/>
            <a:ext cx="10168128" cy="4857641"/>
          </a:xfrm>
        </p:spPr>
        <p:txBody>
          <a:bodyPr>
            <a:normAutofit/>
          </a:bodyPr>
          <a:lstStyle/>
          <a:p>
            <a:r>
              <a:rPr lang="da-DK" dirty="0"/>
              <a:t>Organisk kemi (indeholder </a:t>
            </a:r>
            <a:r>
              <a:rPr lang="da-DK" dirty="0" err="1"/>
              <a:t>carbon</a:t>
            </a:r>
            <a:r>
              <a:rPr lang="da-DK" dirty="0"/>
              <a:t>, C)</a:t>
            </a:r>
          </a:p>
          <a:p>
            <a:r>
              <a:rPr lang="da-DK" dirty="0"/>
              <a:t>Carbonhydrider (kun C og H)</a:t>
            </a:r>
          </a:p>
          <a:p>
            <a:r>
              <a:rPr lang="da-DK" dirty="0" err="1"/>
              <a:t>Alkaner</a:t>
            </a:r>
            <a:r>
              <a:rPr lang="da-DK" dirty="0"/>
              <a:t> (kun enkeltbindinger)</a:t>
            </a:r>
          </a:p>
          <a:p>
            <a:r>
              <a:rPr lang="da-DK" dirty="0"/>
              <a:t>Navngivning (</a:t>
            </a:r>
            <a:r>
              <a:rPr lang="da-DK" dirty="0" err="1"/>
              <a:t>uforgrenede</a:t>
            </a:r>
            <a:r>
              <a:rPr lang="da-DK" dirty="0"/>
              <a:t>, én sidekæde, flere ens sidekæder, forskellige sidekæder)</a:t>
            </a:r>
          </a:p>
          <a:p>
            <a:r>
              <a:rPr lang="da-DK" dirty="0"/>
              <a:t>Polaritet</a:t>
            </a:r>
          </a:p>
          <a:p>
            <a:r>
              <a:rPr lang="da-DK" dirty="0"/>
              <a:t>Brændbarhed</a:t>
            </a:r>
          </a:p>
          <a:p>
            <a:r>
              <a:rPr lang="da-DK" dirty="0"/>
              <a:t>Olie og naturgas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70ADCAD-AA6E-23FB-9D6C-5C1432178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265699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DarkSeedLeftStep">
      <a:dk1>
        <a:srgbClr val="000000"/>
      </a:dk1>
      <a:lt1>
        <a:srgbClr val="FFFFFF"/>
      </a:lt1>
      <a:dk2>
        <a:srgbClr val="311C21"/>
      </a:dk2>
      <a:lt2>
        <a:srgbClr val="F0F3F3"/>
      </a:lt2>
      <a:accent1>
        <a:srgbClr val="C34D55"/>
      </a:accent1>
      <a:accent2>
        <a:srgbClr val="B13B75"/>
      </a:accent2>
      <a:accent3>
        <a:srgbClr val="C34DB8"/>
      </a:accent3>
      <a:accent4>
        <a:srgbClr val="8B3BB1"/>
      </a:accent4>
      <a:accent5>
        <a:srgbClr val="6B4DC3"/>
      </a:accent5>
      <a:accent6>
        <a:srgbClr val="3B4DB1"/>
      </a:accent6>
      <a:hlink>
        <a:srgbClr val="8453C5"/>
      </a:hlink>
      <a:folHlink>
        <a:srgbClr val="7F7F7F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779</TotalTime>
  <Words>1103</Words>
  <Application>Microsoft Office PowerPoint</Application>
  <PresentationFormat>Widescreen</PresentationFormat>
  <Paragraphs>219</Paragraphs>
  <Slides>38</Slides>
  <Notes>0</Notes>
  <HiddenSlides>0</HiddenSlides>
  <MMClips>0</MMClips>
  <ScaleCrop>false</ScaleCrop>
  <HeadingPairs>
    <vt:vector size="8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Integrerede OLE-servere</vt:lpstr>
      </vt:variant>
      <vt:variant>
        <vt:i4>1</vt:i4>
      </vt:variant>
      <vt:variant>
        <vt:lpstr>Slidetitler</vt:lpstr>
      </vt:variant>
      <vt:variant>
        <vt:i4>38</vt:i4>
      </vt:variant>
    </vt:vector>
  </HeadingPairs>
  <TitlesOfParts>
    <vt:vector size="44" baseType="lpstr">
      <vt:lpstr>Arial</vt:lpstr>
      <vt:lpstr>Avenir Next LT Pro</vt:lpstr>
      <vt:lpstr>Calibri</vt:lpstr>
      <vt:lpstr>Wingdings</vt:lpstr>
      <vt:lpstr>AccentBoxVTI</vt:lpstr>
      <vt:lpstr>ChemSketch</vt:lpstr>
      <vt:lpstr>Organisk kemi 1: Alkaner</vt:lpstr>
      <vt:lpstr>Repetition  - grundstoffer</vt:lpstr>
      <vt:lpstr>Repetition – kemiske forbindelser</vt:lpstr>
      <vt:lpstr>Oversigt</vt:lpstr>
      <vt:lpstr>Et specielt grundstof: carbon</vt:lpstr>
      <vt:lpstr>Et specielt grundstof: carbon</vt:lpstr>
      <vt:lpstr>Undtagelser</vt:lpstr>
      <vt:lpstr>Oversigt</vt:lpstr>
      <vt:lpstr>Organisk kemi</vt:lpstr>
      <vt:lpstr>Opgaver</vt:lpstr>
      <vt:lpstr>Organisk kemi: carbonhydrider</vt:lpstr>
      <vt:lpstr>Organisk kemi: alkaner</vt:lpstr>
      <vt:lpstr>Oversigt</vt:lpstr>
      <vt:lpstr>Eksempler</vt:lpstr>
      <vt:lpstr>Eksempler</vt:lpstr>
      <vt:lpstr>Opgaver</vt:lpstr>
      <vt:lpstr>Strukturformler</vt:lpstr>
      <vt:lpstr>Strukturformler</vt:lpstr>
      <vt:lpstr>Navngivning af alkaner (de uforgrenede)</vt:lpstr>
      <vt:lpstr>Opgaver</vt:lpstr>
      <vt:lpstr>Navngivning af alkaner med én sidekæde</vt:lpstr>
      <vt:lpstr>Sidekæders navne</vt:lpstr>
      <vt:lpstr>Sidekæders nummerering</vt:lpstr>
      <vt:lpstr>Hovedkæden</vt:lpstr>
      <vt:lpstr>Opgaver </vt:lpstr>
      <vt:lpstr>Navngivning af alkaner med flere ens sidekæder</vt:lpstr>
      <vt:lpstr>Et eksempel</vt:lpstr>
      <vt:lpstr>Et eksempel mere</vt:lpstr>
      <vt:lpstr>Opgaver</vt:lpstr>
      <vt:lpstr>Alkaner med forskellige sidekæder</vt:lpstr>
      <vt:lpstr>Alkaner med forskellige sidekæder</vt:lpstr>
      <vt:lpstr>Opgaver</vt:lpstr>
      <vt:lpstr>Strukturformel og molekylformel</vt:lpstr>
      <vt:lpstr>Alkaners egenskaber - polaritet</vt:lpstr>
      <vt:lpstr>Alkaners egenskaber - forbrænding</vt:lpstr>
      <vt:lpstr>Olie og gas</vt:lpstr>
      <vt:lpstr>Opgaver</vt:lpstr>
      <vt:lpstr>Oversigt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Organisk kemi</dc:title>
  <dc:creator>Henry Vest</dc:creator>
  <cp:lastModifiedBy>Henry Valdemar Vest</cp:lastModifiedBy>
  <cp:revision>33</cp:revision>
  <dcterms:created xsi:type="dcterms:W3CDTF">2020-12-22T09:28:17Z</dcterms:created>
  <dcterms:modified xsi:type="dcterms:W3CDTF">2026-09-30T11:27:35Z</dcterms:modified>
</cp:coreProperties>
</file>