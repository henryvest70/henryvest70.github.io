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61"/>
  </p:notesMasterIdLst>
  <p:sldIdLst>
    <p:sldId id="256" r:id="rId2"/>
    <p:sldId id="273" r:id="rId3"/>
    <p:sldId id="274" r:id="rId4"/>
    <p:sldId id="275" r:id="rId5"/>
    <p:sldId id="286" r:id="rId6"/>
    <p:sldId id="282" r:id="rId7"/>
    <p:sldId id="283" r:id="rId8"/>
    <p:sldId id="288" r:id="rId9"/>
    <p:sldId id="289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290" r:id="rId18"/>
    <p:sldId id="284" r:id="rId19"/>
    <p:sldId id="301" r:id="rId20"/>
    <p:sldId id="285" r:id="rId21"/>
    <p:sldId id="292" r:id="rId22"/>
    <p:sldId id="302" r:id="rId23"/>
    <p:sldId id="303" r:id="rId24"/>
    <p:sldId id="304" r:id="rId25"/>
    <p:sldId id="305" r:id="rId26"/>
    <p:sldId id="306" r:id="rId27"/>
    <p:sldId id="307" r:id="rId28"/>
    <p:sldId id="308" r:id="rId29"/>
    <p:sldId id="276" r:id="rId30"/>
    <p:sldId id="277" r:id="rId31"/>
    <p:sldId id="278" r:id="rId32"/>
    <p:sldId id="279" r:id="rId33"/>
    <p:sldId id="311" r:id="rId34"/>
    <p:sldId id="312" r:id="rId35"/>
    <p:sldId id="280" r:id="rId36"/>
    <p:sldId id="291" r:id="rId37"/>
    <p:sldId id="293" r:id="rId38"/>
    <p:sldId id="313" r:id="rId39"/>
    <p:sldId id="310" r:id="rId40"/>
    <p:sldId id="309" r:id="rId41"/>
    <p:sldId id="315" r:id="rId42"/>
    <p:sldId id="316" r:id="rId43"/>
    <p:sldId id="257" r:id="rId44"/>
    <p:sldId id="258" r:id="rId45"/>
    <p:sldId id="259" r:id="rId46"/>
    <p:sldId id="260" r:id="rId47"/>
    <p:sldId id="261" r:id="rId48"/>
    <p:sldId id="262" r:id="rId49"/>
    <p:sldId id="264" r:id="rId50"/>
    <p:sldId id="265" r:id="rId51"/>
    <p:sldId id="266" r:id="rId52"/>
    <p:sldId id="267" r:id="rId53"/>
    <p:sldId id="268" r:id="rId54"/>
    <p:sldId id="269" r:id="rId55"/>
    <p:sldId id="270" r:id="rId56"/>
    <p:sldId id="271" r:id="rId57"/>
    <p:sldId id="272" r:id="rId58"/>
    <p:sldId id="314" r:id="rId59"/>
    <p:sldId id="287" r:id="rId6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8EA91A-9CA8-4091-BA75-AC397C13F8A2}" v="28" dt="2026-09-24T05:57:01.5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y Valdemar Vest" userId="f5b1f0ec-4051-405f-83b3-0c678f78df49" providerId="ADAL" clId="{0B671710-12AA-4A9C-8982-6D6CBD054718}"/>
    <pc:docChg chg="undo custSel addSld delSld modSld sldOrd">
      <pc:chgData name="Henry Valdemar Vest" userId="f5b1f0ec-4051-405f-83b3-0c678f78df49" providerId="ADAL" clId="{0B671710-12AA-4A9C-8982-6D6CBD054718}" dt="2026-09-24T06:11:05.067" v="11089" actId="20577"/>
      <pc:docMkLst>
        <pc:docMk/>
      </pc:docMkLst>
      <pc:sldChg chg="modSp">
        <pc:chgData name="Henry Valdemar Vest" userId="f5b1f0ec-4051-405f-83b3-0c678f78df49" providerId="ADAL" clId="{0B671710-12AA-4A9C-8982-6D6CBD054718}" dt="2026-09-22T08:11:01.801" v="40" actId="20577"/>
        <pc:sldMkLst>
          <pc:docMk/>
          <pc:sldMk cId="2606529302" sldId="256"/>
        </pc:sldMkLst>
        <pc:spChg chg="mod">
          <ac:chgData name="Henry Valdemar Vest" userId="f5b1f0ec-4051-405f-83b3-0c678f78df49" providerId="ADAL" clId="{0B671710-12AA-4A9C-8982-6D6CBD054718}" dt="2026-09-22T08:11:01.801" v="40" actId="20577"/>
          <ac:spMkLst>
            <pc:docMk/>
            <pc:sldMk cId="2606529302" sldId="256"/>
            <ac:spMk id="3" creationId="{83CCA327-ADC9-2525-0D0A-B32437021514}"/>
          </ac:spMkLst>
        </pc:spChg>
      </pc:sldChg>
      <pc:sldChg chg="modSp mod">
        <pc:chgData name="Henry Valdemar Vest" userId="f5b1f0ec-4051-405f-83b3-0c678f78df49" providerId="ADAL" clId="{0B671710-12AA-4A9C-8982-6D6CBD054718}" dt="2026-09-24T06:09:37.357" v="11082" actId="20577"/>
        <pc:sldMkLst>
          <pc:docMk/>
          <pc:sldMk cId="4022339873" sldId="262"/>
        </pc:sldMkLst>
        <pc:graphicFrameChg chg="modGraphic">
          <ac:chgData name="Henry Valdemar Vest" userId="f5b1f0ec-4051-405f-83b3-0c678f78df49" providerId="ADAL" clId="{0B671710-12AA-4A9C-8982-6D6CBD054718}" dt="2026-09-24T06:09:37.357" v="11082" actId="20577"/>
          <ac:graphicFrameMkLst>
            <pc:docMk/>
            <pc:sldMk cId="4022339873" sldId="262"/>
            <ac:graphicFrameMk id="12" creationId="{EFEABF11-1B75-474B-6975-F41C0F340743}"/>
          </ac:graphicFrameMkLst>
        </pc:graphicFrameChg>
      </pc:sldChg>
      <pc:sldChg chg="del">
        <pc:chgData name="Henry Valdemar Vest" userId="f5b1f0ec-4051-405f-83b3-0c678f78df49" providerId="ADAL" clId="{0B671710-12AA-4A9C-8982-6D6CBD054718}" dt="2026-09-23T12:44:08.664" v="10632" actId="2696"/>
        <pc:sldMkLst>
          <pc:docMk/>
          <pc:sldMk cId="1787817636" sldId="263"/>
        </pc:sldMkLst>
      </pc:sldChg>
      <pc:sldChg chg="addSp delSp modSp mod">
        <pc:chgData name="Henry Valdemar Vest" userId="f5b1f0ec-4051-405f-83b3-0c678f78df49" providerId="ADAL" clId="{0B671710-12AA-4A9C-8982-6D6CBD054718}" dt="2026-09-14T07:25:11.095" v="21" actId="1076"/>
        <pc:sldMkLst>
          <pc:docMk/>
          <pc:sldMk cId="1555007063" sldId="266"/>
        </pc:sldMkLst>
        <pc:spChg chg="add mod ord">
          <ac:chgData name="Henry Valdemar Vest" userId="f5b1f0ec-4051-405f-83b3-0c678f78df49" providerId="ADAL" clId="{0B671710-12AA-4A9C-8982-6D6CBD054718}" dt="2026-09-14T07:22:50.031" v="5" actId="13822"/>
          <ac:spMkLst>
            <pc:docMk/>
            <pc:sldMk cId="1555007063" sldId="266"/>
            <ac:spMk id="6" creationId="{422F40AE-7F47-4CA2-1167-83D781DECAB7}"/>
          </ac:spMkLst>
        </pc:spChg>
        <pc:spChg chg="add mod ord">
          <ac:chgData name="Henry Valdemar Vest" userId="f5b1f0ec-4051-405f-83b3-0c678f78df49" providerId="ADAL" clId="{0B671710-12AA-4A9C-8982-6D6CBD054718}" dt="2026-09-14T07:24:31.153" v="17" actId="692"/>
          <ac:spMkLst>
            <pc:docMk/>
            <pc:sldMk cId="1555007063" sldId="266"/>
            <ac:spMk id="7" creationId="{735EB749-A689-6B1E-6444-4BFE4603B197}"/>
          </ac:spMkLst>
        </pc:spChg>
        <pc:spChg chg="add mod">
          <ac:chgData name="Henry Valdemar Vest" userId="f5b1f0ec-4051-405f-83b3-0c678f78df49" providerId="ADAL" clId="{0B671710-12AA-4A9C-8982-6D6CBD054718}" dt="2026-09-14T07:25:11.095" v="21" actId="1076"/>
          <ac:spMkLst>
            <pc:docMk/>
            <pc:sldMk cId="1555007063" sldId="266"/>
            <ac:spMk id="9" creationId="{873BFB26-A4C7-0F5D-3BD0-FE954163DE33}"/>
          </ac:spMkLst>
        </pc:spChg>
      </pc:sldChg>
      <pc:sldChg chg="modSp mod">
        <pc:chgData name="Henry Valdemar Vest" userId="f5b1f0ec-4051-405f-83b3-0c678f78df49" providerId="ADAL" clId="{0B671710-12AA-4A9C-8982-6D6CBD054718}" dt="2026-09-23T13:30:47.414" v="10707" actId="20577"/>
        <pc:sldMkLst>
          <pc:docMk/>
          <pc:sldMk cId="1260199476" sldId="267"/>
        </pc:sldMkLst>
        <pc:spChg chg="mod">
          <ac:chgData name="Henry Valdemar Vest" userId="f5b1f0ec-4051-405f-83b3-0c678f78df49" providerId="ADAL" clId="{0B671710-12AA-4A9C-8982-6D6CBD054718}" dt="2026-09-23T13:30:47.414" v="10707" actId="20577"/>
          <ac:spMkLst>
            <pc:docMk/>
            <pc:sldMk cId="1260199476" sldId="267"/>
            <ac:spMk id="6" creationId="{8D95DF97-8413-C8C4-F24C-EF229DF14B85}"/>
          </ac:spMkLst>
        </pc:spChg>
      </pc:sldChg>
      <pc:sldChg chg="modSp mod">
        <pc:chgData name="Henry Valdemar Vest" userId="f5b1f0ec-4051-405f-83b3-0c678f78df49" providerId="ADAL" clId="{0B671710-12AA-4A9C-8982-6D6CBD054718}" dt="2026-09-24T06:09:59.733" v="11085" actId="20577"/>
        <pc:sldMkLst>
          <pc:docMk/>
          <pc:sldMk cId="995494282" sldId="268"/>
        </pc:sldMkLst>
        <pc:spChg chg="mod">
          <ac:chgData name="Henry Valdemar Vest" userId="f5b1f0ec-4051-405f-83b3-0c678f78df49" providerId="ADAL" clId="{0B671710-12AA-4A9C-8982-6D6CBD054718}" dt="2026-09-24T06:09:59.733" v="11085" actId="20577"/>
          <ac:spMkLst>
            <pc:docMk/>
            <pc:sldMk cId="995494282" sldId="268"/>
            <ac:spMk id="3" creationId="{FB08B1C7-BFAC-2784-9630-004151B22263}"/>
          </ac:spMkLst>
        </pc:spChg>
      </pc:sldChg>
      <pc:sldChg chg="modSp mod">
        <pc:chgData name="Henry Valdemar Vest" userId="f5b1f0ec-4051-405f-83b3-0c678f78df49" providerId="ADAL" clId="{0B671710-12AA-4A9C-8982-6D6CBD054718}" dt="2026-09-23T13:22:34.843" v="10700" actId="20577"/>
        <pc:sldMkLst>
          <pc:docMk/>
          <pc:sldMk cId="3100456385" sldId="269"/>
        </pc:sldMkLst>
        <pc:spChg chg="mod">
          <ac:chgData name="Henry Valdemar Vest" userId="f5b1f0ec-4051-405f-83b3-0c678f78df49" providerId="ADAL" clId="{0B671710-12AA-4A9C-8982-6D6CBD054718}" dt="2026-09-23T13:22:34.843" v="10700" actId="20577"/>
          <ac:spMkLst>
            <pc:docMk/>
            <pc:sldMk cId="3100456385" sldId="269"/>
            <ac:spMk id="3" creationId="{6F7208AD-997C-7372-1CD4-13B6ECE5514E}"/>
          </ac:spMkLst>
        </pc:spChg>
      </pc:sldChg>
      <pc:sldChg chg="modSp mod">
        <pc:chgData name="Henry Valdemar Vest" userId="f5b1f0ec-4051-405f-83b3-0c678f78df49" providerId="ADAL" clId="{0B671710-12AA-4A9C-8982-6D6CBD054718}" dt="2026-09-23T12:40:18.308" v="10631" actId="20577"/>
        <pc:sldMkLst>
          <pc:docMk/>
          <pc:sldMk cId="3340174735" sldId="271"/>
        </pc:sldMkLst>
        <pc:spChg chg="mod">
          <ac:chgData name="Henry Valdemar Vest" userId="f5b1f0ec-4051-405f-83b3-0c678f78df49" providerId="ADAL" clId="{0B671710-12AA-4A9C-8982-6D6CBD054718}" dt="2026-09-23T12:40:18.308" v="10631" actId="20577"/>
          <ac:spMkLst>
            <pc:docMk/>
            <pc:sldMk cId="3340174735" sldId="271"/>
            <ac:spMk id="3" creationId="{79C6B578-9C23-3EB6-BB24-ACD0BC8F94B5}"/>
          </ac:spMkLst>
        </pc:spChg>
      </pc:sldChg>
      <pc:sldChg chg="modSp mod">
        <pc:chgData name="Henry Valdemar Vest" userId="f5b1f0ec-4051-405f-83b3-0c678f78df49" providerId="ADAL" clId="{0B671710-12AA-4A9C-8982-6D6CBD054718}" dt="2026-09-24T06:11:05.067" v="11089" actId="20577"/>
        <pc:sldMkLst>
          <pc:docMk/>
          <pc:sldMk cId="3320540257" sldId="272"/>
        </pc:sldMkLst>
        <pc:graphicFrameChg chg="modGraphic">
          <ac:chgData name="Henry Valdemar Vest" userId="f5b1f0ec-4051-405f-83b3-0c678f78df49" providerId="ADAL" clId="{0B671710-12AA-4A9C-8982-6D6CBD054718}" dt="2026-09-24T06:11:05.067" v="11089" actId="20577"/>
          <ac:graphicFrameMkLst>
            <pc:docMk/>
            <pc:sldMk cId="3320540257" sldId="272"/>
            <ac:graphicFrameMk id="5" creationId="{74764CAA-1D9C-3D5B-4CD4-C864EF14796B}"/>
          </ac:graphicFrameMkLst>
        </pc:graphicFrameChg>
      </pc:sldChg>
      <pc:sldChg chg="modSp mod">
        <pc:chgData name="Henry Valdemar Vest" userId="f5b1f0ec-4051-405f-83b3-0c678f78df49" providerId="ADAL" clId="{0B671710-12AA-4A9C-8982-6D6CBD054718}" dt="2026-09-22T09:07:04.188" v="3063" actId="20577"/>
        <pc:sldMkLst>
          <pc:docMk/>
          <pc:sldMk cId="1145088089" sldId="274"/>
        </pc:sldMkLst>
        <pc:spChg chg="mod">
          <ac:chgData name="Henry Valdemar Vest" userId="f5b1f0ec-4051-405f-83b3-0c678f78df49" providerId="ADAL" clId="{0B671710-12AA-4A9C-8982-6D6CBD054718}" dt="2026-09-22T09:07:04.188" v="3063" actId="20577"/>
          <ac:spMkLst>
            <pc:docMk/>
            <pc:sldMk cId="1145088089" sldId="274"/>
            <ac:spMk id="3" creationId="{50B33CF1-FF6C-F649-7F27-CF3BFC70ACCE}"/>
          </ac:spMkLst>
        </pc:spChg>
      </pc:sldChg>
      <pc:sldChg chg="modSp mod">
        <pc:chgData name="Henry Valdemar Vest" userId="f5b1f0ec-4051-405f-83b3-0c678f78df49" providerId="ADAL" clId="{0B671710-12AA-4A9C-8982-6D6CBD054718}" dt="2026-09-22T08:22:56.929" v="1256" actId="20577"/>
        <pc:sldMkLst>
          <pc:docMk/>
          <pc:sldMk cId="3221114680" sldId="275"/>
        </pc:sldMkLst>
        <pc:spChg chg="mod">
          <ac:chgData name="Henry Valdemar Vest" userId="f5b1f0ec-4051-405f-83b3-0c678f78df49" providerId="ADAL" clId="{0B671710-12AA-4A9C-8982-6D6CBD054718}" dt="2026-09-22T08:22:56.929" v="1256" actId="20577"/>
          <ac:spMkLst>
            <pc:docMk/>
            <pc:sldMk cId="3221114680" sldId="275"/>
            <ac:spMk id="3" creationId="{0CF98F62-5822-D271-60B0-808F40EF0624}"/>
          </ac:spMkLst>
        </pc:spChg>
      </pc:sldChg>
      <pc:sldChg chg="modSp mod">
        <pc:chgData name="Henry Valdemar Vest" userId="f5b1f0ec-4051-405f-83b3-0c678f78df49" providerId="ADAL" clId="{0B671710-12AA-4A9C-8982-6D6CBD054718}" dt="2026-09-22T09:55:34.387" v="4020" actId="20577"/>
        <pc:sldMkLst>
          <pc:docMk/>
          <pc:sldMk cId="212778416" sldId="276"/>
        </pc:sldMkLst>
        <pc:spChg chg="mod">
          <ac:chgData name="Henry Valdemar Vest" userId="f5b1f0ec-4051-405f-83b3-0c678f78df49" providerId="ADAL" clId="{0B671710-12AA-4A9C-8982-6D6CBD054718}" dt="2026-09-22T09:55:34.387" v="4020" actId="20577"/>
          <ac:spMkLst>
            <pc:docMk/>
            <pc:sldMk cId="212778416" sldId="276"/>
            <ac:spMk id="3" creationId="{56B433DA-734A-9802-4746-969C8DB1ED91}"/>
          </ac:spMkLst>
        </pc:spChg>
      </pc:sldChg>
      <pc:sldChg chg="modSp mod">
        <pc:chgData name="Henry Valdemar Vest" userId="f5b1f0ec-4051-405f-83b3-0c678f78df49" providerId="ADAL" clId="{0B671710-12AA-4A9C-8982-6D6CBD054718}" dt="2026-09-23T13:28:19.541" v="10704" actId="20577"/>
        <pc:sldMkLst>
          <pc:docMk/>
          <pc:sldMk cId="731661684" sldId="277"/>
        </pc:sldMkLst>
        <pc:spChg chg="mod">
          <ac:chgData name="Henry Valdemar Vest" userId="f5b1f0ec-4051-405f-83b3-0c678f78df49" providerId="ADAL" clId="{0B671710-12AA-4A9C-8982-6D6CBD054718}" dt="2026-09-22T08:40:15.024" v="2364" actId="20577"/>
          <ac:spMkLst>
            <pc:docMk/>
            <pc:sldMk cId="731661684" sldId="277"/>
            <ac:spMk id="2" creationId="{40CD4ED2-2013-FB38-073E-29F8FB0400DA}"/>
          </ac:spMkLst>
        </pc:spChg>
        <pc:spChg chg="mod">
          <ac:chgData name="Henry Valdemar Vest" userId="f5b1f0ec-4051-405f-83b3-0c678f78df49" providerId="ADAL" clId="{0B671710-12AA-4A9C-8982-6D6CBD054718}" dt="2026-09-23T13:28:19.541" v="10704" actId="20577"/>
          <ac:spMkLst>
            <pc:docMk/>
            <pc:sldMk cId="731661684" sldId="277"/>
            <ac:spMk id="3" creationId="{F28443BC-F475-43BE-8948-465DA4992AC0}"/>
          </ac:spMkLst>
        </pc:spChg>
        <pc:graphicFrameChg chg="modGraphic">
          <ac:chgData name="Henry Valdemar Vest" userId="f5b1f0ec-4051-405f-83b3-0c678f78df49" providerId="ADAL" clId="{0B671710-12AA-4A9C-8982-6D6CBD054718}" dt="2026-09-22T08:39:36.286" v="2355" actId="947"/>
          <ac:graphicFrameMkLst>
            <pc:docMk/>
            <pc:sldMk cId="731661684" sldId="277"/>
            <ac:graphicFrameMk id="4" creationId="{D6B008BA-807F-9972-1118-AB962387641F}"/>
          </ac:graphicFrameMkLst>
        </pc:graphicFrameChg>
      </pc:sldChg>
      <pc:sldChg chg="modSp mod">
        <pc:chgData name="Henry Valdemar Vest" userId="f5b1f0ec-4051-405f-83b3-0c678f78df49" providerId="ADAL" clId="{0B671710-12AA-4A9C-8982-6D6CBD054718}" dt="2026-09-22T08:40:52.116" v="2376" actId="947"/>
        <pc:sldMkLst>
          <pc:docMk/>
          <pc:sldMk cId="2959489258" sldId="278"/>
        </pc:sldMkLst>
        <pc:spChg chg="mod">
          <ac:chgData name="Henry Valdemar Vest" userId="f5b1f0ec-4051-405f-83b3-0c678f78df49" providerId="ADAL" clId="{0B671710-12AA-4A9C-8982-6D6CBD054718}" dt="2026-09-22T08:40:20.680" v="2373" actId="20577"/>
          <ac:spMkLst>
            <pc:docMk/>
            <pc:sldMk cId="2959489258" sldId="278"/>
            <ac:spMk id="2" creationId="{F3469C3F-5049-DC94-41FD-12B9C4C49608}"/>
          </ac:spMkLst>
        </pc:spChg>
        <pc:graphicFrameChg chg="modGraphic">
          <ac:chgData name="Henry Valdemar Vest" userId="f5b1f0ec-4051-405f-83b3-0c678f78df49" providerId="ADAL" clId="{0B671710-12AA-4A9C-8982-6D6CBD054718}" dt="2026-09-22T08:40:52.116" v="2376" actId="947"/>
          <ac:graphicFrameMkLst>
            <pc:docMk/>
            <pc:sldMk cId="2959489258" sldId="278"/>
            <ac:graphicFrameMk id="4" creationId="{2BDC1C79-20A5-1C84-7C42-118FFF4FCF0F}"/>
          </ac:graphicFrameMkLst>
        </pc:graphicFrameChg>
      </pc:sldChg>
      <pc:sldChg chg="modSp mod">
        <pc:chgData name="Henry Valdemar Vest" userId="f5b1f0ec-4051-405f-83b3-0c678f78df49" providerId="ADAL" clId="{0B671710-12AA-4A9C-8982-6D6CBD054718}" dt="2026-09-22T08:42:13.973" v="2419" actId="20577"/>
        <pc:sldMkLst>
          <pc:docMk/>
          <pc:sldMk cId="3133116087" sldId="279"/>
        </pc:sldMkLst>
        <pc:spChg chg="mod">
          <ac:chgData name="Henry Valdemar Vest" userId="f5b1f0ec-4051-405f-83b3-0c678f78df49" providerId="ADAL" clId="{0B671710-12AA-4A9C-8982-6D6CBD054718}" dt="2026-09-22T08:42:13.973" v="2419" actId="20577"/>
          <ac:spMkLst>
            <pc:docMk/>
            <pc:sldMk cId="3133116087" sldId="279"/>
            <ac:spMk id="2" creationId="{C2C11061-DEDF-BCC5-3A92-2018350DF337}"/>
          </ac:spMkLst>
        </pc:spChg>
        <pc:graphicFrameChg chg="modGraphic">
          <ac:chgData name="Henry Valdemar Vest" userId="f5b1f0ec-4051-405f-83b3-0c678f78df49" providerId="ADAL" clId="{0B671710-12AA-4A9C-8982-6D6CBD054718}" dt="2026-09-22T08:42:05.120" v="2410" actId="947"/>
          <ac:graphicFrameMkLst>
            <pc:docMk/>
            <pc:sldMk cId="3133116087" sldId="279"/>
            <ac:graphicFrameMk id="4" creationId="{4E6FC6EE-02CD-1B73-E5A1-4125447C9C9B}"/>
          </ac:graphicFrameMkLst>
        </pc:graphicFrameChg>
      </pc:sldChg>
      <pc:sldChg chg="modSp mod">
        <pc:chgData name="Henry Valdemar Vest" userId="f5b1f0ec-4051-405f-83b3-0c678f78df49" providerId="ADAL" clId="{0B671710-12AA-4A9C-8982-6D6CBD054718}" dt="2026-09-23T13:20:09.580" v="10688" actId="14734"/>
        <pc:sldMkLst>
          <pc:docMk/>
          <pc:sldMk cId="1701013884" sldId="280"/>
        </pc:sldMkLst>
        <pc:spChg chg="mod">
          <ac:chgData name="Henry Valdemar Vest" userId="f5b1f0ec-4051-405f-83b3-0c678f78df49" providerId="ADAL" clId="{0B671710-12AA-4A9C-8982-6D6CBD054718}" dt="2026-09-22T09:56:39.690" v="4031" actId="20577"/>
          <ac:spMkLst>
            <pc:docMk/>
            <pc:sldMk cId="1701013884" sldId="280"/>
            <ac:spMk id="2" creationId="{2962DE51-24D4-A063-5E83-1FBE7ADDD62B}"/>
          </ac:spMkLst>
        </pc:spChg>
        <pc:spChg chg="mod">
          <ac:chgData name="Henry Valdemar Vest" userId="f5b1f0ec-4051-405f-83b3-0c678f78df49" providerId="ADAL" clId="{0B671710-12AA-4A9C-8982-6D6CBD054718}" dt="2026-09-23T11:40:38.432" v="8780" actId="20577"/>
          <ac:spMkLst>
            <pc:docMk/>
            <pc:sldMk cId="1701013884" sldId="280"/>
            <ac:spMk id="3" creationId="{27250602-8237-FC31-74F3-A60063489021}"/>
          </ac:spMkLst>
        </pc:spChg>
        <pc:graphicFrameChg chg="modGraphic">
          <ac:chgData name="Henry Valdemar Vest" userId="f5b1f0ec-4051-405f-83b3-0c678f78df49" providerId="ADAL" clId="{0B671710-12AA-4A9C-8982-6D6CBD054718}" dt="2026-09-23T13:20:09.580" v="10688" actId="14734"/>
          <ac:graphicFrameMkLst>
            <pc:docMk/>
            <pc:sldMk cId="1701013884" sldId="280"/>
            <ac:graphicFrameMk id="4" creationId="{049BDE09-A45D-8B4C-5CB6-22BFF0CEC2DC}"/>
          </ac:graphicFrameMkLst>
        </pc:graphicFrameChg>
      </pc:sldChg>
      <pc:sldChg chg="del">
        <pc:chgData name="Henry Valdemar Vest" userId="f5b1f0ec-4051-405f-83b3-0c678f78df49" providerId="ADAL" clId="{0B671710-12AA-4A9C-8982-6D6CBD054718}" dt="2026-09-23T12:44:20.608" v="10633" actId="2696"/>
        <pc:sldMkLst>
          <pc:docMk/>
          <pc:sldMk cId="1254372408" sldId="281"/>
        </pc:sldMkLst>
      </pc:sldChg>
      <pc:sldChg chg="addSp modSp new mod">
        <pc:chgData name="Henry Valdemar Vest" userId="f5b1f0ec-4051-405f-83b3-0c678f78df49" providerId="ADAL" clId="{0B671710-12AA-4A9C-8982-6D6CBD054718}" dt="2026-09-22T08:37:57.058" v="2303" actId="20577"/>
        <pc:sldMkLst>
          <pc:docMk/>
          <pc:sldMk cId="2312859476" sldId="282"/>
        </pc:sldMkLst>
        <pc:spChg chg="mod">
          <ac:chgData name="Henry Valdemar Vest" userId="f5b1f0ec-4051-405f-83b3-0c678f78df49" providerId="ADAL" clId="{0B671710-12AA-4A9C-8982-6D6CBD054718}" dt="2026-09-22T08:37:57.058" v="2303" actId="20577"/>
          <ac:spMkLst>
            <pc:docMk/>
            <pc:sldMk cId="2312859476" sldId="282"/>
            <ac:spMk id="2" creationId="{C4370E71-EE64-BF8E-892C-EB2470D99F68}"/>
          </ac:spMkLst>
        </pc:spChg>
        <pc:spChg chg="mod">
          <ac:chgData name="Henry Valdemar Vest" userId="f5b1f0ec-4051-405f-83b3-0c678f78df49" providerId="ADAL" clId="{0B671710-12AA-4A9C-8982-6D6CBD054718}" dt="2026-09-22T08:29:33.627" v="1687" actId="207"/>
          <ac:spMkLst>
            <pc:docMk/>
            <pc:sldMk cId="2312859476" sldId="282"/>
            <ac:spMk id="3" creationId="{2FBD1FA7-86D8-D8C8-8D02-6A78A3DA2B3E}"/>
          </ac:spMkLst>
        </pc:spChg>
        <pc:picChg chg="add mod">
          <ac:chgData name="Henry Valdemar Vest" userId="f5b1f0ec-4051-405f-83b3-0c678f78df49" providerId="ADAL" clId="{0B671710-12AA-4A9C-8982-6D6CBD054718}" dt="2026-09-22T08:28:36.197" v="1598" actId="14100"/>
          <ac:picMkLst>
            <pc:docMk/>
            <pc:sldMk cId="2312859476" sldId="282"/>
            <ac:picMk id="6" creationId="{F62D4CCD-7386-85AC-582F-27815DEE604B}"/>
          </ac:picMkLst>
        </pc:picChg>
      </pc:sldChg>
      <pc:sldChg chg="addSp modSp new mod">
        <pc:chgData name="Henry Valdemar Vest" userId="f5b1f0ec-4051-405f-83b3-0c678f78df49" providerId="ADAL" clId="{0B671710-12AA-4A9C-8982-6D6CBD054718}" dt="2026-09-22T09:45:52.987" v="3370" actId="20577"/>
        <pc:sldMkLst>
          <pc:docMk/>
          <pc:sldMk cId="2449020552" sldId="283"/>
        </pc:sldMkLst>
        <pc:spChg chg="mod">
          <ac:chgData name="Henry Valdemar Vest" userId="f5b1f0ec-4051-405f-83b3-0c678f78df49" providerId="ADAL" clId="{0B671710-12AA-4A9C-8982-6D6CBD054718}" dt="2026-09-22T09:45:52.987" v="3370" actId="20577"/>
          <ac:spMkLst>
            <pc:docMk/>
            <pc:sldMk cId="2449020552" sldId="283"/>
            <ac:spMk id="2" creationId="{7AFC8C75-2C10-20F0-D796-B12B93A13881}"/>
          </ac:spMkLst>
        </pc:spChg>
        <pc:spChg chg="mod">
          <ac:chgData name="Henry Valdemar Vest" userId="f5b1f0ec-4051-405f-83b3-0c678f78df49" providerId="ADAL" clId="{0B671710-12AA-4A9C-8982-6D6CBD054718}" dt="2026-09-22T08:36:36.807" v="2218" actId="27636"/>
          <ac:spMkLst>
            <pc:docMk/>
            <pc:sldMk cId="2449020552" sldId="283"/>
            <ac:spMk id="3" creationId="{71C6577B-6EB4-FB9D-A276-DC805F94A2F1}"/>
          </ac:spMkLst>
        </pc:spChg>
        <pc:spChg chg="add mod">
          <ac:chgData name="Henry Valdemar Vest" userId="f5b1f0ec-4051-405f-83b3-0c678f78df49" providerId="ADAL" clId="{0B671710-12AA-4A9C-8982-6D6CBD054718}" dt="2026-09-22T08:37:26.245" v="2289" actId="20577"/>
          <ac:spMkLst>
            <pc:docMk/>
            <pc:sldMk cId="2449020552" sldId="283"/>
            <ac:spMk id="7" creationId="{617550B3-9FD4-7460-69E5-A2A612F38F52}"/>
          </ac:spMkLst>
        </pc:spChg>
        <pc:picChg chg="add mod">
          <ac:chgData name="Henry Valdemar Vest" userId="f5b1f0ec-4051-405f-83b3-0c678f78df49" providerId="ADAL" clId="{0B671710-12AA-4A9C-8982-6D6CBD054718}" dt="2026-09-22T08:36:29.324" v="2216" actId="1076"/>
          <ac:picMkLst>
            <pc:docMk/>
            <pc:sldMk cId="2449020552" sldId="283"/>
            <ac:picMk id="6" creationId="{F9CEE07A-2870-C484-FAC7-3E62F19FBB93}"/>
          </ac:picMkLst>
        </pc:picChg>
      </pc:sldChg>
      <pc:sldChg chg="addSp delSp modSp new mod">
        <pc:chgData name="Henry Valdemar Vest" userId="f5b1f0ec-4051-405f-83b3-0c678f78df49" providerId="ADAL" clId="{0B671710-12AA-4A9C-8982-6D6CBD054718}" dt="2026-09-23T13:26:07.185" v="10703" actId="947"/>
        <pc:sldMkLst>
          <pc:docMk/>
          <pc:sldMk cId="1039282023" sldId="284"/>
        </pc:sldMkLst>
        <pc:spChg chg="mod">
          <ac:chgData name="Henry Valdemar Vest" userId="f5b1f0ec-4051-405f-83b3-0c678f78df49" providerId="ADAL" clId="{0B671710-12AA-4A9C-8982-6D6CBD054718}" dt="2026-09-22T08:43:26.721" v="2431" actId="20577"/>
          <ac:spMkLst>
            <pc:docMk/>
            <pc:sldMk cId="1039282023" sldId="284"/>
            <ac:spMk id="2" creationId="{C675E9F5-C67E-CE3B-0BA4-BFF6311058BB}"/>
          </ac:spMkLst>
        </pc:spChg>
        <pc:graphicFrameChg chg="add mod ord modGraphic">
          <ac:chgData name="Henry Valdemar Vest" userId="f5b1f0ec-4051-405f-83b3-0c678f78df49" providerId="ADAL" clId="{0B671710-12AA-4A9C-8982-6D6CBD054718}" dt="2026-09-23T13:26:07.185" v="10703" actId="947"/>
          <ac:graphicFrameMkLst>
            <pc:docMk/>
            <pc:sldMk cId="1039282023" sldId="284"/>
            <ac:graphicFrameMk id="5" creationId="{1A588D69-6EF4-137D-E33D-AA9B595B23D5}"/>
          </ac:graphicFrameMkLst>
        </pc:graphicFrameChg>
      </pc:sldChg>
      <pc:sldChg chg="modSp new mod ord">
        <pc:chgData name="Henry Valdemar Vest" userId="f5b1f0ec-4051-405f-83b3-0c678f78df49" providerId="ADAL" clId="{0B671710-12AA-4A9C-8982-6D6CBD054718}" dt="2026-09-23T08:59:39.865" v="6588"/>
        <pc:sldMkLst>
          <pc:docMk/>
          <pc:sldMk cId="2183615276" sldId="285"/>
        </pc:sldMkLst>
        <pc:spChg chg="mod">
          <ac:chgData name="Henry Valdemar Vest" userId="f5b1f0ec-4051-405f-83b3-0c678f78df49" providerId="ADAL" clId="{0B671710-12AA-4A9C-8982-6D6CBD054718}" dt="2026-09-22T08:49:19.931" v="2829" actId="20577"/>
          <ac:spMkLst>
            <pc:docMk/>
            <pc:sldMk cId="2183615276" sldId="285"/>
            <ac:spMk id="2" creationId="{9DD75DFA-A080-76B0-7231-A386DFCCBFBF}"/>
          </ac:spMkLst>
        </pc:spChg>
        <pc:spChg chg="mod">
          <ac:chgData name="Henry Valdemar Vest" userId="f5b1f0ec-4051-405f-83b3-0c678f78df49" providerId="ADAL" clId="{0B671710-12AA-4A9C-8982-6D6CBD054718}" dt="2026-09-23T08:42:23.128" v="5766" actId="20577"/>
          <ac:spMkLst>
            <pc:docMk/>
            <pc:sldMk cId="2183615276" sldId="285"/>
            <ac:spMk id="3" creationId="{ED0F7580-B36A-57EA-C0CC-BE0C899A537A}"/>
          </ac:spMkLst>
        </pc:spChg>
      </pc:sldChg>
      <pc:sldChg chg="addSp delSp modSp new mod setBg setClrOvrMap">
        <pc:chgData name="Henry Valdemar Vest" userId="f5b1f0ec-4051-405f-83b3-0c678f78df49" providerId="ADAL" clId="{0B671710-12AA-4A9C-8982-6D6CBD054718}" dt="2026-09-22T09:22:39.901" v="3155" actId="20577"/>
        <pc:sldMkLst>
          <pc:docMk/>
          <pc:sldMk cId="1646982884" sldId="286"/>
        </pc:sldMkLst>
        <pc:spChg chg="mod">
          <ac:chgData name="Henry Valdemar Vest" userId="f5b1f0ec-4051-405f-83b3-0c678f78df49" providerId="ADAL" clId="{0B671710-12AA-4A9C-8982-6D6CBD054718}" dt="2026-09-22T09:10:29.535" v="3151" actId="26606"/>
          <ac:spMkLst>
            <pc:docMk/>
            <pc:sldMk cId="1646982884" sldId="286"/>
            <ac:spMk id="2" creationId="{C4066688-F529-5606-5E54-34345285142D}"/>
          </ac:spMkLst>
        </pc:spChg>
        <pc:spChg chg="mod ord">
          <ac:chgData name="Henry Valdemar Vest" userId="f5b1f0ec-4051-405f-83b3-0c678f78df49" providerId="ADAL" clId="{0B671710-12AA-4A9C-8982-6D6CBD054718}" dt="2026-09-22T09:10:29.535" v="3151" actId="26606"/>
          <ac:spMkLst>
            <pc:docMk/>
            <pc:sldMk cId="1646982884" sldId="286"/>
            <ac:spMk id="4" creationId="{664E069B-5CBA-4E97-DDE9-29A4C0210F3E}"/>
          </ac:spMkLst>
        </pc:spChg>
        <pc:spChg chg="add mod">
          <ac:chgData name="Henry Valdemar Vest" userId="f5b1f0ec-4051-405f-83b3-0c678f78df49" providerId="ADAL" clId="{0B671710-12AA-4A9C-8982-6D6CBD054718}" dt="2026-09-22T09:22:39.901" v="3155" actId="20577"/>
          <ac:spMkLst>
            <pc:docMk/>
            <pc:sldMk cId="1646982884" sldId="286"/>
            <ac:spMk id="33" creationId="{B533DCC7-12C1-1D66-C6E5-EC6A37A4C630}"/>
          </ac:spMkLst>
        </pc:spChg>
        <pc:spChg chg="add">
          <ac:chgData name="Henry Valdemar Vest" userId="f5b1f0ec-4051-405f-83b3-0c678f78df49" providerId="ADAL" clId="{0B671710-12AA-4A9C-8982-6D6CBD054718}" dt="2026-09-22T09:10:29.535" v="3151" actId="26606"/>
          <ac:spMkLst>
            <pc:docMk/>
            <pc:sldMk cId="1646982884" sldId="286"/>
            <ac:spMk id="38" creationId="{AE6FDE22-1F54-452D-A9BA-1BE9FDB53450}"/>
          </ac:spMkLst>
        </pc:spChg>
        <pc:spChg chg="add">
          <ac:chgData name="Henry Valdemar Vest" userId="f5b1f0ec-4051-405f-83b3-0c678f78df49" providerId="ADAL" clId="{0B671710-12AA-4A9C-8982-6D6CBD054718}" dt="2026-09-22T09:10:29.535" v="3151" actId="26606"/>
          <ac:spMkLst>
            <pc:docMk/>
            <pc:sldMk cId="1646982884" sldId="286"/>
            <ac:spMk id="40" creationId="{F06127CE-6F15-49AE-9751-398F3AC67163}"/>
          </ac:spMkLst>
        </pc:spChg>
        <pc:picChg chg="add mod ord">
          <ac:chgData name="Henry Valdemar Vest" userId="f5b1f0ec-4051-405f-83b3-0c678f78df49" providerId="ADAL" clId="{0B671710-12AA-4A9C-8982-6D6CBD054718}" dt="2026-09-22T09:10:29.535" v="3151" actId="26606"/>
          <ac:picMkLst>
            <pc:docMk/>
            <pc:sldMk cId="1646982884" sldId="286"/>
            <ac:picMk id="29" creationId="{E149E312-3E73-FC3D-64F8-549AFCCF1E29}"/>
          </ac:picMkLst>
        </pc:picChg>
      </pc:sldChg>
      <pc:sldChg chg="modSp new mod">
        <pc:chgData name="Henry Valdemar Vest" userId="f5b1f0ec-4051-405f-83b3-0c678f78df49" providerId="ADAL" clId="{0B671710-12AA-4A9C-8982-6D6CBD054718}" dt="2026-09-22T09:24:48.569" v="3362" actId="20577"/>
        <pc:sldMkLst>
          <pc:docMk/>
          <pc:sldMk cId="1238311813" sldId="287"/>
        </pc:sldMkLst>
        <pc:spChg chg="mod">
          <ac:chgData name="Henry Valdemar Vest" userId="f5b1f0ec-4051-405f-83b3-0c678f78df49" providerId="ADAL" clId="{0B671710-12AA-4A9C-8982-6D6CBD054718}" dt="2026-09-22T09:23:25.011" v="3164" actId="20577"/>
          <ac:spMkLst>
            <pc:docMk/>
            <pc:sldMk cId="1238311813" sldId="287"/>
            <ac:spMk id="2" creationId="{D4EE7FAE-00A7-13D2-0D82-758DB17291F5}"/>
          </ac:spMkLst>
        </pc:spChg>
        <pc:spChg chg="mod">
          <ac:chgData name="Henry Valdemar Vest" userId="f5b1f0ec-4051-405f-83b3-0c678f78df49" providerId="ADAL" clId="{0B671710-12AA-4A9C-8982-6D6CBD054718}" dt="2026-09-22T09:24:48.569" v="3362" actId="20577"/>
          <ac:spMkLst>
            <pc:docMk/>
            <pc:sldMk cId="1238311813" sldId="287"/>
            <ac:spMk id="3" creationId="{1D11363A-1345-A430-A07A-416C72618816}"/>
          </ac:spMkLst>
        </pc:spChg>
      </pc:sldChg>
      <pc:sldChg chg="addSp modSp new mod">
        <pc:chgData name="Henry Valdemar Vest" userId="f5b1f0ec-4051-405f-83b3-0c678f78df49" providerId="ADAL" clId="{0B671710-12AA-4A9C-8982-6D6CBD054718}" dt="2026-09-23T08:36:59.238" v="5338" actId="14100"/>
        <pc:sldMkLst>
          <pc:docMk/>
          <pc:sldMk cId="608152912" sldId="288"/>
        </pc:sldMkLst>
        <pc:spChg chg="mod">
          <ac:chgData name="Henry Valdemar Vest" userId="f5b1f0ec-4051-405f-83b3-0c678f78df49" providerId="ADAL" clId="{0B671710-12AA-4A9C-8982-6D6CBD054718}" dt="2026-09-22T09:46:43.392" v="3403" actId="20577"/>
          <ac:spMkLst>
            <pc:docMk/>
            <pc:sldMk cId="608152912" sldId="288"/>
            <ac:spMk id="2" creationId="{15CBD46A-1BE8-8379-36BC-06E6E76D64D6}"/>
          </ac:spMkLst>
        </pc:spChg>
        <pc:spChg chg="mod">
          <ac:chgData name="Henry Valdemar Vest" userId="f5b1f0ec-4051-405f-83b3-0c678f78df49" providerId="ADAL" clId="{0B671710-12AA-4A9C-8982-6D6CBD054718}" dt="2026-09-23T08:35:15.090" v="5335" actId="14100"/>
          <ac:spMkLst>
            <pc:docMk/>
            <pc:sldMk cId="608152912" sldId="288"/>
            <ac:spMk id="3" creationId="{AC19FB44-7757-2E80-9341-4D66E6586AE7}"/>
          </ac:spMkLst>
        </pc:spChg>
        <pc:picChg chg="add mod">
          <ac:chgData name="Henry Valdemar Vest" userId="f5b1f0ec-4051-405f-83b3-0c678f78df49" providerId="ADAL" clId="{0B671710-12AA-4A9C-8982-6D6CBD054718}" dt="2026-09-23T08:36:59.238" v="5338" actId="14100"/>
          <ac:picMkLst>
            <pc:docMk/>
            <pc:sldMk cId="608152912" sldId="288"/>
            <ac:picMk id="6" creationId="{99BAC609-C9FB-217B-8201-0919AA3CAD17}"/>
          </ac:picMkLst>
        </pc:picChg>
      </pc:sldChg>
      <pc:sldChg chg="modSp add mod">
        <pc:chgData name="Henry Valdemar Vest" userId="f5b1f0ec-4051-405f-83b3-0c678f78df49" providerId="ADAL" clId="{0B671710-12AA-4A9C-8982-6D6CBD054718}" dt="2026-09-22T09:49:52.051" v="3615" actId="20577"/>
        <pc:sldMkLst>
          <pc:docMk/>
          <pc:sldMk cId="1514702230" sldId="289"/>
        </pc:sldMkLst>
        <pc:spChg chg="mod">
          <ac:chgData name="Henry Valdemar Vest" userId="f5b1f0ec-4051-405f-83b3-0c678f78df49" providerId="ADAL" clId="{0B671710-12AA-4A9C-8982-6D6CBD054718}" dt="2026-09-22T09:48:48.023" v="3592" actId="20577"/>
          <ac:spMkLst>
            <pc:docMk/>
            <pc:sldMk cId="1514702230" sldId="289"/>
            <ac:spMk id="2" creationId="{19B2EA38-36EC-B2E7-B6EF-3DF2B5C72010}"/>
          </ac:spMkLst>
        </pc:spChg>
        <pc:spChg chg="mod">
          <ac:chgData name="Henry Valdemar Vest" userId="f5b1f0ec-4051-405f-83b3-0c678f78df49" providerId="ADAL" clId="{0B671710-12AA-4A9C-8982-6D6CBD054718}" dt="2026-09-22T09:49:52.051" v="3615" actId="20577"/>
          <ac:spMkLst>
            <pc:docMk/>
            <pc:sldMk cId="1514702230" sldId="289"/>
            <ac:spMk id="3" creationId="{6CB3B79E-13A0-AE5D-5A8D-D9F110504F5B}"/>
          </ac:spMkLst>
        </pc:spChg>
      </pc:sldChg>
      <pc:sldChg chg="modSp new mod ord">
        <pc:chgData name="Henry Valdemar Vest" userId="f5b1f0ec-4051-405f-83b3-0c678f78df49" providerId="ADAL" clId="{0B671710-12AA-4A9C-8982-6D6CBD054718}" dt="2026-09-22T09:55:04.567" v="4002" actId="947"/>
        <pc:sldMkLst>
          <pc:docMk/>
          <pc:sldMk cId="2437702991" sldId="290"/>
        </pc:sldMkLst>
        <pc:spChg chg="mod">
          <ac:chgData name="Henry Valdemar Vest" userId="f5b1f0ec-4051-405f-83b3-0c678f78df49" providerId="ADAL" clId="{0B671710-12AA-4A9C-8982-6D6CBD054718}" dt="2026-09-22T09:50:33.321" v="3624" actId="20577"/>
          <ac:spMkLst>
            <pc:docMk/>
            <pc:sldMk cId="2437702991" sldId="290"/>
            <ac:spMk id="2" creationId="{5517251D-C427-148E-4790-24834B1BFF1A}"/>
          </ac:spMkLst>
        </pc:spChg>
        <pc:spChg chg="mod">
          <ac:chgData name="Henry Valdemar Vest" userId="f5b1f0ec-4051-405f-83b3-0c678f78df49" providerId="ADAL" clId="{0B671710-12AA-4A9C-8982-6D6CBD054718}" dt="2026-09-22T09:55:04.567" v="4002" actId="947"/>
          <ac:spMkLst>
            <pc:docMk/>
            <pc:sldMk cId="2437702991" sldId="290"/>
            <ac:spMk id="3" creationId="{454E59B3-463E-E250-652B-8AEEB1FA685B}"/>
          </ac:spMkLst>
        </pc:spChg>
      </pc:sldChg>
      <pc:sldChg chg="modSp new mod">
        <pc:chgData name="Henry Valdemar Vest" userId="f5b1f0ec-4051-405f-83b3-0c678f78df49" providerId="ADAL" clId="{0B671710-12AA-4A9C-8982-6D6CBD054718}" dt="2026-09-23T13:20:51.177" v="10690" actId="947"/>
        <pc:sldMkLst>
          <pc:docMk/>
          <pc:sldMk cId="1093858172" sldId="291"/>
        </pc:sldMkLst>
        <pc:spChg chg="mod">
          <ac:chgData name="Henry Valdemar Vest" userId="f5b1f0ec-4051-405f-83b3-0c678f78df49" providerId="ADAL" clId="{0B671710-12AA-4A9C-8982-6D6CBD054718}" dt="2026-09-22T10:00:21.945" v="4073" actId="20577"/>
          <ac:spMkLst>
            <pc:docMk/>
            <pc:sldMk cId="1093858172" sldId="291"/>
            <ac:spMk id="2" creationId="{D2A0CF56-1305-131A-13D6-6850C3EFD430}"/>
          </ac:spMkLst>
        </pc:spChg>
        <pc:spChg chg="mod">
          <ac:chgData name="Henry Valdemar Vest" userId="f5b1f0ec-4051-405f-83b3-0c678f78df49" providerId="ADAL" clId="{0B671710-12AA-4A9C-8982-6D6CBD054718}" dt="2026-09-23T13:20:51.177" v="10690" actId="947"/>
          <ac:spMkLst>
            <pc:docMk/>
            <pc:sldMk cId="1093858172" sldId="291"/>
            <ac:spMk id="3" creationId="{3734807F-45A1-2A02-B57A-AFF0D014B3ED}"/>
          </ac:spMkLst>
        </pc:spChg>
      </pc:sldChg>
      <pc:sldChg chg="modSp new mod">
        <pc:chgData name="Henry Valdemar Vest" userId="f5b1f0ec-4051-405f-83b3-0c678f78df49" providerId="ADAL" clId="{0B671710-12AA-4A9C-8982-6D6CBD054718}" dt="2026-09-23T09:14:55.144" v="6649" actId="947"/>
        <pc:sldMkLst>
          <pc:docMk/>
          <pc:sldMk cId="3333035388" sldId="292"/>
        </pc:sldMkLst>
        <pc:spChg chg="mod">
          <ac:chgData name="Henry Valdemar Vest" userId="f5b1f0ec-4051-405f-83b3-0c678f78df49" providerId="ADAL" clId="{0B671710-12AA-4A9C-8982-6D6CBD054718}" dt="2026-09-22T10:06:18.172" v="4617" actId="20577"/>
          <ac:spMkLst>
            <pc:docMk/>
            <pc:sldMk cId="3333035388" sldId="292"/>
            <ac:spMk id="2" creationId="{D88796EC-D46C-6D55-E8B3-71D82BE360F6}"/>
          </ac:spMkLst>
        </pc:spChg>
        <pc:spChg chg="mod">
          <ac:chgData name="Henry Valdemar Vest" userId="f5b1f0ec-4051-405f-83b3-0c678f78df49" providerId="ADAL" clId="{0B671710-12AA-4A9C-8982-6D6CBD054718}" dt="2026-09-23T09:14:55.144" v="6649" actId="947"/>
          <ac:spMkLst>
            <pc:docMk/>
            <pc:sldMk cId="3333035388" sldId="292"/>
            <ac:spMk id="3" creationId="{26B12823-EBC6-8ADF-3054-C54EADBA85C7}"/>
          </ac:spMkLst>
        </pc:spChg>
      </pc:sldChg>
      <pc:sldChg chg="addSp delSp modSp new mod">
        <pc:chgData name="Henry Valdemar Vest" userId="f5b1f0ec-4051-405f-83b3-0c678f78df49" providerId="ADAL" clId="{0B671710-12AA-4A9C-8982-6D6CBD054718}" dt="2026-09-23T11:43:56.038" v="8808" actId="22"/>
        <pc:sldMkLst>
          <pc:docMk/>
          <pc:sldMk cId="2736424275" sldId="293"/>
        </pc:sldMkLst>
        <pc:spChg chg="mod">
          <ac:chgData name="Henry Valdemar Vest" userId="f5b1f0ec-4051-405f-83b3-0c678f78df49" providerId="ADAL" clId="{0B671710-12AA-4A9C-8982-6D6CBD054718}" dt="2026-09-22T10:12:16.804" v="5030" actId="20577"/>
          <ac:spMkLst>
            <pc:docMk/>
            <pc:sldMk cId="2736424275" sldId="293"/>
            <ac:spMk id="2" creationId="{8AD190F3-8C48-3BB1-A923-708AE63EBDE9}"/>
          </ac:spMkLst>
        </pc:spChg>
        <pc:spChg chg="mod">
          <ac:chgData name="Henry Valdemar Vest" userId="f5b1f0ec-4051-405f-83b3-0c678f78df49" providerId="ADAL" clId="{0B671710-12AA-4A9C-8982-6D6CBD054718}" dt="2026-09-22T10:14:15.121" v="5334" actId="20577"/>
          <ac:spMkLst>
            <pc:docMk/>
            <pc:sldMk cId="2736424275" sldId="293"/>
            <ac:spMk id="3" creationId="{44CA64B2-F6BA-860A-8623-B6BE6D1F65FA}"/>
          </ac:spMkLst>
        </pc:spChg>
        <pc:spChg chg="add del">
          <ac:chgData name="Henry Valdemar Vest" userId="f5b1f0ec-4051-405f-83b3-0c678f78df49" providerId="ADAL" clId="{0B671710-12AA-4A9C-8982-6D6CBD054718}" dt="2026-09-23T11:43:56.038" v="8808" actId="22"/>
          <ac:spMkLst>
            <pc:docMk/>
            <pc:sldMk cId="2736424275" sldId="293"/>
            <ac:spMk id="6" creationId="{D73F8AA4-D513-A3BB-BEC3-D4CE1F0D64DD}"/>
          </ac:spMkLst>
        </pc:spChg>
      </pc:sldChg>
      <pc:sldChg chg="modSp new mod">
        <pc:chgData name="Henry Valdemar Vest" userId="f5b1f0ec-4051-405f-83b3-0c678f78df49" providerId="ADAL" clId="{0B671710-12AA-4A9C-8982-6D6CBD054718}" dt="2026-09-23T08:41:57.715" v="5739" actId="947"/>
        <pc:sldMkLst>
          <pc:docMk/>
          <pc:sldMk cId="2458876728" sldId="294"/>
        </pc:sldMkLst>
        <pc:spChg chg="mod">
          <ac:chgData name="Henry Valdemar Vest" userId="f5b1f0ec-4051-405f-83b3-0c678f78df49" providerId="ADAL" clId="{0B671710-12AA-4A9C-8982-6D6CBD054718}" dt="2026-09-23T08:37:31.682" v="5383" actId="20577"/>
          <ac:spMkLst>
            <pc:docMk/>
            <pc:sldMk cId="2458876728" sldId="294"/>
            <ac:spMk id="2" creationId="{59DEF8EF-67CE-FF78-335C-9BE5C297548E}"/>
          </ac:spMkLst>
        </pc:spChg>
        <pc:spChg chg="mod">
          <ac:chgData name="Henry Valdemar Vest" userId="f5b1f0ec-4051-405f-83b3-0c678f78df49" providerId="ADAL" clId="{0B671710-12AA-4A9C-8982-6D6CBD054718}" dt="2026-09-23T08:41:57.715" v="5739" actId="947"/>
          <ac:spMkLst>
            <pc:docMk/>
            <pc:sldMk cId="2458876728" sldId="294"/>
            <ac:spMk id="3" creationId="{75237741-EEBB-1A56-D03A-C94A40D40E72}"/>
          </ac:spMkLst>
        </pc:spChg>
      </pc:sldChg>
      <pc:sldChg chg="addSp modSp new mod">
        <pc:chgData name="Henry Valdemar Vest" userId="f5b1f0ec-4051-405f-83b3-0c678f78df49" providerId="ADAL" clId="{0B671710-12AA-4A9C-8982-6D6CBD054718}" dt="2026-09-23T08:46:57.787" v="6087" actId="1076"/>
        <pc:sldMkLst>
          <pc:docMk/>
          <pc:sldMk cId="816592083" sldId="295"/>
        </pc:sldMkLst>
        <pc:spChg chg="mod">
          <ac:chgData name="Henry Valdemar Vest" userId="f5b1f0ec-4051-405f-83b3-0c678f78df49" providerId="ADAL" clId="{0B671710-12AA-4A9C-8982-6D6CBD054718}" dt="2026-09-23T08:42:55.289" v="5804" actId="20577"/>
          <ac:spMkLst>
            <pc:docMk/>
            <pc:sldMk cId="816592083" sldId="295"/>
            <ac:spMk id="2" creationId="{D378DF6B-317C-80D5-0C9B-AB6BCA88A5A9}"/>
          </ac:spMkLst>
        </pc:spChg>
        <pc:spChg chg="mod">
          <ac:chgData name="Henry Valdemar Vest" userId="f5b1f0ec-4051-405f-83b3-0c678f78df49" providerId="ADAL" clId="{0B671710-12AA-4A9C-8982-6D6CBD054718}" dt="2026-09-23T08:46:57.787" v="6087" actId="1076"/>
          <ac:spMkLst>
            <pc:docMk/>
            <pc:sldMk cId="816592083" sldId="295"/>
            <ac:spMk id="3" creationId="{A201CF89-BA59-F712-6D4B-43482966D7F5}"/>
          </ac:spMkLst>
        </pc:spChg>
        <pc:graphicFrameChg chg="add mod modGraphic">
          <ac:chgData name="Henry Valdemar Vest" userId="f5b1f0ec-4051-405f-83b3-0c678f78df49" providerId="ADAL" clId="{0B671710-12AA-4A9C-8982-6D6CBD054718}" dt="2026-09-23T08:46:56.852" v="6086" actId="947"/>
          <ac:graphicFrameMkLst>
            <pc:docMk/>
            <pc:sldMk cId="816592083" sldId="295"/>
            <ac:graphicFrameMk id="5" creationId="{AA9A89AC-3E89-8528-E851-AB2A41E7C999}"/>
          </ac:graphicFrameMkLst>
        </pc:graphicFrameChg>
      </pc:sldChg>
      <pc:sldChg chg="addSp delSp modSp new mod setBg">
        <pc:chgData name="Henry Valdemar Vest" userId="f5b1f0ec-4051-405f-83b3-0c678f78df49" providerId="ADAL" clId="{0B671710-12AA-4A9C-8982-6D6CBD054718}" dt="2026-09-23T09:08:15.164" v="6619" actId="20577"/>
        <pc:sldMkLst>
          <pc:docMk/>
          <pc:sldMk cId="1338255410" sldId="296"/>
        </pc:sldMkLst>
        <pc:spChg chg="mod">
          <ac:chgData name="Henry Valdemar Vest" userId="f5b1f0ec-4051-405f-83b3-0c678f78df49" providerId="ADAL" clId="{0B671710-12AA-4A9C-8982-6D6CBD054718}" dt="2026-09-23T08:47:34.801" v="6114" actId="26606"/>
          <ac:spMkLst>
            <pc:docMk/>
            <pc:sldMk cId="1338255410" sldId="296"/>
            <ac:spMk id="2" creationId="{F5C21AF8-BB61-F9B0-6773-27E4C446EA65}"/>
          </ac:spMkLst>
        </pc:spChg>
        <pc:spChg chg="del mod">
          <ac:chgData name="Henry Valdemar Vest" userId="f5b1f0ec-4051-405f-83b3-0c678f78df49" providerId="ADAL" clId="{0B671710-12AA-4A9C-8982-6D6CBD054718}" dt="2026-09-23T08:47:34.801" v="6114" actId="26606"/>
          <ac:spMkLst>
            <pc:docMk/>
            <pc:sldMk cId="1338255410" sldId="296"/>
            <ac:spMk id="3" creationId="{9F93D83E-BC5E-586F-6074-8BE5D2B5A930}"/>
          </ac:spMkLst>
        </pc:spChg>
        <pc:spChg chg="mod">
          <ac:chgData name="Henry Valdemar Vest" userId="f5b1f0ec-4051-405f-83b3-0c678f78df49" providerId="ADAL" clId="{0B671710-12AA-4A9C-8982-6D6CBD054718}" dt="2026-09-23T08:47:34.801" v="6114" actId="26606"/>
          <ac:spMkLst>
            <pc:docMk/>
            <pc:sldMk cId="1338255410" sldId="296"/>
            <ac:spMk id="4" creationId="{4F761298-37CC-BD2A-127C-A09E49BEBA70}"/>
          </ac:spMkLst>
        </pc:spChg>
        <pc:spChg chg="add">
          <ac:chgData name="Henry Valdemar Vest" userId="f5b1f0ec-4051-405f-83b3-0c678f78df49" providerId="ADAL" clId="{0B671710-12AA-4A9C-8982-6D6CBD054718}" dt="2026-09-23T08:47:34.801" v="6114" actId="26606"/>
          <ac:spMkLst>
            <pc:docMk/>
            <pc:sldMk cId="1338255410" sldId="296"/>
            <ac:spMk id="10" creationId="{B62E0F97-3B68-4A9A-81FD-184E8051D278}"/>
          </ac:spMkLst>
        </pc:spChg>
        <pc:spChg chg="add">
          <ac:chgData name="Henry Valdemar Vest" userId="f5b1f0ec-4051-405f-83b3-0c678f78df49" providerId="ADAL" clId="{0B671710-12AA-4A9C-8982-6D6CBD054718}" dt="2026-09-23T08:47:34.801" v="6114" actId="26606"/>
          <ac:spMkLst>
            <pc:docMk/>
            <pc:sldMk cId="1338255410" sldId="296"/>
            <ac:spMk id="12" creationId="{1A9C0995-256A-4F90-97D6-FB8958A5D433}"/>
          </ac:spMkLst>
        </pc:spChg>
        <pc:grpChg chg="add">
          <ac:chgData name="Henry Valdemar Vest" userId="f5b1f0ec-4051-405f-83b3-0c678f78df49" providerId="ADAL" clId="{0B671710-12AA-4A9C-8982-6D6CBD054718}" dt="2026-09-23T08:47:34.801" v="6114" actId="26606"/>
          <ac:grpSpMkLst>
            <pc:docMk/>
            <pc:sldMk cId="1338255410" sldId="296"/>
            <ac:grpSpMk id="14" creationId="{2C500373-6BCD-49C7-86D2-7DC695C43C83}"/>
          </ac:grpSpMkLst>
        </pc:grpChg>
        <pc:graphicFrameChg chg="add modGraphic">
          <ac:chgData name="Henry Valdemar Vest" userId="f5b1f0ec-4051-405f-83b3-0c678f78df49" providerId="ADAL" clId="{0B671710-12AA-4A9C-8982-6D6CBD054718}" dt="2026-09-23T09:08:15.164" v="6619" actId="20577"/>
          <ac:graphicFrameMkLst>
            <pc:docMk/>
            <pc:sldMk cId="1338255410" sldId="296"/>
            <ac:graphicFrameMk id="6" creationId="{51F067F9-209F-686C-7063-59A4EC29D5DD}"/>
          </ac:graphicFrameMkLst>
        </pc:graphicFrameChg>
      </pc:sldChg>
      <pc:sldChg chg="addSp modSp new mod">
        <pc:chgData name="Henry Valdemar Vest" userId="f5b1f0ec-4051-405f-83b3-0c678f78df49" providerId="ADAL" clId="{0B671710-12AA-4A9C-8982-6D6CBD054718}" dt="2026-09-23T08:52:00.990" v="6393" actId="14100"/>
        <pc:sldMkLst>
          <pc:docMk/>
          <pc:sldMk cId="2099275903" sldId="297"/>
        </pc:sldMkLst>
        <pc:spChg chg="mod">
          <ac:chgData name="Henry Valdemar Vest" userId="f5b1f0ec-4051-405f-83b3-0c678f78df49" providerId="ADAL" clId="{0B671710-12AA-4A9C-8982-6D6CBD054718}" dt="2026-09-23T08:48:16.647" v="6143" actId="20577"/>
          <ac:spMkLst>
            <pc:docMk/>
            <pc:sldMk cId="2099275903" sldId="297"/>
            <ac:spMk id="2" creationId="{B78238C2-4C35-EEEF-9507-6B3F427B00DD}"/>
          </ac:spMkLst>
        </pc:spChg>
        <pc:spChg chg="mod">
          <ac:chgData name="Henry Valdemar Vest" userId="f5b1f0ec-4051-405f-83b3-0c678f78df49" providerId="ADAL" clId="{0B671710-12AA-4A9C-8982-6D6CBD054718}" dt="2026-09-23T08:50:22.551" v="6390" actId="5793"/>
          <ac:spMkLst>
            <pc:docMk/>
            <pc:sldMk cId="2099275903" sldId="297"/>
            <ac:spMk id="3" creationId="{17215C6C-90FB-AE72-B00F-079D55B548FE}"/>
          </ac:spMkLst>
        </pc:spChg>
        <pc:picChg chg="add mod">
          <ac:chgData name="Henry Valdemar Vest" userId="f5b1f0ec-4051-405f-83b3-0c678f78df49" providerId="ADAL" clId="{0B671710-12AA-4A9C-8982-6D6CBD054718}" dt="2026-09-23T08:52:00.990" v="6393" actId="14100"/>
          <ac:picMkLst>
            <pc:docMk/>
            <pc:sldMk cId="2099275903" sldId="297"/>
            <ac:picMk id="6" creationId="{6F89138C-8E36-B2CA-9762-2206E89914A1}"/>
          </ac:picMkLst>
        </pc:picChg>
      </pc:sldChg>
      <pc:sldChg chg="addSp delSp modSp add mod">
        <pc:chgData name="Henry Valdemar Vest" userId="f5b1f0ec-4051-405f-83b3-0c678f78df49" providerId="ADAL" clId="{0B671710-12AA-4A9C-8982-6D6CBD054718}" dt="2026-09-23T08:54:11.826" v="6418" actId="14100"/>
        <pc:sldMkLst>
          <pc:docMk/>
          <pc:sldMk cId="720133093" sldId="298"/>
        </pc:sldMkLst>
        <pc:spChg chg="mod">
          <ac:chgData name="Henry Valdemar Vest" userId="f5b1f0ec-4051-405f-83b3-0c678f78df49" providerId="ADAL" clId="{0B671710-12AA-4A9C-8982-6D6CBD054718}" dt="2026-09-23T08:52:31.108" v="6396" actId="20577"/>
          <ac:spMkLst>
            <pc:docMk/>
            <pc:sldMk cId="720133093" sldId="298"/>
            <ac:spMk id="2" creationId="{164E2487-9723-14AC-E503-CB261C71C4F8}"/>
          </ac:spMkLst>
        </pc:spChg>
        <pc:spChg chg="mod">
          <ac:chgData name="Henry Valdemar Vest" userId="f5b1f0ec-4051-405f-83b3-0c678f78df49" providerId="ADAL" clId="{0B671710-12AA-4A9C-8982-6D6CBD054718}" dt="2026-09-23T08:53:08.906" v="6415" actId="20577"/>
          <ac:spMkLst>
            <pc:docMk/>
            <pc:sldMk cId="720133093" sldId="298"/>
            <ac:spMk id="3" creationId="{228AFEA5-A488-225B-79EB-BCA0CEACCB5A}"/>
          </ac:spMkLst>
        </pc:spChg>
        <pc:picChg chg="del">
          <ac:chgData name="Henry Valdemar Vest" userId="f5b1f0ec-4051-405f-83b3-0c678f78df49" providerId="ADAL" clId="{0B671710-12AA-4A9C-8982-6D6CBD054718}" dt="2026-09-23T08:52:46.325" v="6403" actId="478"/>
          <ac:picMkLst>
            <pc:docMk/>
            <pc:sldMk cId="720133093" sldId="298"/>
            <ac:picMk id="6" creationId="{077A1878-7F2F-B4F1-46D6-59C0FAA23C24}"/>
          </ac:picMkLst>
        </pc:picChg>
        <pc:picChg chg="add mod">
          <ac:chgData name="Henry Valdemar Vest" userId="f5b1f0ec-4051-405f-83b3-0c678f78df49" providerId="ADAL" clId="{0B671710-12AA-4A9C-8982-6D6CBD054718}" dt="2026-09-23T08:54:11.826" v="6418" actId="14100"/>
          <ac:picMkLst>
            <pc:docMk/>
            <pc:sldMk cId="720133093" sldId="298"/>
            <ac:picMk id="7" creationId="{B799373B-3A16-C8CF-C521-8F0E901977B8}"/>
          </ac:picMkLst>
        </pc:picChg>
      </pc:sldChg>
      <pc:sldChg chg="addSp delSp modSp add mod">
        <pc:chgData name="Henry Valdemar Vest" userId="f5b1f0ec-4051-405f-83b3-0c678f78df49" providerId="ADAL" clId="{0B671710-12AA-4A9C-8982-6D6CBD054718}" dt="2026-09-23T08:56:31.329" v="6450" actId="14100"/>
        <pc:sldMkLst>
          <pc:docMk/>
          <pc:sldMk cId="2721993864" sldId="299"/>
        </pc:sldMkLst>
        <pc:spChg chg="mod">
          <ac:chgData name="Henry Valdemar Vest" userId="f5b1f0ec-4051-405f-83b3-0c678f78df49" providerId="ADAL" clId="{0B671710-12AA-4A9C-8982-6D6CBD054718}" dt="2026-09-23T08:54:29.177" v="6421" actId="20577"/>
          <ac:spMkLst>
            <pc:docMk/>
            <pc:sldMk cId="2721993864" sldId="299"/>
            <ac:spMk id="2" creationId="{E8FD8B14-8438-0920-F816-593230A12E84}"/>
          </ac:spMkLst>
        </pc:spChg>
        <pc:spChg chg="mod">
          <ac:chgData name="Henry Valdemar Vest" userId="f5b1f0ec-4051-405f-83b3-0c678f78df49" providerId="ADAL" clId="{0B671710-12AA-4A9C-8982-6D6CBD054718}" dt="2026-09-23T08:55:17.243" v="6446" actId="947"/>
          <ac:spMkLst>
            <pc:docMk/>
            <pc:sldMk cId="2721993864" sldId="299"/>
            <ac:spMk id="3" creationId="{6F8A3AE1-751C-F4AD-435E-8874D1039F6D}"/>
          </ac:spMkLst>
        </pc:spChg>
        <pc:picChg chg="add mod">
          <ac:chgData name="Henry Valdemar Vest" userId="f5b1f0ec-4051-405f-83b3-0c678f78df49" providerId="ADAL" clId="{0B671710-12AA-4A9C-8982-6D6CBD054718}" dt="2026-09-23T08:56:31.329" v="6450" actId="14100"/>
          <ac:picMkLst>
            <pc:docMk/>
            <pc:sldMk cId="2721993864" sldId="299"/>
            <ac:picMk id="6" creationId="{C798B5C6-0EA0-9EBD-F9A6-53DB0B0CAB88}"/>
          </ac:picMkLst>
        </pc:picChg>
        <pc:picChg chg="del">
          <ac:chgData name="Henry Valdemar Vest" userId="f5b1f0ec-4051-405f-83b3-0c678f78df49" providerId="ADAL" clId="{0B671710-12AA-4A9C-8982-6D6CBD054718}" dt="2026-09-23T08:55:19.892" v="6447" actId="478"/>
          <ac:picMkLst>
            <pc:docMk/>
            <pc:sldMk cId="2721993864" sldId="299"/>
            <ac:picMk id="7" creationId="{60BD7909-389B-BC50-B5BA-ECFAB835AD94}"/>
          </ac:picMkLst>
        </pc:picChg>
      </pc:sldChg>
      <pc:sldChg chg="addSp modSp new mod">
        <pc:chgData name="Henry Valdemar Vest" userId="f5b1f0ec-4051-405f-83b3-0c678f78df49" providerId="ADAL" clId="{0B671710-12AA-4A9C-8982-6D6CBD054718}" dt="2026-09-23T08:58:25.980" v="6586" actId="14100"/>
        <pc:sldMkLst>
          <pc:docMk/>
          <pc:sldMk cId="3085824303" sldId="300"/>
        </pc:sldMkLst>
        <pc:spChg chg="mod">
          <ac:chgData name="Henry Valdemar Vest" userId="f5b1f0ec-4051-405f-83b3-0c678f78df49" providerId="ADAL" clId="{0B671710-12AA-4A9C-8982-6D6CBD054718}" dt="2026-09-23T08:56:44.892" v="6462" actId="20577"/>
          <ac:spMkLst>
            <pc:docMk/>
            <pc:sldMk cId="3085824303" sldId="300"/>
            <ac:spMk id="2" creationId="{C9822338-79CE-8AF1-5333-EF75D93CCE9A}"/>
          </ac:spMkLst>
        </pc:spChg>
        <pc:spChg chg="mod">
          <ac:chgData name="Henry Valdemar Vest" userId="f5b1f0ec-4051-405f-83b3-0c678f78df49" providerId="ADAL" clId="{0B671710-12AA-4A9C-8982-6D6CBD054718}" dt="2026-09-23T08:57:22.144" v="6583" actId="14100"/>
          <ac:spMkLst>
            <pc:docMk/>
            <pc:sldMk cId="3085824303" sldId="300"/>
            <ac:spMk id="3" creationId="{CDA69489-81C3-FC26-95E9-57F0609CE4F5}"/>
          </ac:spMkLst>
        </pc:spChg>
        <pc:picChg chg="add mod">
          <ac:chgData name="Henry Valdemar Vest" userId="f5b1f0ec-4051-405f-83b3-0c678f78df49" providerId="ADAL" clId="{0B671710-12AA-4A9C-8982-6D6CBD054718}" dt="2026-09-23T08:58:25.980" v="6586" actId="14100"/>
          <ac:picMkLst>
            <pc:docMk/>
            <pc:sldMk cId="3085824303" sldId="300"/>
            <ac:picMk id="6" creationId="{FA9DE4A9-41F7-C3A3-FA53-3A219441DB57}"/>
          </ac:picMkLst>
        </pc:picChg>
      </pc:sldChg>
      <pc:sldChg chg="addSp delSp modSp new mod setBg">
        <pc:chgData name="Henry Valdemar Vest" userId="f5b1f0ec-4051-405f-83b3-0c678f78df49" providerId="ADAL" clId="{0B671710-12AA-4A9C-8982-6D6CBD054718}" dt="2026-09-23T09:09:41.863" v="6627" actId="20577"/>
        <pc:sldMkLst>
          <pc:docMk/>
          <pc:sldMk cId="3920648753" sldId="301"/>
        </pc:sldMkLst>
        <pc:spChg chg="mod">
          <ac:chgData name="Henry Valdemar Vest" userId="f5b1f0ec-4051-405f-83b3-0c678f78df49" providerId="ADAL" clId="{0B671710-12AA-4A9C-8982-6D6CBD054718}" dt="2026-09-23T09:00:20.625" v="6614" actId="26606"/>
          <ac:spMkLst>
            <pc:docMk/>
            <pc:sldMk cId="3920648753" sldId="301"/>
            <ac:spMk id="2" creationId="{5359ADE8-8BDB-FFD7-2A78-85142004BA03}"/>
          </ac:spMkLst>
        </pc:spChg>
        <pc:spChg chg="del mod">
          <ac:chgData name="Henry Valdemar Vest" userId="f5b1f0ec-4051-405f-83b3-0c678f78df49" providerId="ADAL" clId="{0B671710-12AA-4A9C-8982-6D6CBD054718}" dt="2026-09-23T09:00:20.625" v="6614" actId="26606"/>
          <ac:spMkLst>
            <pc:docMk/>
            <pc:sldMk cId="3920648753" sldId="301"/>
            <ac:spMk id="3" creationId="{64816A67-4D46-F5CF-7408-9B4D65AC334F}"/>
          </ac:spMkLst>
        </pc:spChg>
        <pc:spChg chg="mod">
          <ac:chgData name="Henry Valdemar Vest" userId="f5b1f0ec-4051-405f-83b3-0c678f78df49" providerId="ADAL" clId="{0B671710-12AA-4A9C-8982-6D6CBD054718}" dt="2026-09-23T09:00:20.625" v="6614" actId="26606"/>
          <ac:spMkLst>
            <pc:docMk/>
            <pc:sldMk cId="3920648753" sldId="301"/>
            <ac:spMk id="4" creationId="{0F9D4985-1A87-CE9F-5A71-D949FEF237EC}"/>
          </ac:spMkLst>
        </pc:spChg>
        <pc:spChg chg="add">
          <ac:chgData name="Henry Valdemar Vest" userId="f5b1f0ec-4051-405f-83b3-0c678f78df49" providerId="ADAL" clId="{0B671710-12AA-4A9C-8982-6D6CBD054718}" dt="2026-09-23T09:00:20.625" v="6614" actId="26606"/>
          <ac:spMkLst>
            <pc:docMk/>
            <pc:sldMk cId="3920648753" sldId="301"/>
            <ac:spMk id="10" creationId="{B62E0F97-3B68-4A9A-81FD-184E8051D278}"/>
          </ac:spMkLst>
        </pc:spChg>
        <pc:spChg chg="add">
          <ac:chgData name="Henry Valdemar Vest" userId="f5b1f0ec-4051-405f-83b3-0c678f78df49" providerId="ADAL" clId="{0B671710-12AA-4A9C-8982-6D6CBD054718}" dt="2026-09-23T09:00:20.625" v="6614" actId="26606"/>
          <ac:spMkLst>
            <pc:docMk/>
            <pc:sldMk cId="3920648753" sldId="301"/>
            <ac:spMk id="12" creationId="{1A9C0995-256A-4F90-97D6-FB8958A5D433}"/>
          </ac:spMkLst>
        </pc:spChg>
        <pc:spChg chg="add">
          <ac:chgData name="Henry Valdemar Vest" userId="f5b1f0ec-4051-405f-83b3-0c678f78df49" providerId="ADAL" clId="{0B671710-12AA-4A9C-8982-6D6CBD054718}" dt="2026-09-23T09:00:20.625" v="6614" actId="26606"/>
          <ac:spMkLst>
            <pc:docMk/>
            <pc:sldMk cId="3920648753" sldId="301"/>
            <ac:spMk id="14" creationId="{A8C4A48C-F8E4-40F0-B8C7-796C50B4C9F3}"/>
          </ac:spMkLst>
        </pc:spChg>
        <pc:grpChg chg="add">
          <ac:chgData name="Henry Valdemar Vest" userId="f5b1f0ec-4051-405f-83b3-0c678f78df49" providerId="ADAL" clId="{0B671710-12AA-4A9C-8982-6D6CBD054718}" dt="2026-09-23T09:00:20.625" v="6614" actId="26606"/>
          <ac:grpSpMkLst>
            <pc:docMk/>
            <pc:sldMk cId="3920648753" sldId="301"/>
            <ac:grpSpMk id="16" creationId="{93ECDB61-C78E-49AB-9D9C-862EAA5FFC62}"/>
          </ac:grpSpMkLst>
        </pc:grpChg>
        <pc:graphicFrameChg chg="add modGraphic">
          <ac:chgData name="Henry Valdemar Vest" userId="f5b1f0ec-4051-405f-83b3-0c678f78df49" providerId="ADAL" clId="{0B671710-12AA-4A9C-8982-6D6CBD054718}" dt="2026-09-23T09:09:41.863" v="6627" actId="20577"/>
          <ac:graphicFrameMkLst>
            <pc:docMk/>
            <pc:sldMk cId="3920648753" sldId="301"/>
            <ac:graphicFrameMk id="6" creationId="{F99584A8-2167-4410-9241-3D0D78C23EC8}"/>
          </ac:graphicFrameMkLst>
        </pc:graphicFrameChg>
      </pc:sldChg>
      <pc:sldChg chg="addSp delSp modSp new mod setBg">
        <pc:chgData name="Henry Valdemar Vest" userId="f5b1f0ec-4051-405f-83b3-0c678f78df49" providerId="ADAL" clId="{0B671710-12AA-4A9C-8982-6D6CBD054718}" dt="2026-09-23T09:19:57.906" v="6679" actId="26606"/>
        <pc:sldMkLst>
          <pc:docMk/>
          <pc:sldMk cId="4286569754" sldId="302"/>
        </pc:sldMkLst>
        <pc:spChg chg="mod">
          <ac:chgData name="Henry Valdemar Vest" userId="f5b1f0ec-4051-405f-83b3-0c678f78df49" providerId="ADAL" clId="{0B671710-12AA-4A9C-8982-6D6CBD054718}" dt="2026-09-23T09:19:57.906" v="6679" actId="26606"/>
          <ac:spMkLst>
            <pc:docMk/>
            <pc:sldMk cId="4286569754" sldId="302"/>
            <ac:spMk id="2" creationId="{B3295D5F-DE12-24FA-DF5F-D0BB8C16BE19}"/>
          </ac:spMkLst>
        </pc:spChg>
        <pc:spChg chg="del mod">
          <ac:chgData name="Henry Valdemar Vest" userId="f5b1f0ec-4051-405f-83b3-0c678f78df49" providerId="ADAL" clId="{0B671710-12AA-4A9C-8982-6D6CBD054718}" dt="2026-09-23T09:19:57.906" v="6679" actId="26606"/>
          <ac:spMkLst>
            <pc:docMk/>
            <pc:sldMk cId="4286569754" sldId="302"/>
            <ac:spMk id="3" creationId="{DA8FBE98-719B-50B4-2CEC-C94CB2AD0AE9}"/>
          </ac:spMkLst>
        </pc:spChg>
        <pc:spChg chg="mod">
          <ac:chgData name="Henry Valdemar Vest" userId="f5b1f0ec-4051-405f-83b3-0c678f78df49" providerId="ADAL" clId="{0B671710-12AA-4A9C-8982-6D6CBD054718}" dt="2026-09-23T09:19:57.906" v="6679" actId="26606"/>
          <ac:spMkLst>
            <pc:docMk/>
            <pc:sldMk cId="4286569754" sldId="302"/>
            <ac:spMk id="4" creationId="{576521F0-95C2-A876-1CEA-05BC95143F1A}"/>
          </ac:spMkLst>
        </pc:spChg>
        <pc:spChg chg="add">
          <ac:chgData name="Henry Valdemar Vest" userId="f5b1f0ec-4051-405f-83b3-0c678f78df49" providerId="ADAL" clId="{0B671710-12AA-4A9C-8982-6D6CBD054718}" dt="2026-09-23T09:19:57.906" v="6679" actId="26606"/>
          <ac:spMkLst>
            <pc:docMk/>
            <pc:sldMk cId="4286569754" sldId="302"/>
            <ac:spMk id="10" creationId="{B62E0F97-3B68-4A9A-81FD-184E8051D278}"/>
          </ac:spMkLst>
        </pc:spChg>
        <pc:spChg chg="add">
          <ac:chgData name="Henry Valdemar Vest" userId="f5b1f0ec-4051-405f-83b3-0c678f78df49" providerId="ADAL" clId="{0B671710-12AA-4A9C-8982-6D6CBD054718}" dt="2026-09-23T09:19:57.906" v="6679" actId="26606"/>
          <ac:spMkLst>
            <pc:docMk/>
            <pc:sldMk cId="4286569754" sldId="302"/>
            <ac:spMk id="12" creationId="{1A9C0995-256A-4F90-97D6-FB8958A5D433}"/>
          </ac:spMkLst>
        </pc:spChg>
        <pc:grpChg chg="add">
          <ac:chgData name="Henry Valdemar Vest" userId="f5b1f0ec-4051-405f-83b3-0c678f78df49" providerId="ADAL" clId="{0B671710-12AA-4A9C-8982-6D6CBD054718}" dt="2026-09-23T09:19:57.906" v="6679" actId="26606"/>
          <ac:grpSpMkLst>
            <pc:docMk/>
            <pc:sldMk cId="4286569754" sldId="302"/>
            <ac:grpSpMk id="14" creationId="{2C500373-6BCD-49C7-86D2-7DC695C43C83}"/>
          </ac:grpSpMkLst>
        </pc:grpChg>
        <pc:graphicFrameChg chg="add">
          <ac:chgData name="Henry Valdemar Vest" userId="f5b1f0ec-4051-405f-83b3-0c678f78df49" providerId="ADAL" clId="{0B671710-12AA-4A9C-8982-6D6CBD054718}" dt="2026-09-23T09:19:57.906" v="6679" actId="26606"/>
          <ac:graphicFrameMkLst>
            <pc:docMk/>
            <pc:sldMk cId="4286569754" sldId="302"/>
            <ac:graphicFrameMk id="6" creationId="{4E1C39AC-CCF5-A19A-F8F0-647D050A4C48}"/>
          </ac:graphicFrameMkLst>
        </pc:graphicFrameChg>
      </pc:sldChg>
      <pc:sldChg chg="modSp new mod">
        <pc:chgData name="Henry Valdemar Vest" userId="f5b1f0ec-4051-405f-83b3-0c678f78df49" providerId="ADAL" clId="{0B671710-12AA-4A9C-8982-6D6CBD054718}" dt="2026-09-23T09:23:42.630" v="7189" actId="207"/>
        <pc:sldMkLst>
          <pc:docMk/>
          <pc:sldMk cId="1328293301" sldId="303"/>
        </pc:sldMkLst>
        <pc:spChg chg="mod">
          <ac:chgData name="Henry Valdemar Vest" userId="f5b1f0ec-4051-405f-83b3-0c678f78df49" providerId="ADAL" clId="{0B671710-12AA-4A9C-8982-6D6CBD054718}" dt="2026-09-23T09:20:49.153" v="6695" actId="20577"/>
          <ac:spMkLst>
            <pc:docMk/>
            <pc:sldMk cId="1328293301" sldId="303"/>
            <ac:spMk id="2" creationId="{EB80BFC8-EDBE-CD4A-945A-5D95662AC85E}"/>
          </ac:spMkLst>
        </pc:spChg>
        <pc:spChg chg="mod">
          <ac:chgData name="Henry Valdemar Vest" userId="f5b1f0ec-4051-405f-83b3-0c678f78df49" providerId="ADAL" clId="{0B671710-12AA-4A9C-8982-6D6CBD054718}" dt="2026-09-23T09:23:42.630" v="7189" actId="207"/>
          <ac:spMkLst>
            <pc:docMk/>
            <pc:sldMk cId="1328293301" sldId="303"/>
            <ac:spMk id="3" creationId="{E98C45E1-DB7C-96E7-6B43-C5B48E73E513}"/>
          </ac:spMkLst>
        </pc:spChg>
      </pc:sldChg>
      <pc:sldChg chg="modSp new mod">
        <pc:chgData name="Henry Valdemar Vest" userId="f5b1f0ec-4051-405f-83b3-0c678f78df49" providerId="ADAL" clId="{0B671710-12AA-4A9C-8982-6D6CBD054718}" dt="2026-09-23T09:30:32.562" v="7990" actId="20577"/>
        <pc:sldMkLst>
          <pc:docMk/>
          <pc:sldMk cId="3989661962" sldId="304"/>
        </pc:sldMkLst>
        <pc:spChg chg="mod">
          <ac:chgData name="Henry Valdemar Vest" userId="f5b1f0ec-4051-405f-83b3-0c678f78df49" providerId="ADAL" clId="{0B671710-12AA-4A9C-8982-6D6CBD054718}" dt="2026-09-23T09:28:51.444" v="7725" actId="20577"/>
          <ac:spMkLst>
            <pc:docMk/>
            <pc:sldMk cId="3989661962" sldId="304"/>
            <ac:spMk id="2" creationId="{65C0A800-5E0A-846A-C086-3179BDD3073D}"/>
          </ac:spMkLst>
        </pc:spChg>
        <pc:spChg chg="mod">
          <ac:chgData name="Henry Valdemar Vest" userId="f5b1f0ec-4051-405f-83b3-0c678f78df49" providerId="ADAL" clId="{0B671710-12AA-4A9C-8982-6D6CBD054718}" dt="2026-09-23T09:30:32.562" v="7990" actId="20577"/>
          <ac:spMkLst>
            <pc:docMk/>
            <pc:sldMk cId="3989661962" sldId="304"/>
            <ac:spMk id="3" creationId="{408AAECF-FE7C-C707-B708-F77B2895118D}"/>
          </ac:spMkLst>
        </pc:spChg>
      </pc:sldChg>
      <pc:sldChg chg="modSp new mod">
        <pc:chgData name="Henry Valdemar Vest" userId="f5b1f0ec-4051-405f-83b3-0c678f78df49" providerId="ADAL" clId="{0B671710-12AA-4A9C-8982-6D6CBD054718}" dt="2026-09-23T10:21:24.973" v="8200" actId="20577"/>
        <pc:sldMkLst>
          <pc:docMk/>
          <pc:sldMk cId="363212585" sldId="305"/>
        </pc:sldMkLst>
        <pc:spChg chg="mod">
          <ac:chgData name="Henry Valdemar Vest" userId="f5b1f0ec-4051-405f-83b3-0c678f78df49" providerId="ADAL" clId="{0B671710-12AA-4A9C-8982-6D6CBD054718}" dt="2026-09-23T09:29:03.791" v="7741" actId="20577"/>
          <ac:spMkLst>
            <pc:docMk/>
            <pc:sldMk cId="363212585" sldId="305"/>
            <ac:spMk id="2" creationId="{452E64DD-9134-55B0-EDE7-48A39D324583}"/>
          </ac:spMkLst>
        </pc:spChg>
        <pc:spChg chg="mod">
          <ac:chgData name="Henry Valdemar Vest" userId="f5b1f0ec-4051-405f-83b3-0c678f78df49" providerId="ADAL" clId="{0B671710-12AA-4A9C-8982-6D6CBD054718}" dt="2026-09-23T10:21:24.973" v="8200" actId="20577"/>
          <ac:spMkLst>
            <pc:docMk/>
            <pc:sldMk cId="363212585" sldId="305"/>
            <ac:spMk id="3" creationId="{D65D6686-D9A5-3596-0D66-6C5F56819425}"/>
          </ac:spMkLst>
        </pc:spChg>
      </pc:sldChg>
      <pc:sldChg chg="modSp new mod">
        <pc:chgData name="Henry Valdemar Vest" userId="f5b1f0ec-4051-405f-83b3-0c678f78df49" providerId="ADAL" clId="{0B671710-12AA-4A9C-8982-6D6CBD054718}" dt="2026-09-23T10:31:05.061" v="8736" actId="947"/>
        <pc:sldMkLst>
          <pc:docMk/>
          <pc:sldMk cId="3421737248" sldId="306"/>
        </pc:sldMkLst>
        <pc:spChg chg="mod">
          <ac:chgData name="Henry Valdemar Vest" userId="f5b1f0ec-4051-405f-83b3-0c678f78df49" providerId="ADAL" clId="{0B671710-12AA-4A9C-8982-6D6CBD054718}" dt="2026-09-23T10:21:47.871" v="8230" actId="20577"/>
          <ac:spMkLst>
            <pc:docMk/>
            <pc:sldMk cId="3421737248" sldId="306"/>
            <ac:spMk id="2" creationId="{17945BDC-EBB3-0172-2C1C-E94E0CD4EEFF}"/>
          </ac:spMkLst>
        </pc:spChg>
        <pc:spChg chg="mod">
          <ac:chgData name="Henry Valdemar Vest" userId="f5b1f0ec-4051-405f-83b3-0c678f78df49" providerId="ADAL" clId="{0B671710-12AA-4A9C-8982-6D6CBD054718}" dt="2026-09-23T10:31:05.061" v="8736" actId="947"/>
          <ac:spMkLst>
            <pc:docMk/>
            <pc:sldMk cId="3421737248" sldId="306"/>
            <ac:spMk id="3" creationId="{688B75CB-7999-681D-C9DE-0C35132ACADC}"/>
          </ac:spMkLst>
        </pc:spChg>
      </pc:sldChg>
      <pc:sldChg chg="modSp new mod">
        <pc:chgData name="Henry Valdemar Vest" userId="f5b1f0ec-4051-405f-83b3-0c678f78df49" providerId="ADAL" clId="{0B671710-12AA-4A9C-8982-6D6CBD054718}" dt="2026-09-23T10:29:46.673" v="8734" actId="947"/>
        <pc:sldMkLst>
          <pc:docMk/>
          <pc:sldMk cId="140475704" sldId="307"/>
        </pc:sldMkLst>
        <pc:spChg chg="mod">
          <ac:chgData name="Henry Valdemar Vest" userId="f5b1f0ec-4051-405f-83b3-0c678f78df49" providerId="ADAL" clId="{0B671710-12AA-4A9C-8982-6D6CBD054718}" dt="2026-09-23T10:25:30.739" v="8496" actId="20577"/>
          <ac:spMkLst>
            <pc:docMk/>
            <pc:sldMk cId="140475704" sldId="307"/>
            <ac:spMk id="2" creationId="{35896852-1719-3A99-24A6-E51C201CCB72}"/>
          </ac:spMkLst>
        </pc:spChg>
        <pc:spChg chg="mod">
          <ac:chgData name="Henry Valdemar Vest" userId="f5b1f0ec-4051-405f-83b3-0c678f78df49" providerId="ADAL" clId="{0B671710-12AA-4A9C-8982-6D6CBD054718}" dt="2026-09-23T10:29:46.673" v="8734" actId="947"/>
          <ac:spMkLst>
            <pc:docMk/>
            <pc:sldMk cId="140475704" sldId="307"/>
            <ac:spMk id="3" creationId="{1CFAF0AE-0322-74F6-3767-346BEE7ECDB8}"/>
          </ac:spMkLst>
        </pc:spChg>
      </pc:sldChg>
      <pc:sldChg chg="addSp modSp new mod setBg setClrOvrMap">
        <pc:chgData name="Henry Valdemar Vest" userId="f5b1f0ec-4051-405f-83b3-0c678f78df49" providerId="ADAL" clId="{0B671710-12AA-4A9C-8982-6D6CBD054718}" dt="2026-09-23T11:39:06.920" v="8769" actId="26606"/>
        <pc:sldMkLst>
          <pc:docMk/>
          <pc:sldMk cId="1649519445" sldId="308"/>
        </pc:sldMkLst>
        <pc:spChg chg="mod">
          <ac:chgData name="Henry Valdemar Vest" userId="f5b1f0ec-4051-405f-83b3-0c678f78df49" providerId="ADAL" clId="{0B671710-12AA-4A9C-8982-6D6CBD054718}" dt="2026-09-23T11:39:06.920" v="8769" actId="26606"/>
          <ac:spMkLst>
            <pc:docMk/>
            <pc:sldMk cId="1649519445" sldId="308"/>
            <ac:spMk id="2" creationId="{90923C79-478B-DCAF-8967-7F4F107FAB05}"/>
          </ac:spMkLst>
        </pc:spChg>
        <pc:spChg chg="mod">
          <ac:chgData name="Henry Valdemar Vest" userId="f5b1f0ec-4051-405f-83b3-0c678f78df49" providerId="ADAL" clId="{0B671710-12AA-4A9C-8982-6D6CBD054718}" dt="2026-09-23T11:39:06.920" v="8769" actId="26606"/>
          <ac:spMkLst>
            <pc:docMk/>
            <pc:sldMk cId="1649519445" sldId="308"/>
            <ac:spMk id="3" creationId="{D4F6E03D-0135-703F-22F0-CA19DB347D84}"/>
          </ac:spMkLst>
        </pc:spChg>
        <pc:spChg chg="mod">
          <ac:chgData name="Henry Valdemar Vest" userId="f5b1f0ec-4051-405f-83b3-0c678f78df49" providerId="ADAL" clId="{0B671710-12AA-4A9C-8982-6D6CBD054718}" dt="2026-09-23T11:39:06.920" v="8769" actId="26606"/>
          <ac:spMkLst>
            <pc:docMk/>
            <pc:sldMk cId="1649519445" sldId="308"/>
            <ac:spMk id="4" creationId="{628B5ADC-B8FB-0FDA-9B90-8BD9684B0E94}"/>
          </ac:spMkLst>
        </pc:spChg>
        <pc:spChg chg="add">
          <ac:chgData name="Henry Valdemar Vest" userId="f5b1f0ec-4051-405f-83b3-0c678f78df49" providerId="ADAL" clId="{0B671710-12AA-4A9C-8982-6D6CBD054718}" dt="2026-09-23T11:39:06.920" v="8769" actId="26606"/>
          <ac:spMkLst>
            <pc:docMk/>
            <pc:sldMk cId="1649519445" sldId="308"/>
            <ac:spMk id="9" creationId="{CF10C978-51B5-420C-9A05-C8F194EACAC3}"/>
          </ac:spMkLst>
        </pc:spChg>
        <pc:spChg chg="add">
          <ac:chgData name="Henry Valdemar Vest" userId="f5b1f0ec-4051-405f-83b3-0c678f78df49" providerId="ADAL" clId="{0B671710-12AA-4A9C-8982-6D6CBD054718}" dt="2026-09-23T11:39:06.920" v="8769" actId="26606"/>
          <ac:spMkLst>
            <pc:docMk/>
            <pc:sldMk cId="1649519445" sldId="308"/>
            <ac:spMk id="11" creationId="{28D34D1C-4E49-4D32-96F1-E49CEBBF86E0}"/>
          </ac:spMkLst>
        </pc:spChg>
        <pc:grpChg chg="add">
          <ac:chgData name="Henry Valdemar Vest" userId="f5b1f0ec-4051-405f-83b3-0c678f78df49" providerId="ADAL" clId="{0B671710-12AA-4A9C-8982-6D6CBD054718}" dt="2026-09-23T11:39:06.920" v="8769" actId="26606"/>
          <ac:grpSpMkLst>
            <pc:docMk/>
            <pc:sldMk cId="1649519445" sldId="308"/>
            <ac:grpSpMk id="13" creationId="{B3E72256-336B-4C56-A208-D12E28599B6F}"/>
          </ac:grpSpMkLst>
        </pc:grpChg>
      </pc:sldChg>
      <pc:sldChg chg="addSp modSp new mod setBg setClrOvrMap">
        <pc:chgData name="Henry Valdemar Vest" userId="f5b1f0ec-4051-405f-83b3-0c678f78df49" providerId="ADAL" clId="{0B671710-12AA-4A9C-8982-6D6CBD054718}" dt="2026-09-23T12:29:44.933" v="10095" actId="20577"/>
        <pc:sldMkLst>
          <pc:docMk/>
          <pc:sldMk cId="3231861242" sldId="309"/>
        </pc:sldMkLst>
        <pc:spChg chg="mod">
          <ac:chgData name="Henry Valdemar Vest" userId="f5b1f0ec-4051-405f-83b3-0c678f78df49" providerId="ADAL" clId="{0B671710-12AA-4A9C-8982-6D6CBD054718}" dt="2026-09-23T11:41:46.487" v="8806" actId="26606"/>
          <ac:spMkLst>
            <pc:docMk/>
            <pc:sldMk cId="3231861242" sldId="309"/>
            <ac:spMk id="2" creationId="{645C1485-0982-8F7F-DD44-09CE62A930AF}"/>
          </ac:spMkLst>
        </pc:spChg>
        <pc:spChg chg="mod">
          <ac:chgData name="Henry Valdemar Vest" userId="f5b1f0ec-4051-405f-83b3-0c678f78df49" providerId="ADAL" clId="{0B671710-12AA-4A9C-8982-6D6CBD054718}" dt="2026-09-23T12:29:44.933" v="10095" actId="20577"/>
          <ac:spMkLst>
            <pc:docMk/>
            <pc:sldMk cId="3231861242" sldId="309"/>
            <ac:spMk id="3" creationId="{EF18BEDD-A7E6-66B2-5E7C-547F0DFC09AE}"/>
          </ac:spMkLst>
        </pc:spChg>
        <pc:spChg chg="mod">
          <ac:chgData name="Henry Valdemar Vest" userId="f5b1f0ec-4051-405f-83b3-0c678f78df49" providerId="ADAL" clId="{0B671710-12AA-4A9C-8982-6D6CBD054718}" dt="2026-09-23T11:41:46.487" v="8806" actId="26606"/>
          <ac:spMkLst>
            <pc:docMk/>
            <pc:sldMk cId="3231861242" sldId="309"/>
            <ac:spMk id="4" creationId="{FAEF3658-76DD-5268-93E2-1D60DD1F5828}"/>
          </ac:spMkLst>
        </pc:spChg>
        <pc:spChg chg="add">
          <ac:chgData name="Henry Valdemar Vest" userId="f5b1f0ec-4051-405f-83b3-0c678f78df49" providerId="ADAL" clId="{0B671710-12AA-4A9C-8982-6D6CBD054718}" dt="2026-09-23T11:41:46.487" v="8806" actId="26606"/>
          <ac:spMkLst>
            <pc:docMk/>
            <pc:sldMk cId="3231861242" sldId="309"/>
            <ac:spMk id="9" creationId="{CF10C978-51B5-420C-9A05-C8F194EACAC3}"/>
          </ac:spMkLst>
        </pc:spChg>
        <pc:spChg chg="add">
          <ac:chgData name="Henry Valdemar Vest" userId="f5b1f0ec-4051-405f-83b3-0c678f78df49" providerId="ADAL" clId="{0B671710-12AA-4A9C-8982-6D6CBD054718}" dt="2026-09-23T11:41:46.487" v="8806" actId="26606"/>
          <ac:spMkLst>
            <pc:docMk/>
            <pc:sldMk cId="3231861242" sldId="309"/>
            <ac:spMk id="11" creationId="{28D34D1C-4E49-4D32-96F1-E49CEBBF86E0}"/>
          </ac:spMkLst>
        </pc:spChg>
        <pc:grpChg chg="add">
          <ac:chgData name="Henry Valdemar Vest" userId="f5b1f0ec-4051-405f-83b3-0c678f78df49" providerId="ADAL" clId="{0B671710-12AA-4A9C-8982-6D6CBD054718}" dt="2026-09-23T11:41:46.487" v="8806" actId="26606"/>
          <ac:grpSpMkLst>
            <pc:docMk/>
            <pc:sldMk cId="3231861242" sldId="309"/>
            <ac:grpSpMk id="13" creationId="{B3E72256-336B-4C56-A208-D12E28599B6F}"/>
          </ac:grpSpMkLst>
        </pc:grpChg>
      </pc:sldChg>
      <pc:sldChg chg="addSp modSp new mod">
        <pc:chgData name="Henry Valdemar Vest" userId="f5b1f0ec-4051-405f-83b3-0c678f78df49" providerId="ADAL" clId="{0B671710-12AA-4A9C-8982-6D6CBD054718}" dt="2026-09-23T13:12:45.321" v="10683" actId="20577"/>
        <pc:sldMkLst>
          <pc:docMk/>
          <pc:sldMk cId="2680895949" sldId="310"/>
        </pc:sldMkLst>
        <pc:spChg chg="mod">
          <ac:chgData name="Henry Valdemar Vest" userId="f5b1f0ec-4051-405f-83b3-0c678f78df49" providerId="ADAL" clId="{0B671710-12AA-4A9C-8982-6D6CBD054718}" dt="2026-09-23T11:44:09.712" v="8853" actId="20577"/>
          <ac:spMkLst>
            <pc:docMk/>
            <pc:sldMk cId="2680895949" sldId="310"/>
            <ac:spMk id="2" creationId="{D71E5525-D8E0-DBF2-3822-442CA75B97EA}"/>
          </ac:spMkLst>
        </pc:spChg>
        <pc:spChg chg="mod">
          <ac:chgData name="Henry Valdemar Vest" userId="f5b1f0ec-4051-405f-83b3-0c678f78df49" providerId="ADAL" clId="{0B671710-12AA-4A9C-8982-6D6CBD054718}" dt="2026-09-23T13:12:45.321" v="10683" actId="20577"/>
          <ac:spMkLst>
            <pc:docMk/>
            <pc:sldMk cId="2680895949" sldId="310"/>
            <ac:spMk id="3" creationId="{81D7C4BE-8B43-3BCB-1B5C-3471042CADF2}"/>
          </ac:spMkLst>
        </pc:spChg>
        <pc:graphicFrameChg chg="add mod modGraphic">
          <ac:chgData name="Henry Valdemar Vest" userId="f5b1f0ec-4051-405f-83b3-0c678f78df49" providerId="ADAL" clId="{0B671710-12AA-4A9C-8982-6D6CBD054718}" dt="2026-09-23T13:12:32.993" v="10680" actId="947"/>
          <ac:graphicFrameMkLst>
            <pc:docMk/>
            <pc:sldMk cId="2680895949" sldId="310"/>
            <ac:graphicFrameMk id="5" creationId="{E862EB60-7636-4B99-DC5F-C59A42A4E3A7}"/>
          </ac:graphicFrameMkLst>
        </pc:graphicFrameChg>
      </pc:sldChg>
      <pc:sldChg chg="modSp new mod">
        <pc:chgData name="Henry Valdemar Vest" userId="f5b1f0ec-4051-405f-83b3-0c678f78df49" providerId="ADAL" clId="{0B671710-12AA-4A9C-8982-6D6CBD054718}" dt="2026-09-23T13:19:30.665" v="10687" actId="947"/>
        <pc:sldMkLst>
          <pc:docMk/>
          <pc:sldMk cId="1423286098" sldId="311"/>
        </pc:sldMkLst>
        <pc:spChg chg="mod">
          <ac:chgData name="Henry Valdemar Vest" userId="f5b1f0ec-4051-405f-83b3-0c678f78df49" providerId="ADAL" clId="{0B671710-12AA-4A9C-8982-6D6CBD054718}" dt="2026-09-23T12:26:21.795" v="10049" actId="20577"/>
          <ac:spMkLst>
            <pc:docMk/>
            <pc:sldMk cId="1423286098" sldId="311"/>
            <ac:spMk id="2" creationId="{C320513F-252C-5FDE-0AF8-E018DBAF0190}"/>
          </ac:spMkLst>
        </pc:spChg>
        <pc:spChg chg="mod">
          <ac:chgData name="Henry Valdemar Vest" userId="f5b1f0ec-4051-405f-83b3-0c678f78df49" providerId="ADAL" clId="{0B671710-12AA-4A9C-8982-6D6CBD054718}" dt="2026-09-23T13:19:30.665" v="10687" actId="947"/>
          <ac:spMkLst>
            <pc:docMk/>
            <pc:sldMk cId="1423286098" sldId="311"/>
            <ac:spMk id="3" creationId="{AEF1354C-0993-639C-9ABD-CB1F14B76E1F}"/>
          </ac:spMkLst>
        </pc:spChg>
      </pc:sldChg>
      <pc:sldChg chg="addSp modSp new mod">
        <pc:chgData name="Henry Valdemar Vest" userId="f5b1f0ec-4051-405f-83b3-0c678f78df49" providerId="ADAL" clId="{0B671710-12AA-4A9C-8982-6D6CBD054718}" dt="2026-09-23T11:59:49.302" v="10022" actId="947"/>
        <pc:sldMkLst>
          <pc:docMk/>
          <pc:sldMk cId="951174293" sldId="312"/>
        </pc:sldMkLst>
        <pc:spChg chg="mod">
          <ac:chgData name="Henry Valdemar Vest" userId="f5b1f0ec-4051-405f-83b3-0c678f78df49" providerId="ADAL" clId="{0B671710-12AA-4A9C-8982-6D6CBD054718}" dt="2026-09-23T11:53:40.299" v="9723" actId="20577"/>
          <ac:spMkLst>
            <pc:docMk/>
            <pc:sldMk cId="951174293" sldId="312"/>
            <ac:spMk id="2" creationId="{F2BD3AE5-4D40-C46E-12B9-BF0A9CAD97C9}"/>
          </ac:spMkLst>
        </pc:spChg>
        <pc:spChg chg="mod">
          <ac:chgData name="Henry Valdemar Vest" userId="f5b1f0ec-4051-405f-83b3-0c678f78df49" providerId="ADAL" clId="{0B671710-12AA-4A9C-8982-6D6CBD054718}" dt="2026-09-23T11:53:50.611" v="9747" actId="20577"/>
          <ac:spMkLst>
            <pc:docMk/>
            <pc:sldMk cId="951174293" sldId="312"/>
            <ac:spMk id="3" creationId="{1D9D1C3E-783A-5AAF-B9C9-A60433CB3058}"/>
          </ac:spMkLst>
        </pc:spChg>
        <pc:graphicFrameChg chg="add mod modGraphic">
          <ac:chgData name="Henry Valdemar Vest" userId="f5b1f0ec-4051-405f-83b3-0c678f78df49" providerId="ADAL" clId="{0B671710-12AA-4A9C-8982-6D6CBD054718}" dt="2026-09-23T11:59:49.302" v="10022" actId="947"/>
          <ac:graphicFrameMkLst>
            <pc:docMk/>
            <pc:sldMk cId="951174293" sldId="312"/>
            <ac:graphicFrameMk id="5" creationId="{E4CD55A9-BFB4-7767-CBF8-7EB4506DDAFB}"/>
          </ac:graphicFrameMkLst>
        </pc:graphicFrameChg>
      </pc:sldChg>
      <pc:sldChg chg="addSp modSp new mod setBg setClrOvrMap">
        <pc:chgData name="Henry Valdemar Vest" userId="f5b1f0ec-4051-405f-83b3-0c678f78df49" providerId="ADAL" clId="{0B671710-12AA-4A9C-8982-6D6CBD054718}" dt="2026-09-23T12:29:16.845" v="10087" actId="26606"/>
        <pc:sldMkLst>
          <pc:docMk/>
          <pc:sldMk cId="209614437" sldId="313"/>
        </pc:sldMkLst>
        <pc:spChg chg="mod">
          <ac:chgData name="Henry Valdemar Vest" userId="f5b1f0ec-4051-405f-83b3-0c678f78df49" providerId="ADAL" clId="{0B671710-12AA-4A9C-8982-6D6CBD054718}" dt="2026-09-23T12:29:16.845" v="10087" actId="26606"/>
          <ac:spMkLst>
            <pc:docMk/>
            <pc:sldMk cId="209614437" sldId="313"/>
            <ac:spMk id="2" creationId="{AC059FBD-C634-BE85-07BF-E9E81CE476A2}"/>
          </ac:spMkLst>
        </pc:spChg>
        <pc:spChg chg="mod">
          <ac:chgData name="Henry Valdemar Vest" userId="f5b1f0ec-4051-405f-83b3-0c678f78df49" providerId="ADAL" clId="{0B671710-12AA-4A9C-8982-6D6CBD054718}" dt="2026-09-23T12:29:16.845" v="10087" actId="26606"/>
          <ac:spMkLst>
            <pc:docMk/>
            <pc:sldMk cId="209614437" sldId="313"/>
            <ac:spMk id="3" creationId="{9AF11A4D-2EB7-59AC-DFFB-D84D6016B238}"/>
          </ac:spMkLst>
        </pc:spChg>
        <pc:spChg chg="mod">
          <ac:chgData name="Henry Valdemar Vest" userId="f5b1f0ec-4051-405f-83b3-0c678f78df49" providerId="ADAL" clId="{0B671710-12AA-4A9C-8982-6D6CBD054718}" dt="2026-09-23T12:29:16.845" v="10087" actId="26606"/>
          <ac:spMkLst>
            <pc:docMk/>
            <pc:sldMk cId="209614437" sldId="313"/>
            <ac:spMk id="4" creationId="{F438773A-E82E-9373-2A08-B72599D3678C}"/>
          </ac:spMkLst>
        </pc:spChg>
        <pc:spChg chg="add">
          <ac:chgData name="Henry Valdemar Vest" userId="f5b1f0ec-4051-405f-83b3-0c678f78df49" providerId="ADAL" clId="{0B671710-12AA-4A9C-8982-6D6CBD054718}" dt="2026-09-23T12:29:16.845" v="10087" actId="26606"/>
          <ac:spMkLst>
            <pc:docMk/>
            <pc:sldMk cId="209614437" sldId="313"/>
            <ac:spMk id="9" creationId="{CF10C978-51B5-420C-9A05-C8F194EACAC3}"/>
          </ac:spMkLst>
        </pc:spChg>
        <pc:spChg chg="add">
          <ac:chgData name="Henry Valdemar Vest" userId="f5b1f0ec-4051-405f-83b3-0c678f78df49" providerId="ADAL" clId="{0B671710-12AA-4A9C-8982-6D6CBD054718}" dt="2026-09-23T12:29:16.845" v="10087" actId="26606"/>
          <ac:spMkLst>
            <pc:docMk/>
            <pc:sldMk cId="209614437" sldId="313"/>
            <ac:spMk id="11" creationId="{28D34D1C-4E49-4D32-96F1-E49CEBBF86E0}"/>
          </ac:spMkLst>
        </pc:spChg>
        <pc:grpChg chg="add">
          <ac:chgData name="Henry Valdemar Vest" userId="f5b1f0ec-4051-405f-83b3-0c678f78df49" providerId="ADAL" clId="{0B671710-12AA-4A9C-8982-6D6CBD054718}" dt="2026-09-23T12:29:16.845" v="10087" actId="26606"/>
          <ac:grpSpMkLst>
            <pc:docMk/>
            <pc:sldMk cId="209614437" sldId="313"/>
            <ac:grpSpMk id="13" creationId="{B3E72256-336B-4C56-A208-D12E28599B6F}"/>
          </ac:grpSpMkLst>
        </pc:grpChg>
      </pc:sldChg>
      <pc:sldChg chg="addSp modSp new mod">
        <pc:chgData name="Henry Valdemar Vest" userId="f5b1f0ec-4051-405f-83b3-0c678f78df49" providerId="ADAL" clId="{0B671710-12AA-4A9C-8982-6D6CBD054718}" dt="2026-09-23T12:39:33.399" v="10611" actId="947"/>
        <pc:sldMkLst>
          <pc:docMk/>
          <pc:sldMk cId="3165461982" sldId="314"/>
        </pc:sldMkLst>
        <pc:spChg chg="mod">
          <ac:chgData name="Henry Valdemar Vest" userId="f5b1f0ec-4051-405f-83b3-0c678f78df49" providerId="ADAL" clId="{0B671710-12AA-4A9C-8982-6D6CBD054718}" dt="2026-09-23T12:30:25.677" v="10109" actId="20577"/>
          <ac:spMkLst>
            <pc:docMk/>
            <pc:sldMk cId="3165461982" sldId="314"/>
            <ac:spMk id="2" creationId="{31E8AC23-90A2-E73C-03C3-EC5759A653F0}"/>
          </ac:spMkLst>
        </pc:spChg>
        <pc:spChg chg="mod">
          <ac:chgData name="Henry Valdemar Vest" userId="f5b1f0ec-4051-405f-83b3-0c678f78df49" providerId="ADAL" clId="{0B671710-12AA-4A9C-8982-6D6CBD054718}" dt="2026-09-23T12:31:39.712" v="10293" actId="20577"/>
          <ac:spMkLst>
            <pc:docMk/>
            <pc:sldMk cId="3165461982" sldId="314"/>
            <ac:spMk id="3" creationId="{697165D5-9C82-FB5E-19EC-3FAD6B8A2463}"/>
          </ac:spMkLst>
        </pc:spChg>
        <pc:graphicFrameChg chg="add mod modGraphic">
          <ac:chgData name="Henry Valdemar Vest" userId="f5b1f0ec-4051-405f-83b3-0c678f78df49" providerId="ADAL" clId="{0B671710-12AA-4A9C-8982-6D6CBD054718}" dt="2026-09-23T12:39:33.399" v="10611" actId="947"/>
          <ac:graphicFrameMkLst>
            <pc:docMk/>
            <pc:sldMk cId="3165461982" sldId="314"/>
            <ac:graphicFrameMk id="5" creationId="{344F69FF-0929-87AC-E18B-9C896EFE358F}"/>
          </ac:graphicFrameMkLst>
        </pc:graphicFrameChg>
      </pc:sldChg>
      <pc:sldChg chg="addSp modSp new mod">
        <pc:chgData name="Henry Valdemar Vest" userId="f5b1f0ec-4051-405f-83b3-0c678f78df49" providerId="ADAL" clId="{0B671710-12AA-4A9C-8982-6D6CBD054718}" dt="2026-09-24T05:58:26.124" v="11059" actId="14100"/>
        <pc:sldMkLst>
          <pc:docMk/>
          <pc:sldMk cId="1788943995" sldId="315"/>
        </pc:sldMkLst>
        <pc:spChg chg="mod">
          <ac:chgData name="Henry Valdemar Vest" userId="f5b1f0ec-4051-405f-83b3-0c678f78df49" providerId="ADAL" clId="{0B671710-12AA-4A9C-8982-6D6CBD054718}" dt="2026-09-23T13:32:09.775" v="10716" actId="20577"/>
          <ac:spMkLst>
            <pc:docMk/>
            <pc:sldMk cId="1788943995" sldId="315"/>
            <ac:spMk id="2" creationId="{CB1727EA-1055-5C39-C701-A303B2EC9F47}"/>
          </ac:spMkLst>
        </pc:spChg>
        <pc:spChg chg="mod">
          <ac:chgData name="Henry Valdemar Vest" userId="f5b1f0ec-4051-405f-83b3-0c678f78df49" providerId="ADAL" clId="{0B671710-12AA-4A9C-8982-6D6CBD054718}" dt="2026-09-24T05:58:21.306" v="11058" actId="14100"/>
          <ac:spMkLst>
            <pc:docMk/>
            <pc:sldMk cId="1788943995" sldId="315"/>
            <ac:spMk id="3" creationId="{2E66B86A-0904-F383-29AB-E568E93B7639}"/>
          </ac:spMkLst>
        </pc:spChg>
        <pc:picChg chg="add mod">
          <ac:chgData name="Henry Valdemar Vest" userId="f5b1f0ec-4051-405f-83b3-0c678f78df49" providerId="ADAL" clId="{0B671710-12AA-4A9C-8982-6D6CBD054718}" dt="2026-09-24T05:58:26.124" v="11059" actId="14100"/>
          <ac:picMkLst>
            <pc:docMk/>
            <pc:sldMk cId="1788943995" sldId="315"/>
            <ac:picMk id="6" creationId="{5E111F65-45A6-7B23-C9F5-CD0452EC553C}"/>
          </ac:picMkLst>
        </pc:picChg>
      </pc:sldChg>
      <pc:sldChg chg="addSp modSp new mod">
        <pc:chgData name="Henry Valdemar Vest" userId="f5b1f0ec-4051-405f-83b3-0c678f78df49" providerId="ADAL" clId="{0B671710-12AA-4A9C-8982-6D6CBD054718}" dt="2026-09-24T06:00:03.303" v="11074" actId="20577"/>
        <pc:sldMkLst>
          <pc:docMk/>
          <pc:sldMk cId="1910593203" sldId="316"/>
        </pc:sldMkLst>
        <pc:spChg chg="mod">
          <ac:chgData name="Henry Valdemar Vest" userId="f5b1f0ec-4051-405f-83b3-0c678f78df49" providerId="ADAL" clId="{0B671710-12AA-4A9C-8982-6D6CBD054718}" dt="2026-09-23T13:32:25.554" v="10747" actId="20577"/>
          <ac:spMkLst>
            <pc:docMk/>
            <pc:sldMk cId="1910593203" sldId="316"/>
            <ac:spMk id="2" creationId="{3C70BE08-DD73-A032-B789-6BFDDB4A2CDC}"/>
          </ac:spMkLst>
        </pc:spChg>
        <pc:spChg chg="mod">
          <ac:chgData name="Henry Valdemar Vest" userId="f5b1f0ec-4051-405f-83b3-0c678f78df49" providerId="ADAL" clId="{0B671710-12AA-4A9C-8982-6D6CBD054718}" dt="2026-09-23T13:32:51.567" v="10871" actId="20577"/>
          <ac:spMkLst>
            <pc:docMk/>
            <pc:sldMk cId="1910593203" sldId="316"/>
            <ac:spMk id="3" creationId="{43A846F0-9C07-BF07-E10B-C2E4D41ED5F8}"/>
          </ac:spMkLst>
        </pc:spChg>
        <pc:graphicFrameChg chg="add mod modGraphic">
          <ac:chgData name="Henry Valdemar Vest" userId="f5b1f0ec-4051-405f-83b3-0c678f78df49" providerId="ADAL" clId="{0B671710-12AA-4A9C-8982-6D6CBD054718}" dt="2026-09-24T06:00:03.303" v="11074" actId="20577"/>
          <ac:graphicFrameMkLst>
            <pc:docMk/>
            <pc:sldMk cId="1910593203" sldId="316"/>
            <ac:graphicFrameMk id="5" creationId="{C6BCECA9-81BA-0D8B-0E37-5384BF1CEDFB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#43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446BC8-D2ED-4ECC-B2C3-986A2CAC2D81}" type="doc">
      <dgm:prSet loTypeId="urn:microsoft.com/office/officeart/2018/2/layout/IconVerticalSolidList" loCatId="icon" qsTypeId="urn:microsoft.com/office/officeart/2005/8/quickstyle/simple1#88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C2F9C89-7A51-463A-AD93-149668032A42}">
      <dgm:prSet/>
      <dgm:spPr/>
      <dgm:t>
        <a:bodyPr/>
        <a:lstStyle/>
        <a:p>
          <a:r>
            <a:rPr lang="da-DK" dirty="0"/>
            <a:t>Opgaver: 3-4</a:t>
          </a:r>
          <a:endParaRPr lang="en-US" dirty="0"/>
        </a:p>
      </dgm:t>
    </dgm:pt>
    <dgm:pt modelId="{08E5058F-3BCD-4927-81AA-B48970F5A75A}" type="parTrans" cxnId="{3BE3061A-0D08-4E02-A284-8C6BD5CF5959}">
      <dgm:prSet/>
      <dgm:spPr/>
      <dgm:t>
        <a:bodyPr/>
        <a:lstStyle/>
        <a:p>
          <a:endParaRPr lang="en-US"/>
        </a:p>
      </dgm:t>
    </dgm:pt>
    <dgm:pt modelId="{EEB0F627-8EC2-4409-8BC7-CD2A5548844E}" type="sibTrans" cxnId="{3BE3061A-0D08-4E02-A284-8C6BD5CF5959}">
      <dgm:prSet/>
      <dgm:spPr/>
      <dgm:t>
        <a:bodyPr/>
        <a:lstStyle/>
        <a:p>
          <a:endParaRPr lang="en-US"/>
        </a:p>
      </dgm:t>
    </dgm:pt>
    <dgm:pt modelId="{0482F4A3-A1B3-4922-9B67-E67D712F63EB}">
      <dgm:prSet/>
      <dgm:spPr/>
      <dgm:t>
        <a:bodyPr/>
        <a:lstStyle/>
        <a:p>
          <a:r>
            <a:rPr lang="da-DK" dirty="0"/>
            <a:t>20 min.</a:t>
          </a:r>
          <a:endParaRPr lang="en-US" dirty="0"/>
        </a:p>
      </dgm:t>
    </dgm:pt>
    <dgm:pt modelId="{946F720C-B21A-4C8E-BB04-2131FE0F3D33}" type="parTrans" cxnId="{6A823141-1AA5-4DE0-94AE-429BEA6B901A}">
      <dgm:prSet/>
      <dgm:spPr/>
      <dgm:t>
        <a:bodyPr/>
        <a:lstStyle/>
        <a:p>
          <a:endParaRPr lang="en-US"/>
        </a:p>
      </dgm:t>
    </dgm:pt>
    <dgm:pt modelId="{F1BFF8EF-98E8-4518-A59B-14206B8159D5}" type="sibTrans" cxnId="{6A823141-1AA5-4DE0-94AE-429BEA6B901A}">
      <dgm:prSet/>
      <dgm:spPr/>
      <dgm:t>
        <a:bodyPr/>
        <a:lstStyle/>
        <a:p>
          <a:endParaRPr lang="en-US"/>
        </a:p>
      </dgm:t>
    </dgm:pt>
    <dgm:pt modelId="{2E677522-A23F-4000-95D7-BB3BC841BBCA}" type="pres">
      <dgm:prSet presAssocID="{9E446BC8-D2ED-4ECC-B2C3-986A2CAC2D81}" presName="root" presStyleCnt="0">
        <dgm:presLayoutVars>
          <dgm:dir/>
          <dgm:resizeHandles val="exact"/>
        </dgm:presLayoutVars>
      </dgm:prSet>
      <dgm:spPr/>
    </dgm:pt>
    <dgm:pt modelId="{86780221-428B-4267-AE0B-625ED03D24F0}" type="pres">
      <dgm:prSet presAssocID="{9C2F9C89-7A51-463A-AD93-149668032A42}" presName="compNode" presStyleCnt="0"/>
      <dgm:spPr/>
    </dgm:pt>
    <dgm:pt modelId="{7B08148C-5B1A-4BA8-8825-2DA2D5AD1543}" type="pres">
      <dgm:prSet presAssocID="{9C2F9C89-7A51-463A-AD93-149668032A42}" presName="bgRect" presStyleLbl="bgShp" presStyleIdx="0" presStyleCnt="2"/>
      <dgm:spPr/>
    </dgm:pt>
    <dgm:pt modelId="{B1BEFBC8-592A-4876-80F2-CEDD134005C5}" type="pres">
      <dgm:prSet presAssocID="{9C2F9C89-7A51-463A-AD93-149668032A42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ontrolliste"/>
        </a:ext>
      </dgm:extLst>
    </dgm:pt>
    <dgm:pt modelId="{2317D7C2-32BF-4BC1-9047-8D0EB91901E6}" type="pres">
      <dgm:prSet presAssocID="{9C2F9C89-7A51-463A-AD93-149668032A42}" presName="spaceRect" presStyleCnt="0"/>
      <dgm:spPr/>
    </dgm:pt>
    <dgm:pt modelId="{C95F29BC-B487-45CA-B5CF-683F8F693FDA}" type="pres">
      <dgm:prSet presAssocID="{9C2F9C89-7A51-463A-AD93-149668032A42}" presName="parTx" presStyleLbl="revTx" presStyleIdx="0" presStyleCnt="2">
        <dgm:presLayoutVars>
          <dgm:chMax val="0"/>
          <dgm:chPref val="0"/>
        </dgm:presLayoutVars>
      </dgm:prSet>
      <dgm:spPr/>
    </dgm:pt>
    <dgm:pt modelId="{149B16D2-36EF-4345-9864-BF24ED57BECE}" type="pres">
      <dgm:prSet presAssocID="{EEB0F627-8EC2-4409-8BC7-CD2A5548844E}" presName="sibTrans" presStyleCnt="0"/>
      <dgm:spPr/>
    </dgm:pt>
    <dgm:pt modelId="{2933C64B-064D-4216-A6E7-1F5A8164F168}" type="pres">
      <dgm:prSet presAssocID="{0482F4A3-A1B3-4922-9B67-E67D712F63EB}" presName="compNode" presStyleCnt="0"/>
      <dgm:spPr/>
    </dgm:pt>
    <dgm:pt modelId="{FB0B4937-86D0-4D76-B5F5-FAB8CFB85589}" type="pres">
      <dgm:prSet presAssocID="{0482F4A3-A1B3-4922-9B67-E67D712F63EB}" presName="bgRect" presStyleLbl="bgShp" presStyleIdx="1" presStyleCnt="2"/>
      <dgm:spPr/>
    </dgm:pt>
    <dgm:pt modelId="{5817F6AC-018F-4B09-8986-ADFB8C8E3806}" type="pres">
      <dgm:prSet presAssocID="{0482F4A3-A1B3-4922-9B67-E67D712F63EB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714804F9-8136-4D32-B113-43A6A657FB48}" type="pres">
      <dgm:prSet presAssocID="{0482F4A3-A1B3-4922-9B67-E67D712F63EB}" presName="spaceRect" presStyleCnt="0"/>
      <dgm:spPr/>
    </dgm:pt>
    <dgm:pt modelId="{79C0B2E2-B2CA-47CC-8028-2199F3C697A0}" type="pres">
      <dgm:prSet presAssocID="{0482F4A3-A1B3-4922-9B67-E67D712F63EB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BE3061A-0D08-4E02-A284-8C6BD5CF5959}" srcId="{9E446BC8-D2ED-4ECC-B2C3-986A2CAC2D81}" destId="{9C2F9C89-7A51-463A-AD93-149668032A42}" srcOrd="0" destOrd="0" parTransId="{08E5058F-3BCD-4927-81AA-B48970F5A75A}" sibTransId="{EEB0F627-8EC2-4409-8BC7-CD2A5548844E}"/>
    <dgm:cxn modelId="{6A823141-1AA5-4DE0-94AE-429BEA6B901A}" srcId="{9E446BC8-D2ED-4ECC-B2C3-986A2CAC2D81}" destId="{0482F4A3-A1B3-4922-9B67-E67D712F63EB}" srcOrd="1" destOrd="0" parTransId="{946F720C-B21A-4C8E-BB04-2131FE0F3D33}" sibTransId="{F1BFF8EF-98E8-4518-A59B-14206B8159D5}"/>
    <dgm:cxn modelId="{4CD96E81-9AC2-4199-B5A5-E88186AAB566}" type="presOf" srcId="{9E446BC8-D2ED-4ECC-B2C3-986A2CAC2D81}" destId="{2E677522-A23F-4000-95D7-BB3BC841BBCA}" srcOrd="0" destOrd="0" presId="urn:microsoft.com/office/officeart/2018/2/layout/IconVerticalSolidList"/>
    <dgm:cxn modelId="{70C4818C-24A1-414D-9640-C30D566FDC76}" type="presOf" srcId="{9C2F9C89-7A51-463A-AD93-149668032A42}" destId="{C95F29BC-B487-45CA-B5CF-683F8F693FDA}" srcOrd="0" destOrd="0" presId="urn:microsoft.com/office/officeart/2018/2/layout/IconVerticalSolidList"/>
    <dgm:cxn modelId="{516A2AB1-A5AE-43E2-BBDF-B33DD863D8E2}" type="presOf" srcId="{0482F4A3-A1B3-4922-9B67-E67D712F63EB}" destId="{79C0B2E2-B2CA-47CC-8028-2199F3C697A0}" srcOrd="0" destOrd="0" presId="urn:microsoft.com/office/officeart/2018/2/layout/IconVerticalSolidList"/>
    <dgm:cxn modelId="{61E0D243-C1DD-42EA-875C-FB92EF629F2E}" type="presParOf" srcId="{2E677522-A23F-4000-95D7-BB3BC841BBCA}" destId="{86780221-428B-4267-AE0B-625ED03D24F0}" srcOrd="0" destOrd="0" presId="urn:microsoft.com/office/officeart/2018/2/layout/IconVerticalSolidList"/>
    <dgm:cxn modelId="{3DEADCD5-60C3-4A09-9A95-AABDC4BFAADF}" type="presParOf" srcId="{86780221-428B-4267-AE0B-625ED03D24F0}" destId="{7B08148C-5B1A-4BA8-8825-2DA2D5AD1543}" srcOrd="0" destOrd="0" presId="urn:microsoft.com/office/officeart/2018/2/layout/IconVerticalSolidList"/>
    <dgm:cxn modelId="{164BE026-DD13-4AB3-BCF1-9D39F2AAD346}" type="presParOf" srcId="{86780221-428B-4267-AE0B-625ED03D24F0}" destId="{B1BEFBC8-592A-4876-80F2-CEDD134005C5}" srcOrd="1" destOrd="0" presId="urn:microsoft.com/office/officeart/2018/2/layout/IconVerticalSolidList"/>
    <dgm:cxn modelId="{047D49AD-6EFA-46E0-ACBD-FB9D5533C6EB}" type="presParOf" srcId="{86780221-428B-4267-AE0B-625ED03D24F0}" destId="{2317D7C2-32BF-4BC1-9047-8D0EB91901E6}" srcOrd="2" destOrd="0" presId="urn:microsoft.com/office/officeart/2018/2/layout/IconVerticalSolidList"/>
    <dgm:cxn modelId="{0F16238E-12C0-4AF0-9D12-AF8AAADA0C22}" type="presParOf" srcId="{86780221-428B-4267-AE0B-625ED03D24F0}" destId="{C95F29BC-B487-45CA-B5CF-683F8F693FDA}" srcOrd="3" destOrd="0" presId="urn:microsoft.com/office/officeart/2018/2/layout/IconVerticalSolidList"/>
    <dgm:cxn modelId="{A14D286A-751A-470A-8FFF-4BD2A5CC9519}" type="presParOf" srcId="{2E677522-A23F-4000-95D7-BB3BC841BBCA}" destId="{149B16D2-36EF-4345-9864-BF24ED57BECE}" srcOrd="1" destOrd="0" presId="urn:microsoft.com/office/officeart/2018/2/layout/IconVerticalSolidList"/>
    <dgm:cxn modelId="{822C910E-3C1F-47B0-912D-89E04D234775}" type="presParOf" srcId="{2E677522-A23F-4000-95D7-BB3BC841BBCA}" destId="{2933C64B-064D-4216-A6E7-1F5A8164F168}" srcOrd="2" destOrd="0" presId="urn:microsoft.com/office/officeart/2018/2/layout/IconVerticalSolidList"/>
    <dgm:cxn modelId="{B8C9C3B9-EBBA-414B-9FAC-A623FE5EFB39}" type="presParOf" srcId="{2933C64B-064D-4216-A6E7-1F5A8164F168}" destId="{FB0B4937-86D0-4D76-B5F5-FAB8CFB85589}" srcOrd="0" destOrd="0" presId="urn:microsoft.com/office/officeart/2018/2/layout/IconVerticalSolidList"/>
    <dgm:cxn modelId="{72055B2D-3135-4488-AFE7-F35DD0571265}" type="presParOf" srcId="{2933C64B-064D-4216-A6E7-1F5A8164F168}" destId="{5817F6AC-018F-4B09-8986-ADFB8C8E3806}" srcOrd="1" destOrd="0" presId="urn:microsoft.com/office/officeart/2018/2/layout/IconVerticalSolidList"/>
    <dgm:cxn modelId="{0DA04D5F-9AA9-4FD4-93A1-F613ECB00E2A}" type="presParOf" srcId="{2933C64B-064D-4216-A6E7-1F5A8164F168}" destId="{714804F9-8136-4D32-B113-43A6A657FB48}" srcOrd="2" destOrd="0" presId="urn:microsoft.com/office/officeart/2018/2/layout/IconVerticalSolidList"/>
    <dgm:cxn modelId="{701EA9B5-8DAC-4A0C-9210-4E69766EB541}" type="presParOf" srcId="{2933C64B-064D-4216-A6E7-1F5A8164F168}" destId="{79C0B2E2-B2CA-47CC-8028-2199F3C697A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1E29860-4387-468C-BA56-32CE8E6782D7}" type="doc">
      <dgm:prSet loTypeId="urn:microsoft.com/office/officeart/2018/5/layout/IconCircleLabelList" loCatId="icon" qsTypeId="urn:microsoft.com/office/officeart/2005/8/quickstyle/simple1#229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99FB8E8-F35A-4638-A291-F903DB54A3C0}">
      <dgm:prSet/>
      <dgm:spPr/>
      <dgm:t>
        <a:bodyPr/>
        <a:lstStyle/>
        <a:p>
          <a:pPr>
            <a:defRPr cap="all"/>
          </a:pPr>
          <a:r>
            <a:rPr lang="da-DK" dirty="0"/>
            <a:t>Opgaver: 5-6 </a:t>
          </a:r>
          <a:endParaRPr lang="en-US" dirty="0"/>
        </a:p>
      </dgm:t>
    </dgm:pt>
    <dgm:pt modelId="{F0371FAB-A56B-46ED-9196-BE238C527B68}" type="parTrans" cxnId="{1BBBDC41-E9E7-426E-A753-E472D9B5294F}">
      <dgm:prSet/>
      <dgm:spPr/>
      <dgm:t>
        <a:bodyPr/>
        <a:lstStyle/>
        <a:p>
          <a:endParaRPr lang="en-US"/>
        </a:p>
      </dgm:t>
    </dgm:pt>
    <dgm:pt modelId="{0774AB06-A0D4-48E9-9E5A-372DD61A12D0}" type="sibTrans" cxnId="{1BBBDC41-E9E7-426E-A753-E472D9B5294F}">
      <dgm:prSet/>
      <dgm:spPr/>
      <dgm:t>
        <a:bodyPr/>
        <a:lstStyle/>
        <a:p>
          <a:endParaRPr lang="en-US"/>
        </a:p>
      </dgm:t>
    </dgm:pt>
    <dgm:pt modelId="{0B50C298-7057-4823-95FE-53B48800673B}">
      <dgm:prSet/>
      <dgm:spPr/>
      <dgm:t>
        <a:bodyPr/>
        <a:lstStyle/>
        <a:p>
          <a:pPr>
            <a:defRPr cap="all"/>
          </a:pPr>
          <a:r>
            <a:rPr lang="da-DK" dirty="0"/>
            <a:t>20 min.</a:t>
          </a:r>
          <a:endParaRPr lang="en-US" dirty="0"/>
        </a:p>
      </dgm:t>
    </dgm:pt>
    <dgm:pt modelId="{67A05D12-D346-42C0-9855-96FDD0580AB9}" type="parTrans" cxnId="{78E597A5-E68D-4D80-BF5D-525A65537DC5}">
      <dgm:prSet/>
      <dgm:spPr/>
      <dgm:t>
        <a:bodyPr/>
        <a:lstStyle/>
        <a:p>
          <a:endParaRPr lang="en-US"/>
        </a:p>
      </dgm:t>
    </dgm:pt>
    <dgm:pt modelId="{4ADF6F98-A05F-4EEC-974C-FFAF6FAE5320}" type="sibTrans" cxnId="{78E597A5-E68D-4D80-BF5D-525A65537DC5}">
      <dgm:prSet/>
      <dgm:spPr/>
      <dgm:t>
        <a:bodyPr/>
        <a:lstStyle/>
        <a:p>
          <a:endParaRPr lang="en-US"/>
        </a:p>
      </dgm:t>
    </dgm:pt>
    <dgm:pt modelId="{14091D1A-A282-48C9-B847-68D74B52F534}" type="pres">
      <dgm:prSet presAssocID="{21E29860-4387-468C-BA56-32CE8E6782D7}" presName="root" presStyleCnt="0">
        <dgm:presLayoutVars>
          <dgm:dir/>
          <dgm:resizeHandles val="exact"/>
        </dgm:presLayoutVars>
      </dgm:prSet>
      <dgm:spPr/>
    </dgm:pt>
    <dgm:pt modelId="{E27B45F6-D3CA-43B2-A884-6391853360A1}" type="pres">
      <dgm:prSet presAssocID="{199FB8E8-F35A-4638-A291-F903DB54A3C0}" presName="compNode" presStyleCnt="0"/>
      <dgm:spPr/>
    </dgm:pt>
    <dgm:pt modelId="{46121B30-E2FD-4872-B4FC-6445F7C7ADF1}" type="pres">
      <dgm:prSet presAssocID="{199FB8E8-F35A-4638-A291-F903DB54A3C0}" presName="iconBgRect" presStyleLbl="bgShp" presStyleIdx="0" presStyleCnt="2"/>
      <dgm:spPr/>
    </dgm:pt>
    <dgm:pt modelId="{88B034FF-4AE8-439C-AB88-AF9FE6D1D861}" type="pres">
      <dgm:prSet presAssocID="{199FB8E8-F35A-4638-A291-F903DB54A3C0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ontrolliste"/>
        </a:ext>
      </dgm:extLst>
    </dgm:pt>
    <dgm:pt modelId="{9E746349-B306-4016-BBCE-1114CD32C6C6}" type="pres">
      <dgm:prSet presAssocID="{199FB8E8-F35A-4638-A291-F903DB54A3C0}" presName="spaceRect" presStyleCnt="0"/>
      <dgm:spPr/>
    </dgm:pt>
    <dgm:pt modelId="{94915007-EC90-4D47-A1CB-A2B331879B3A}" type="pres">
      <dgm:prSet presAssocID="{199FB8E8-F35A-4638-A291-F903DB54A3C0}" presName="textRect" presStyleLbl="revTx" presStyleIdx="0" presStyleCnt="2">
        <dgm:presLayoutVars>
          <dgm:chMax val="1"/>
          <dgm:chPref val="1"/>
        </dgm:presLayoutVars>
      </dgm:prSet>
      <dgm:spPr/>
    </dgm:pt>
    <dgm:pt modelId="{32A779C5-F775-4844-BF70-C5FF85024BA2}" type="pres">
      <dgm:prSet presAssocID="{0774AB06-A0D4-48E9-9E5A-372DD61A12D0}" presName="sibTrans" presStyleCnt="0"/>
      <dgm:spPr/>
    </dgm:pt>
    <dgm:pt modelId="{02DE54D6-C435-4BD8-9889-3DF2E7DB5BEE}" type="pres">
      <dgm:prSet presAssocID="{0B50C298-7057-4823-95FE-53B48800673B}" presName="compNode" presStyleCnt="0"/>
      <dgm:spPr/>
    </dgm:pt>
    <dgm:pt modelId="{3295C0BD-DF06-4C49-9079-105B4D6C3B33}" type="pres">
      <dgm:prSet presAssocID="{0B50C298-7057-4823-95FE-53B48800673B}" presName="iconBgRect" presStyleLbl="bgShp" presStyleIdx="1" presStyleCnt="2"/>
      <dgm:spPr/>
    </dgm:pt>
    <dgm:pt modelId="{36E4FAA4-C5F7-47B3-9B9C-E7C472CC0A5F}" type="pres">
      <dgm:prSet presAssocID="{0B50C298-7057-4823-95FE-53B48800673B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F27778F2-241D-4FD5-8AB2-2888EADC2390}" type="pres">
      <dgm:prSet presAssocID="{0B50C298-7057-4823-95FE-53B48800673B}" presName="spaceRect" presStyleCnt="0"/>
      <dgm:spPr/>
    </dgm:pt>
    <dgm:pt modelId="{8381ECFC-A2D6-4619-9040-601AEBEC5128}" type="pres">
      <dgm:prSet presAssocID="{0B50C298-7057-4823-95FE-53B48800673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ADC63C3E-0F77-439B-82E2-40F6B1A4C95D}" type="presOf" srcId="{199FB8E8-F35A-4638-A291-F903DB54A3C0}" destId="{94915007-EC90-4D47-A1CB-A2B331879B3A}" srcOrd="0" destOrd="0" presId="urn:microsoft.com/office/officeart/2018/5/layout/IconCircleLabelList"/>
    <dgm:cxn modelId="{1BBBDC41-E9E7-426E-A753-E472D9B5294F}" srcId="{21E29860-4387-468C-BA56-32CE8E6782D7}" destId="{199FB8E8-F35A-4638-A291-F903DB54A3C0}" srcOrd="0" destOrd="0" parTransId="{F0371FAB-A56B-46ED-9196-BE238C527B68}" sibTransId="{0774AB06-A0D4-48E9-9E5A-372DD61A12D0}"/>
    <dgm:cxn modelId="{6AEBF04A-A7A9-4246-9C0E-1016BF8D2642}" type="presOf" srcId="{21E29860-4387-468C-BA56-32CE8E6782D7}" destId="{14091D1A-A282-48C9-B847-68D74B52F534}" srcOrd="0" destOrd="0" presId="urn:microsoft.com/office/officeart/2018/5/layout/IconCircleLabelList"/>
    <dgm:cxn modelId="{A854D887-1805-47E4-9270-8396A498A128}" type="presOf" srcId="{0B50C298-7057-4823-95FE-53B48800673B}" destId="{8381ECFC-A2D6-4619-9040-601AEBEC5128}" srcOrd="0" destOrd="0" presId="urn:microsoft.com/office/officeart/2018/5/layout/IconCircleLabelList"/>
    <dgm:cxn modelId="{78E597A5-E68D-4D80-BF5D-525A65537DC5}" srcId="{21E29860-4387-468C-BA56-32CE8E6782D7}" destId="{0B50C298-7057-4823-95FE-53B48800673B}" srcOrd="1" destOrd="0" parTransId="{67A05D12-D346-42C0-9855-96FDD0580AB9}" sibTransId="{4ADF6F98-A05F-4EEC-974C-FFAF6FAE5320}"/>
    <dgm:cxn modelId="{9A623649-D68A-43BE-85F4-0FF101E6D362}" type="presParOf" srcId="{14091D1A-A282-48C9-B847-68D74B52F534}" destId="{E27B45F6-D3CA-43B2-A884-6391853360A1}" srcOrd="0" destOrd="0" presId="urn:microsoft.com/office/officeart/2018/5/layout/IconCircleLabelList"/>
    <dgm:cxn modelId="{5C8C5B1B-985A-4073-BA2F-D9DC3BAEBEFB}" type="presParOf" srcId="{E27B45F6-D3CA-43B2-A884-6391853360A1}" destId="{46121B30-E2FD-4872-B4FC-6445F7C7ADF1}" srcOrd="0" destOrd="0" presId="urn:microsoft.com/office/officeart/2018/5/layout/IconCircleLabelList"/>
    <dgm:cxn modelId="{4A9A0F7A-792C-4824-A392-16C21E5C6E85}" type="presParOf" srcId="{E27B45F6-D3CA-43B2-A884-6391853360A1}" destId="{88B034FF-4AE8-439C-AB88-AF9FE6D1D861}" srcOrd="1" destOrd="0" presId="urn:microsoft.com/office/officeart/2018/5/layout/IconCircleLabelList"/>
    <dgm:cxn modelId="{FC98DCB2-B38C-4656-811D-BDF8A9F4D943}" type="presParOf" srcId="{E27B45F6-D3CA-43B2-A884-6391853360A1}" destId="{9E746349-B306-4016-BBCE-1114CD32C6C6}" srcOrd="2" destOrd="0" presId="urn:microsoft.com/office/officeart/2018/5/layout/IconCircleLabelList"/>
    <dgm:cxn modelId="{1737C752-8F12-4145-AE49-6AF44C2C9A16}" type="presParOf" srcId="{E27B45F6-D3CA-43B2-A884-6391853360A1}" destId="{94915007-EC90-4D47-A1CB-A2B331879B3A}" srcOrd="3" destOrd="0" presId="urn:microsoft.com/office/officeart/2018/5/layout/IconCircleLabelList"/>
    <dgm:cxn modelId="{3D5B5FBB-37A2-459C-9E43-FE9849E0AE83}" type="presParOf" srcId="{14091D1A-A282-48C9-B847-68D74B52F534}" destId="{32A779C5-F775-4844-BF70-C5FF85024BA2}" srcOrd="1" destOrd="0" presId="urn:microsoft.com/office/officeart/2018/5/layout/IconCircleLabelList"/>
    <dgm:cxn modelId="{1D52F6F2-A359-4AE9-991A-FA23139926B8}" type="presParOf" srcId="{14091D1A-A282-48C9-B847-68D74B52F534}" destId="{02DE54D6-C435-4BD8-9889-3DF2E7DB5BEE}" srcOrd="2" destOrd="0" presId="urn:microsoft.com/office/officeart/2018/5/layout/IconCircleLabelList"/>
    <dgm:cxn modelId="{D5E5DDF0-FEB0-4205-A0BA-C04C7F6892B8}" type="presParOf" srcId="{02DE54D6-C435-4BD8-9889-3DF2E7DB5BEE}" destId="{3295C0BD-DF06-4C49-9079-105B4D6C3B33}" srcOrd="0" destOrd="0" presId="urn:microsoft.com/office/officeart/2018/5/layout/IconCircleLabelList"/>
    <dgm:cxn modelId="{16F7AFE1-D3FF-4E2C-B053-C689AC451110}" type="presParOf" srcId="{02DE54D6-C435-4BD8-9889-3DF2E7DB5BEE}" destId="{36E4FAA4-C5F7-47B3-9B9C-E7C472CC0A5F}" srcOrd="1" destOrd="0" presId="urn:microsoft.com/office/officeart/2018/5/layout/IconCircleLabelList"/>
    <dgm:cxn modelId="{322F1376-0675-4DF4-BED6-15BE64350788}" type="presParOf" srcId="{02DE54D6-C435-4BD8-9889-3DF2E7DB5BEE}" destId="{F27778F2-241D-4FD5-8AB2-2888EADC2390}" srcOrd="2" destOrd="0" presId="urn:microsoft.com/office/officeart/2018/5/layout/IconCircleLabelList"/>
    <dgm:cxn modelId="{26EDD66F-04D7-4547-82FD-3A8AE9D31AF4}" type="presParOf" srcId="{02DE54D6-C435-4BD8-9889-3DF2E7DB5BEE}" destId="{8381ECFC-A2D6-4619-9040-601AEBEC512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CDBDED2-AE62-493B-855A-9501EB19E1EB}" type="doc">
      <dgm:prSet loTypeId="urn:microsoft.com/office/officeart/2005/8/layout/vList2" loCatId="list" qsTypeId="urn:microsoft.com/office/officeart/2005/8/quickstyle/simple1#256" qsCatId="simple" csTypeId="urn:microsoft.com/office/officeart/2005/8/colors/colorful2#43" csCatId="colorful"/>
      <dgm:spPr/>
      <dgm:t>
        <a:bodyPr/>
        <a:lstStyle/>
        <a:p>
          <a:endParaRPr lang="en-US"/>
        </a:p>
      </dgm:t>
    </dgm:pt>
    <dgm:pt modelId="{3CF541D2-6637-4C63-9634-7F6C13BEAA0E}">
      <dgm:prSet/>
      <dgm:spPr/>
      <dgm:t>
        <a:bodyPr/>
        <a:lstStyle/>
        <a:p>
          <a:r>
            <a:rPr lang="da-DK"/>
            <a:t>Opgaver: 7</a:t>
          </a:r>
          <a:endParaRPr lang="en-US"/>
        </a:p>
      </dgm:t>
    </dgm:pt>
    <dgm:pt modelId="{F01D2120-3B59-45F2-BEE0-984EC94FFB58}" type="parTrans" cxnId="{6B61E542-2193-4561-80EB-46E717570347}">
      <dgm:prSet/>
      <dgm:spPr/>
      <dgm:t>
        <a:bodyPr/>
        <a:lstStyle/>
        <a:p>
          <a:endParaRPr lang="en-US"/>
        </a:p>
      </dgm:t>
    </dgm:pt>
    <dgm:pt modelId="{DA475C17-07A8-497B-8FE3-89D32FEF4870}" type="sibTrans" cxnId="{6B61E542-2193-4561-80EB-46E717570347}">
      <dgm:prSet/>
      <dgm:spPr/>
      <dgm:t>
        <a:bodyPr/>
        <a:lstStyle/>
        <a:p>
          <a:endParaRPr lang="en-US"/>
        </a:p>
      </dgm:t>
    </dgm:pt>
    <dgm:pt modelId="{87CC9FCF-1C38-4F5D-B191-302FBEEAD002}">
      <dgm:prSet/>
      <dgm:spPr/>
      <dgm:t>
        <a:bodyPr/>
        <a:lstStyle/>
        <a:p>
          <a:r>
            <a:rPr lang="da-DK"/>
            <a:t>5 min.</a:t>
          </a:r>
          <a:endParaRPr lang="en-US"/>
        </a:p>
      </dgm:t>
    </dgm:pt>
    <dgm:pt modelId="{55DE6AC2-27EC-4FA4-8518-13B7A8D4CA68}" type="parTrans" cxnId="{0E20F577-054B-4370-847B-025EBE78BA9C}">
      <dgm:prSet/>
      <dgm:spPr/>
      <dgm:t>
        <a:bodyPr/>
        <a:lstStyle/>
        <a:p>
          <a:endParaRPr lang="en-US"/>
        </a:p>
      </dgm:t>
    </dgm:pt>
    <dgm:pt modelId="{04A04A0E-E7CD-4A6B-9154-E04014B2B214}" type="sibTrans" cxnId="{0E20F577-054B-4370-847B-025EBE78BA9C}">
      <dgm:prSet/>
      <dgm:spPr/>
      <dgm:t>
        <a:bodyPr/>
        <a:lstStyle/>
        <a:p>
          <a:endParaRPr lang="en-US"/>
        </a:p>
      </dgm:t>
    </dgm:pt>
    <dgm:pt modelId="{6E96FB84-F338-4858-9BD3-7EE0EFCF14C2}" type="pres">
      <dgm:prSet presAssocID="{5CDBDED2-AE62-493B-855A-9501EB19E1EB}" presName="linear" presStyleCnt="0">
        <dgm:presLayoutVars>
          <dgm:animLvl val="lvl"/>
          <dgm:resizeHandles val="exact"/>
        </dgm:presLayoutVars>
      </dgm:prSet>
      <dgm:spPr/>
    </dgm:pt>
    <dgm:pt modelId="{BD54DD98-D665-428C-AF6C-F908F7DD93D7}" type="pres">
      <dgm:prSet presAssocID="{3CF541D2-6637-4C63-9634-7F6C13BEAA0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E4AD1DE-20D5-423C-9EFB-0848DF84ED8D}" type="pres">
      <dgm:prSet presAssocID="{DA475C17-07A8-497B-8FE3-89D32FEF4870}" presName="spacer" presStyleCnt="0"/>
      <dgm:spPr/>
    </dgm:pt>
    <dgm:pt modelId="{E5CDA7AC-CDFC-4B84-91F0-8B46CF5B5A81}" type="pres">
      <dgm:prSet presAssocID="{87CC9FCF-1C38-4F5D-B191-302FBEEAD00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C558D925-C458-4A22-A012-CFF37D8B7D95}" type="presOf" srcId="{3CF541D2-6637-4C63-9634-7F6C13BEAA0E}" destId="{BD54DD98-D665-428C-AF6C-F908F7DD93D7}" srcOrd="0" destOrd="0" presId="urn:microsoft.com/office/officeart/2005/8/layout/vList2"/>
    <dgm:cxn modelId="{6B61E542-2193-4561-80EB-46E717570347}" srcId="{5CDBDED2-AE62-493B-855A-9501EB19E1EB}" destId="{3CF541D2-6637-4C63-9634-7F6C13BEAA0E}" srcOrd="0" destOrd="0" parTransId="{F01D2120-3B59-45F2-BEE0-984EC94FFB58}" sibTransId="{DA475C17-07A8-497B-8FE3-89D32FEF4870}"/>
    <dgm:cxn modelId="{0E20F577-054B-4370-847B-025EBE78BA9C}" srcId="{5CDBDED2-AE62-493B-855A-9501EB19E1EB}" destId="{87CC9FCF-1C38-4F5D-B191-302FBEEAD002}" srcOrd="1" destOrd="0" parTransId="{55DE6AC2-27EC-4FA4-8518-13B7A8D4CA68}" sibTransId="{04A04A0E-E7CD-4A6B-9154-E04014B2B214}"/>
    <dgm:cxn modelId="{47DE03D0-B4F2-4FD7-87BF-A5F188C3EDE2}" type="presOf" srcId="{5CDBDED2-AE62-493B-855A-9501EB19E1EB}" destId="{6E96FB84-F338-4858-9BD3-7EE0EFCF14C2}" srcOrd="0" destOrd="0" presId="urn:microsoft.com/office/officeart/2005/8/layout/vList2"/>
    <dgm:cxn modelId="{EA5926FA-0291-49B7-AB3A-AEBEA5CB85EF}" type="presOf" srcId="{87CC9FCF-1C38-4F5D-B191-302FBEEAD002}" destId="{E5CDA7AC-CDFC-4B84-91F0-8B46CF5B5A81}" srcOrd="0" destOrd="0" presId="urn:microsoft.com/office/officeart/2005/8/layout/vList2"/>
    <dgm:cxn modelId="{07D20583-4E27-4227-A2B9-FA7988344A03}" type="presParOf" srcId="{6E96FB84-F338-4858-9BD3-7EE0EFCF14C2}" destId="{BD54DD98-D665-428C-AF6C-F908F7DD93D7}" srcOrd="0" destOrd="0" presId="urn:microsoft.com/office/officeart/2005/8/layout/vList2"/>
    <dgm:cxn modelId="{060075B0-6BBF-4B9A-A551-2982AAAE790E}" type="presParOf" srcId="{6E96FB84-F338-4858-9BD3-7EE0EFCF14C2}" destId="{0E4AD1DE-20D5-423C-9EFB-0848DF84ED8D}" srcOrd="1" destOrd="0" presId="urn:microsoft.com/office/officeart/2005/8/layout/vList2"/>
    <dgm:cxn modelId="{A3D6670A-16CA-46CF-8A9D-45D81E48B406}" type="presParOf" srcId="{6E96FB84-F338-4858-9BD3-7EE0EFCF14C2}" destId="{E5CDA7AC-CDFC-4B84-91F0-8B46CF5B5A8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B54393D-66E5-43A2-B5FC-FED9E1DA7B3C}" type="doc">
      <dgm:prSet loTypeId="urn:microsoft.com/office/officeart/2018/2/layout/IconVerticalSolidList" loCatId="icon" qsTypeId="urn:microsoft.com/office/officeart/2005/8/quickstyle/simple1#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E8EC16D-4F30-4885-ADBB-F824991B7E80}">
      <dgm:prSet/>
      <dgm:spPr/>
      <dgm:t>
        <a:bodyPr/>
        <a:lstStyle/>
        <a:p>
          <a:r>
            <a:rPr lang="da-DK" dirty="0"/>
            <a:t>opgaver kapitel 04.docx</a:t>
          </a:r>
          <a:endParaRPr lang="en-US" dirty="0"/>
        </a:p>
      </dgm:t>
    </dgm:pt>
    <dgm:pt modelId="{2991BC92-887D-44BA-B4DF-2C2E549323F7}" type="parTrans" cxnId="{83B676E7-E57D-4C5A-93DB-FBADE389CDE7}">
      <dgm:prSet/>
      <dgm:spPr/>
      <dgm:t>
        <a:bodyPr/>
        <a:lstStyle/>
        <a:p>
          <a:endParaRPr lang="en-US"/>
        </a:p>
      </dgm:t>
    </dgm:pt>
    <dgm:pt modelId="{B9599E7D-286C-4AAE-B3D8-A931AFDEDB3E}" type="sibTrans" cxnId="{83B676E7-E57D-4C5A-93DB-FBADE389CDE7}">
      <dgm:prSet/>
      <dgm:spPr/>
      <dgm:t>
        <a:bodyPr/>
        <a:lstStyle/>
        <a:p>
          <a:endParaRPr lang="en-US"/>
        </a:p>
      </dgm:t>
    </dgm:pt>
    <dgm:pt modelId="{73EBF70B-3922-46F8-B16D-3E9721357EF2}">
      <dgm:prSet/>
      <dgm:spPr/>
      <dgm:t>
        <a:bodyPr/>
        <a:lstStyle/>
        <a:p>
          <a:r>
            <a:rPr lang="da-DK" dirty="0"/>
            <a:t>Opgave 16-17</a:t>
          </a:r>
          <a:endParaRPr lang="en-US" dirty="0"/>
        </a:p>
      </dgm:t>
    </dgm:pt>
    <dgm:pt modelId="{CA251614-9F0F-465C-B6C0-1E44C0424CF8}" type="parTrans" cxnId="{FA22A72D-B27E-4FC5-8802-29B02540F880}">
      <dgm:prSet/>
      <dgm:spPr/>
      <dgm:t>
        <a:bodyPr/>
        <a:lstStyle/>
        <a:p>
          <a:endParaRPr lang="en-US"/>
        </a:p>
      </dgm:t>
    </dgm:pt>
    <dgm:pt modelId="{646413B6-5ED7-4DBC-AE0B-61BAD59F1F8C}" type="sibTrans" cxnId="{FA22A72D-B27E-4FC5-8802-29B02540F880}">
      <dgm:prSet/>
      <dgm:spPr/>
      <dgm:t>
        <a:bodyPr/>
        <a:lstStyle/>
        <a:p>
          <a:endParaRPr lang="en-US"/>
        </a:p>
      </dgm:t>
    </dgm:pt>
    <dgm:pt modelId="{52079271-3578-4465-9295-2B031DEE82EA}">
      <dgm:prSet/>
      <dgm:spPr/>
      <dgm:t>
        <a:bodyPr/>
        <a:lstStyle/>
        <a:p>
          <a:r>
            <a:rPr lang="da-DK"/>
            <a:t>30 minutter</a:t>
          </a:r>
          <a:endParaRPr lang="en-US"/>
        </a:p>
      </dgm:t>
    </dgm:pt>
    <dgm:pt modelId="{17E3B870-53E5-4951-B348-534ADD03A84D}" type="parTrans" cxnId="{EDC42709-6C4D-4EAD-A2FA-48A147F570D9}">
      <dgm:prSet/>
      <dgm:spPr/>
      <dgm:t>
        <a:bodyPr/>
        <a:lstStyle/>
        <a:p>
          <a:endParaRPr lang="en-US"/>
        </a:p>
      </dgm:t>
    </dgm:pt>
    <dgm:pt modelId="{E251B212-63D1-4465-9F47-5392946D4F60}" type="sibTrans" cxnId="{EDC42709-6C4D-4EAD-A2FA-48A147F570D9}">
      <dgm:prSet/>
      <dgm:spPr/>
      <dgm:t>
        <a:bodyPr/>
        <a:lstStyle/>
        <a:p>
          <a:endParaRPr lang="en-US"/>
        </a:p>
      </dgm:t>
    </dgm:pt>
    <dgm:pt modelId="{A99E2117-1C31-4E66-A3BD-B5E2D33FF851}" type="pres">
      <dgm:prSet presAssocID="{BB54393D-66E5-43A2-B5FC-FED9E1DA7B3C}" presName="root" presStyleCnt="0">
        <dgm:presLayoutVars>
          <dgm:dir/>
          <dgm:resizeHandles val="exact"/>
        </dgm:presLayoutVars>
      </dgm:prSet>
      <dgm:spPr/>
    </dgm:pt>
    <dgm:pt modelId="{65D23025-33D9-43EF-84F6-9A1D05276DD6}" type="pres">
      <dgm:prSet presAssocID="{2E8EC16D-4F30-4885-ADBB-F824991B7E80}" presName="compNode" presStyleCnt="0"/>
      <dgm:spPr/>
    </dgm:pt>
    <dgm:pt modelId="{CE97A61E-D43C-44C9-B4D4-B1741E53D212}" type="pres">
      <dgm:prSet presAssocID="{2E8EC16D-4F30-4885-ADBB-F824991B7E80}" presName="bgRect" presStyleLbl="bgShp" presStyleIdx="0" presStyleCnt="3"/>
      <dgm:spPr/>
    </dgm:pt>
    <dgm:pt modelId="{553A4370-0833-4EB5-B6A9-3EAA02407FB6}" type="pres">
      <dgm:prSet presAssocID="{2E8EC16D-4F30-4885-ADBB-F824991B7E8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ki"/>
        </a:ext>
      </dgm:extLst>
    </dgm:pt>
    <dgm:pt modelId="{1DE553F8-092F-4A3E-8DAA-589F8BA7ED7F}" type="pres">
      <dgm:prSet presAssocID="{2E8EC16D-4F30-4885-ADBB-F824991B7E80}" presName="spaceRect" presStyleCnt="0"/>
      <dgm:spPr/>
    </dgm:pt>
    <dgm:pt modelId="{7EDC55D4-851E-43E1-A01E-F07001480122}" type="pres">
      <dgm:prSet presAssocID="{2E8EC16D-4F30-4885-ADBB-F824991B7E80}" presName="parTx" presStyleLbl="revTx" presStyleIdx="0" presStyleCnt="3">
        <dgm:presLayoutVars>
          <dgm:chMax val="0"/>
          <dgm:chPref val="0"/>
        </dgm:presLayoutVars>
      </dgm:prSet>
      <dgm:spPr/>
    </dgm:pt>
    <dgm:pt modelId="{19367FCF-2E72-4128-9297-0648976844E8}" type="pres">
      <dgm:prSet presAssocID="{B9599E7D-286C-4AAE-B3D8-A931AFDEDB3E}" presName="sibTrans" presStyleCnt="0"/>
      <dgm:spPr/>
    </dgm:pt>
    <dgm:pt modelId="{E8C39BB2-A882-4EA2-A553-B2EDBD32E967}" type="pres">
      <dgm:prSet presAssocID="{73EBF70B-3922-46F8-B16D-3E9721357EF2}" presName="compNode" presStyleCnt="0"/>
      <dgm:spPr/>
    </dgm:pt>
    <dgm:pt modelId="{7372FF48-1FE4-4A2B-888D-CEB125A9B660}" type="pres">
      <dgm:prSet presAssocID="{73EBF70B-3922-46F8-B16D-3E9721357EF2}" presName="bgRect" presStyleLbl="bgShp" presStyleIdx="1" presStyleCnt="3"/>
      <dgm:spPr/>
    </dgm:pt>
    <dgm:pt modelId="{34F41260-6F60-41C9-BCEE-5135E0D19DA5}" type="pres">
      <dgm:prSet presAssocID="{73EBF70B-3922-46F8-B16D-3E9721357EF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fkrydsning"/>
        </a:ext>
      </dgm:extLst>
    </dgm:pt>
    <dgm:pt modelId="{6532068C-5F35-455A-95DA-0F115E58725A}" type="pres">
      <dgm:prSet presAssocID="{73EBF70B-3922-46F8-B16D-3E9721357EF2}" presName="spaceRect" presStyleCnt="0"/>
      <dgm:spPr/>
    </dgm:pt>
    <dgm:pt modelId="{290F40D3-E80A-4353-8998-633DE4C675BC}" type="pres">
      <dgm:prSet presAssocID="{73EBF70B-3922-46F8-B16D-3E9721357EF2}" presName="parTx" presStyleLbl="revTx" presStyleIdx="1" presStyleCnt="3">
        <dgm:presLayoutVars>
          <dgm:chMax val="0"/>
          <dgm:chPref val="0"/>
        </dgm:presLayoutVars>
      </dgm:prSet>
      <dgm:spPr/>
    </dgm:pt>
    <dgm:pt modelId="{453FA176-FBC7-4CED-8E3F-4D28AAE0637C}" type="pres">
      <dgm:prSet presAssocID="{646413B6-5ED7-4DBC-AE0B-61BAD59F1F8C}" presName="sibTrans" presStyleCnt="0"/>
      <dgm:spPr/>
    </dgm:pt>
    <dgm:pt modelId="{0A481EAF-771C-4721-BAD9-7954EACA1663}" type="pres">
      <dgm:prSet presAssocID="{52079271-3578-4465-9295-2B031DEE82EA}" presName="compNode" presStyleCnt="0"/>
      <dgm:spPr/>
    </dgm:pt>
    <dgm:pt modelId="{E03F6770-292F-4592-99FB-C3F23E5DD18F}" type="pres">
      <dgm:prSet presAssocID="{52079271-3578-4465-9295-2B031DEE82EA}" presName="bgRect" presStyleLbl="bgShp" presStyleIdx="2" presStyleCnt="3"/>
      <dgm:spPr/>
    </dgm:pt>
    <dgm:pt modelId="{1FA75832-8942-4C19-B20F-F955C06134E1}" type="pres">
      <dgm:prSet presAssocID="{52079271-3578-4465-9295-2B031DEE82E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9172EE2C-046E-4AB1-9334-97F7C1F16800}" type="pres">
      <dgm:prSet presAssocID="{52079271-3578-4465-9295-2B031DEE82EA}" presName="spaceRect" presStyleCnt="0"/>
      <dgm:spPr/>
    </dgm:pt>
    <dgm:pt modelId="{B7D27F31-B741-407D-B1CB-E5F464391C68}" type="pres">
      <dgm:prSet presAssocID="{52079271-3578-4465-9295-2B031DEE82E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DC42709-6C4D-4EAD-A2FA-48A147F570D9}" srcId="{BB54393D-66E5-43A2-B5FC-FED9E1DA7B3C}" destId="{52079271-3578-4465-9295-2B031DEE82EA}" srcOrd="2" destOrd="0" parTransId="{17E3B870-53E5-4951-B348-534ADD03A84D}" sibTransId="{E251B212-63D1-4465-9F47-5392946D4F60}"/>
    <dgm:cxn modelId="{FA22A72D-B27E-4FC5-8802-29B02540F880}" srcId="{BB54393D-66E5-43A2-B5FC-FED9E1DA7B3C}" destId="{73EBF70B-3922-46F8-B16D-3E9721357EF2}" srcOrd="1" destOrd="0" parTransId="{CA251614-9F0F-465C-B6C0-1E44C0424CF8}" sibTransId="{646413B6-5ED7-4DBC-AE0B-61BAD59F1F8C}"/>
    <dgm:cxn modelId="{11D46736-A170-4E62-AB20-FA5B1A92CD36}" type="presOf" srcId="{52079271-3578-4465-9295-2B031DEE82EA}" destId="{B7D27F31-B741-407D-B1CB-E5F464391C68}" srcOrd="0" destOrd="0" presId="urn:microsoft.com/office/officeart/2018/2/layout/IconVerticalSolidList"/>
    <dgm:cxn modelId="{77ED3065-5ADA-4A95-B2CC-3873538D9879}" type="presOf" srcId="{2E8EC16D-4F30-4885-ADBB-F824991B7E80}" destId="{7EDC55D4-851E-43E1-A01E-F07001480122}" srcOrd="0" destOrd="0" presId="urn:microsoft.com/office/officeart/2018/2/layout/IconVerticalSolidList"/>
    <dgm:cxn modelId="{8A7CD879-4D77-4BF9-BFB5-6331F78306D1}" type="presOf" srcId="{BB54393D-66E5-43A2-B5FC-FED9E1DA7B3C}" destId="{A99E2117-1C31-4E66-A3BD-B5E2D33FF851}" srcOrd="0" destOrd="0" presId="urn:microsoft.com/office/officeart/2018/2/layout/IconVerticalSolidList"/>
    <dgm:cxn modelId="{1768D2A0-F6E8-4952-B5DE-8835769DDAC8}" type="presOf" srcId="{73EBF70B-3922-46F8-B16D-3E9721357EF2}" destId="{290F40D3-E80A-4353-8998-633DE4C675BC}" srcOrd="0" destOrd="0" presId="urn:microsoft.com/office/officeart/2018/2/layout/IconVerticalSolidList"/>
    <dgm:cxn modelId="{83B676E7-E57D-4C5A-93DB-FBADE389CDE7}" srcId="{BB54393D-66E5-43A2-B5FC-FED9E1DA7B3C}" destId="{2E8EC16D-4F30-4885-ADBB-F824991B7E80}" srcOrd="0" destOrd="0" parTransId="{2991BC92-887D-44BA-B4DF-2C2E549323F7}" sibTransId="{B9599E7D-286C-4AAE-B3D8-A931AFDEDB3E}"/>
    <dgm:cxn modelId="{5A2EE144-33AD-4307-BFF6-2E65E352C9A8}" type="presParOf" srcId="{A99E2117-1C31-4E66-A3BD-B5E2D33FF851}" destId="{65D23025-33D9-43EF-84F6-9A1D05276DD6}" srcOrd="0" destOrd="0" presId="urn:microsoft.com/office/officeart/2018/2/layout/IconVerticalSolidList"/>
    <dgm:cxn modelId="{A4CD8600-B9F5-4CB2-9C5A-8FBA83851AF6}" type="presParOf" srcId="{65D23025-33D9-43EF-84F6-9A1D05276DD6}" destId="{CE97A61E-D43C-44C9-B4D4-B1741E53D212}" srcOrd="0" destOrd="0" presId="urn:microsoft.com/office/officeart/2018/2/layout/IconVerticalSolidList"/>
    <dgm:cxn modelId="{73D7126A-4C60-4A21-B823-9C8D7443B7CA}" type="presParOf" srcId="{65D23025-33D9-43EF-84F6-9A1D05276DD6}" destId="{553A4370-0833-4EB5-B6A9-3EAA02407FB6}" srcOrd="1" destOrd="0" presId="urn:microsoft.com/office/officeart/2018/2/layout/IconVerticalSolidList"/>
    <dgm:cxn modelId="{9B120E96-E67A-424B-873A-E496A613A18F}" type="presParOf" srcId="{65D23025-33D9-43EF-84F6-9A1D05276DD6}" destId="{1DE553F8-092F-4A3E-8DAA-589F8BA7ED7F}" srcOrd="2" destOrd="0" presId="urn:microsoft.com/office/officeart/2018/2/layout/IconVerticalSolidList"/>
    <dgm:cxn modelId="{537D4D8D-3F99-4C57-9D2B-3CCD284D2BE7}" type="presParOf" srcId="{65D23025-33D9-43EF-84F6-9A1D05276DD6}" destId="{7EDC55D4-851E-43E1-A01E-F07001480122}" srcOrd="3" destOrd="0" presId="urn:microsoft.com/office/officeart/2018/2/layout/IconVerticalSolidList"/>
    <dgm:cxn modelId="{5C1B4B09-374E-44E3-88C1-8467E16304EF}" type="presParOf" srcId="{A99E2117-1C31-4E66-A3BD-B5E2D33FF851}" destId="{19367FCF-2E72-4128-9297-0648976844E8}" srcOrd="1" destOrd="0" presId="urn:microsoft.com/office/officeart/2018/2/layout/IconVerticalSolidList"/>
    <dgm:cxn modelId="{1646EF9A-404A-49CA-9B6C-1682784B3D2F}" type="presParOf" srcId="{A99E2117-1C31-4E66-A3BD-B5E2D33FF851}" destId="{E8C39BB2-A882-4EA2-A553-B2EDBD32E967}" srcOrd="2" destOrd="0" presId="urn:microsoft.com/office/officeart/2018/2/layout/IconVerticalSolidList"/>
    <dgm:cxn modelId="{08872FC5-D78A-4B87-B18D-78AF8DBA8A15}" type="presParOf" srcId="{E8C39BB2-A882-4EA2-A553-B2EDBD32E967}" destId="{7372FF48-1FE4-4A2B-888D-CEB125A9B660}" srcOrd="0" destOrd="0" presId="urn:microsoft.com/office/officeart/2018/2/layout/IconVerticalSolidList"/>
    <dgm:cxn modelId="{9BBEBA45-4B98-4408-AD2D-7300C5AE61D8}" type="presParOf" srcId="{E8C39BB2-A882-4EA2-A553-B2EDBD32E967}" destId="{34F41260-6F60-41C9-BCEE-5135E0D19DA5}" srcOrd="1" destOrd="0" presId="urn:microsoft.com/office/officeart/2018/2/layout/IconVerticalSolidList"/>
    <dgm:cxn modelId="{FE6E3B47-8470-4D12-B2DF-0AE65A05B1A6}" type="presParOf" srcId="{E8C39BB2-A882-4EA2-A553-B2EDBD32E967}" destId="{6532068C-5F35-455A-95DA-0F115E58725A}" srcOrd="2" destOrd="0" presId="urn:microsoft.com/office/officeart/2018/2/layout/IconVerticalSolidList"/>
    <dgm:cxn modelId="{04C9C042-9A24-42DF-AD12-82660D55C315}" type="presParOf" srcId="{E8C39BB2-A882-4EA2-A553-B2EDBD32E967}" destId="{290F40D3-E80A-4353-8998-633DE4C675BC}" srcOrd="3" destOrd="0" presId="urn:microsoft.com/office/officeart/2018/2/layout/IconVerticalSolidList"/>
    <dgm:cxn modelId="{02A1261F-3552-49C2-A164-3A6184823381}" type="presParOf" srcId="{A99E2117-1C31-4E66-A3BD-B5E2D33FF851}" destId="{453FA176-FBC7-4CED-8E3F-4D28AAE0637C}" srcOrd="3" destOrd="0" presId="urn:microsoft.com/office/officeart/2018/2/layout/IconVerticalSolidList"/>
    <dgm:cxn modelId="{529E3846-BF43-4B3C-8AA4-9619AAA3FF7E}" type="presParOf" srcId="{A99E2117-1C31-4E66-A3BD-B5E2D33FF851}" destId="{0A481EAF-771C-4721-BAD9-7954EACA1663}" srcOrd="4" destOrd="0" presId="urn:microsoft.com/office/officeart/2018/2/layout/IconVerticalSolidList"/>
    <dgm:cxn modelId="{D483D833-0D31-411B-9B7A-A1C73F35D558}" type="presParOf" srcId="{0A481EAF-771C-4721-BAD9-7954EACA1663}" destId="{E03F6770-292F-4592-99FB-C3F23E5DD18F}" srcOrd="0" destOrd="0" presId="urn:microsoft.com/office/officeart/2018/2/layout/IconVerticalSolidList"/>
    <dgm:cxn modelId="{091DB2CC-4755-43F4-B685-9C9F6A73C3F1}" type="presParOf" srcId="{0A481EAF-771C-4721-BAD9-7954EACA1663}" destId="{1FA75832-8942-4C19-B20F-F955C06134E1}" srcOrd="1" destOrd="0" presId="urn:microsoft.com/office/officeart/2018/2/layout/IconVerticalSolidList"/>
    <dgm:cxn modelId="{BA9BC433-E521-425A-85D3-7F8149754857}" type="presParOf" srcId="{0A481EAF-771C-4721-BAD9-7954EACA1663}" destId="{9172EE2C-046E-4AB1-9334-97F7C1F16800}" srcOrd="2" destOrd="0" presId="urn:microsoft.com/office/officeart/2018/2/layout/IconVerticalSolidList"/>
    <dgm:cxn modelId="{72D9C369-9F2A-4DE4-9707-734EFFBACB88}" type="presParOf" srcId="{0A481EAF-771C-4721-BAD9-7954EACA1663}" destId="{B7D27F31-B741-407D-B1CB-E5F464391C6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351FBC7-D739-4074-9458-D4DDBE974C98}" type="doc">
      <dgm:prSet loTypeId="urn:microsoft.com/office/officeart/2018/5/layout/IconLeafLabelList" loCatId="icon" qsTypeId="urn:microsoft.com/office/officeart/2005/8/quickstyle/simple1#2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65F09B1-0E4E-412D-9AD0-BB9C9398F0D5}">
      <dgm:prSet/>
      <dgm:spPr/>
      <dgm:t>
        <a:bodyPr/>
        <a:lstStyle/>
        <a:p>
          <a:pPr>
            <a:defRPr cap="all"/>
          </a:pPr>
          <a:r>
            <a:rPr lang="da-DK"/>
            <a:t>Opgaver kapitel 04.docx</a:t>
          </a:r>
          <a:endParaRPr lang="en-US"/>
        </a:p>
      </dgm:t>
    </dgm:pt>
    <dgm:pt modelId="{A8DD408D-3420-4598-A82E-38C9C6A6CEC7}" type="parTrans" cxnId="{E03614D4-7FF0-44A4-AA7C-F24945C490EA}">
      <dgm:prSet/>
      <dgm:spPr/>
      <dgm:t>
        <a:bodyPr/>
        <a:lstStyle/>
        <a:p>
          <a:endParaRPr lang="en-US"/>
        </a:p>
      </dgm:t>
    </dgm:pt>
    <dgm:pt modelId="{1CF36ECB-4642-43A0-94EC-FCB6B94B7279}" type="sibTrans" cxnId="{E03614D4-7FF0-44A4-AA7C-F24945C490EA}">
      <dgm:prSet/>
      <dgm:spPr/>
      <dgm:t>
        <a:bodyPr/>
        <a:lstStyle/>
        <a:p>
          <a:endParaRPr lang="en-US"/>
        </a:p>
      </dgm:t>
    </dgm:pt>
    <dgm:pt modelId="{1BF3C554-D1F7-44C1-A0A9-5BAE2BA45CBC}">
      <dgm:prSet/>
      <dgm:spPr/>
      <dgm:t>
        <a:bodyPr/>
        <a:lstStyle/>
        <a:p>
          <a:pPr>
            <a:defRPr cap="all"/>
          </a:pPr>
          <a:r>
            <a:rPr lang="da-DK" dirty="0"/>
            <a:t>Opgave 18-19</a:t>
          </a:r>
          <a:endParaRPr lang="en-US" dirty="0"/>
        </a:p>
      </dgm:t>
    </dgm:pt>
    <dgm:pt modelId="{80DA123C-D0E5-4B97-9124-27EAA0FBBD84}" type="parTrans" cxnId="{5AC10374-CB2E-4012-AA18-17F9E39E9F34}">
      <dgm:prSet/>
      <dgm:spPr/>
      <dgm:t>
        <a:bodyPr/>
        <a:lstStyle/>
        <a:p>
          <a:endParaRPr lang="en-US"/>
        </a:p>
      </dgm:t>
    </dgm:pt>
    <dgm:pt modelId="{13C3B19A-A306-4944-8519-26894EB1E747}" type="sibTrans" cxnId="{5AC10374-CB2E-4012-AA18-17F9E39E9F34}">
      <dgm:prSet/>
      <dgm:spPr/>
      <dgm:t>
        <a:bodyPr/>
        <a:lstStyle/>
        <a:p>
          <a:endParaRPr lang="en-US"/>
        </a:p>
      </dgm:t>
    </dgm:pt>
    <dgm:pt modelId="{EEB900B0-B7B2-4355-A86A-12504F6084C6}">
      <dgm:prSet/>
      <dgm:spPr/>
      <dgm:t>
        <a:bodyPr/>
        <a:lstStyle/>
        <a:p>
          <a:pPr>
            <a:defRPr cap="all"/>
          </a:pPr>
          <a:r>
            <a:rPr lang="da-DK" dirty="0"/>
            <a:t>30 Minutter</a:t>
          </a:r>
          <a:endParaRPr lang="en-US" dirty="0"/>
        </a:p>
      </dgm:t>
    </dgm:pt>
    <dgm:pt modelId="{8FC6095B-F1ED-4304-AFA8-8CA7D3ED4394}" type="parTrans" cxnId="{6B54B44A-3000-425A-814D-ABC048CD1834}">
      <dgm:prSet/>
      <dgm:spPr/>
      <dgm:t>
        <a:bodyPr/>
        <a:lstStyle/>
        <a:p>
          <a:endParaRPr lang="en-US"/>
        </a:p>
      </dgm:t>
    </dgm:pt>
    <dgm:pt modelId="{1E95F3CE-BF05-4124-A13F-E4157A929EB7}" type="sibTrans" cxnId="{6B54B44A-3000-425A-814D-ABC048CD1834}">
      <dgm:prSet/>
      <dgm:spPr/>
      <dgm:t>
        <a:bodyPr/>
        <a:lstStyle/>
        <a:p>
          <a:endParaRPr lang="en-US"/>
        </a:p>
      </dgm:t>
    </dgm:pt>
    <dgm:pt modelId="{AAD6BA84-0014-4465-8CEB-B833C71EDD87}" type="pres">
      <dgm:prSet presAssocID="{F351FBC7-D739-4074-9458-D4DDBE974C98}" presName="root" presStyleCnt="0">
        <dgm:presLayoutVars>
          <dgm:dir/>
          <dgm:resizeHandles val="exact"/>
        </dgm:presLayoutVars>
      </dgm:prSet>
      <dgm:spPr/>
    </dgm:pt>
    <dgm:pt modelId="{E23F4BDC-D2F9-4CB0-808B-4F0F3C6A5235}" type="pres">
      <dgm:prSet presAssocID="{F65F09B1-0E4E-412D-9AD0-BB9C9398F0D5}" presName="compNode" presStyleCnt="0"/>
      <dgm:spPr/>
    </dgm:pt>
    <dgm:pt modelId="{84B2CA01-14BB-400D-9EB3-F212BEA39F61}" type="pres">
      <dgm:prSet presAssocID="{F65F09B1-0E4E-412D-9AD0-BB9C9398F0D5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8BE27ED1-8615-45D6-B9C6-F114158322BD}" type="pres">
      <dgm:prSet presAssocID="{F65F09B1-0E4E-412D-9AD0-BB9C9398F0D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fkrydsning"/>
        </a:ext>
      </dgm:extLst>
    </dgm:pt>
    <dgm:pt modelId="{2C913620-8D4E-487A-9243-14361C8B8A2C}" type="pres">
      <dgm:prSet presAssocID="{F65F09B1-0E4E-412D-9AD0-BB9C9398F0D5}" presName="spaceRect" presStyleCnt="0"/>
      <dgm:spPr/>
    </dgm:pt>
    <dgm:pt modelId="{669275CA-175E-45DE-B1A6-22290480B3FD}" type="pres">
      <dgm:prSet presAssocID="{F65F09B1-0E4E-412D-9AD0-BB9C9398F0D5}" presName="textRect" presStyleLbl="revTx" presStyleIdx="0" presStyleCnt="3">
        <dgm:presLayoutVars>
          <dgm:chMax val="1"/>
          <dgm:chPref val="1"/>
        </dgm:presLayoutVars>
      </dgm:prSet>
      <dgm:spPr/>
    </dgm:pt>
    <dgm:pt modelId="{50416DD5-8347-4C24-A400-5B7392A4903E}" type="pres">
      <dgm:prSet presAssocID="{1CF36ECB-4642-43A0-94EC-FCB6B94B7279}" presName="sibTrans" presStyleCnt="0"/>
      <dgm:spPr/>
    </dgm:pt>
    <dgm:pt modelId="{D9E7DFD7-C648-4D5C-B82E-97512DD7F93D}" type="pres">
      <dgm:prSet presAssocID="{1BF3C554-D1F7-44C1-A0A9-5BAE2BA45CBC}" presName="compNode" presStyleCnt="0"/>
      <dgm:spPr/>
    </dgm:pt>
    <dgm:pt modelId="{26134E30-6F98-408D-8426-D829195B041E}" type="pres">
      <dgm:prSet presAssocID="{1BF3C554-D1F7-44C1-A0A9-5BAE2BA45CBC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1F30B56-F534-4865-A022-4FDC874817A1}" type="pres">
      <dgm:prSet presAssocID="{1BF3C554-D1F7-44C1-A0A9-5BAE2BA45CBC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yant"/>
        </a:ext>
      </dgm:extLst>
    </dgm:pt>
    <dgm:pt modelId="{6D18AD8C-67AF-48D8-8EB0-D73C432CCD3D}" type="pres">
      <dgm:prSet presAssocID="{1BF3C554-D1F7-44C1-A0A9-5BAE2BA45CBC}" presName="spaceRect" presStyleCnt="0"/>
      <dgm:spPr/>
    </dgm:pt>
    <dgm:pt modelId="{36366B26-B5D5-4FB5-A50C-7304F8009168}" type="pres">
      <dgm:prSet presAssocID="{1BF3C554-D1F7-44C1-A0A9-5BAE2BA45CBC}" presName="textRect" presStyleLbl="revTx" presStyleIdx="1" presStyleCnt="3">
        <dgm:presLayoutVars>
          <dgm:chMax val="1"/>
          <dgm:chPref val="1"/>
        </dgm:presLayoutVars>
      </dgm:prSet>
      <dgm:spPr/>
    </dgm:pt>
    <dgm:pt modelId="{940FC837-9755-4404-9C67-B170C39BC4A0}" type="pres">
      <dgm:prSet presAssocID="{13C3B19A-A306-4944-8519-26894EB1E747}" presName="sibTrans" presStyleCnt="0"/>
      <dgm:spPr/>
    </dgm:pt>
    <dgm:pt modelId="{E9734145-6842-48EC-95E5-CB5695DE708A}" type="pres">
      <dgm:prSet presAssocID="{EEB900B0-B7B2-4355-A86A-12504F6084C6}" presName="compNode" presStyleCnt="0"/>
      <dgm:spPr/>
    </dgm:pt>
    <dgm:pt modelId="{476C76ED-88EF-4D84-8BCF-5A67708BB2C4}" type="pres">
      <dgm:prSet presAssocID="{EEB900B0-B7B2-4355-A86A-12504F6084C6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462653C-FE1B-4B78-A5DD-EFB3522EFCFF}" type="pres">
      <dgm:prSet presAssocID="{EEB900B0-B7B2-4355-A86A-12504F6084C6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r"/>
        </a:ext>
      </dgm:extLst>
    </dgm:pt>
    <dgm:pt modelId="{EE0CCEDD-3A2E-45AB-A8A1-C39B00B0D4F0}" type="pres">
      <dgm:prSet presAssocID="{EEB900B0-B7B2-4355-A86A-12504F6084C6}" presName="spaceRect" presStyleCnt="0"/>
      <dgm:spPr/>
    </dgm:pt>
    <dgm:pt modelId="{07967416-4DE2-4C5A-B310-4DA219AF82E8}" type="pres">
      <dgm:prSet presAssocID="{EEB900B0-B7B2-4355-A86A-12504F6084C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CF34E29-D8EB-4C85-B843-9B4A59AEF4AB}" type="presOf" srcId="{F65F09B1-0E4E-412D-9AD0-BB9C9398F0D5}" destId="{669275CA-175E-45DE-B1A6-22290480B3FD}" srcOrd="0" destOrd="0" presId="urn:microsoft.com/office/officeart/2018/5/layout/IconLeafLabelList"/>
    <dgm:cxn modelId="{6B54B44A-3000-425A-814D-ABC048CD1834}" srcId="{F351FBC7-D739-4074-9458-D4DDBE974C98}" destId="{EEB900B0-B7B2-4355-A86A-12504F6084C6}" srcOrd="2" destOrd="0" parTransId="{8FC6095B-F1ED-4304-AFA8-8CA7D3ED4394}" sibTransId="{1E95F3CE-BF05-4124-A13F-E4157A929EB7}"/>
    <dgm:cxn modelId="{5AC10374-CB2E-4012-AA18-17F9E39E9F34}" srcId="{F351FBC7-D739-4074-9458-D4DDBE974C98}" destId="{1BF3C554-D1F7-44C1-A0A9-5BAE2BA45CBC}" srcOrd="1" destOrd="0" parTransId="{80DA123C-D0E5-4B97-9124-27EAA0FBBD84}" sibTransId="{13C3B19A-A306-4944-8519-26894EB1E747}"/>
    <dgm:cxn modelId="{00130A9B-1AD3-4989-AAFD-338F17C19A9C}" type="presOf" srcId="{F351FBC7-D739-4074-9458-D4DDBE974C98}" destId="{AAD6BA84-0014-4465-8CEB-B833C71EDD87}" srcOrd="0" destOrd="0" presId="urn:microsoft.com/office/officeart/2018/5/layout/IconLeafLabelList"/>
    <dgm:cxn modelId="{C2F144B2-35F7-45B3-9E9D-F0FD06FC3B36}" type="presOf" srcId="{1BF3C554-D1F7-44C1-A0A9-5BAE2BA45CBC}" destId="{36366B26-B5D5-4FB5-A50C-7304F8009168}" srcOrd="0" destOrd="0" presId="urn:microsoft.com/office/officeart/2018/5/layout/IconLeafLabelList"/>
    <dgm:cxn modelId="{97019DD0-0884-4CE7-B4A8-E7E7E53A1F00}" type="presOf" srcId="{EEB900B0-B7B2-4355-A86A-12504F6084C6}" destId="{07967416-4DE2-4C5A-B310-4DA219AF82E8}" srcOrd="0" destOrd="0" presId="urn:microsoft.com/office/officeart/2018/5/layout/IconLeafLabelList"/>
    <dgm:cxn modelId="{E03614D4-7FF0-44A4-AA7C-F24945C490EA}" srcId="{F351FBC7-D739-4074-9458-D4DDBE974C98}" destId="{F65F09B1-0E4E-412D-9AD0-BB9C9398F0D5}" srcOrd="0" destOrd="0" parTransId="{A8DD408D-3420-4598-A82E-38C9C6A6CEC7}" sibTransId="{1CF36ECB-4642-43A0-94EC-FCB6B94B7279}"/>
    <dgm:cxn modelId="{66A1E271-C5DD-421A-A971-ADFDA8C50FA6}" type="presParOf" srcId="{AAD6BA84-0014-4465-8CEB-B833C71EDD87}" destId="{E23F4BDC-D2F9-4CB0-808B-4F0F3C6A5235}" srcOrd="0" destOrd="0" presId="urn:microsoft.com/office/officeart/2018/5/layout/IconLeafLabelList"/>
    <dgm:cxn modelId="{95D6BD5A-A3A0-49D0-A70C-AC0D351E04B3}" type="presParOf" srcId="{E23F4BDC-D2F9-4CB0-808B-4F0F3C6A5235}" destId="{84B2CA01-14BB-400D-9EB3-F212BEA39F61}" srcOrd="0" destOrd="0" presId="urn:microsoft.com/office/officeart/2018/5/layout/IconLeafLabelList"/>
    <dgm:cxn modelId="{EF15B8A4-465C-42C0-8BB2-80380A7FB247}" type="presParOf" srcId="{E23F4BDC-D2F9-4CB0-808B-4F0F3C6A5235}" destId="{8BE27ED1-8615-45D6-B9C6-F114158322BD}" srcOrd="1" destOrd="0" presId="urn:microsoft.com/office/officeart/2018/5/layout/IconLeafLabelList"/>
    <dgm:cxn modelId="{627CD3F8-ACD7-4396-8D99-717078521FDC}" type="presParOf" srcId="{E23F4BDC-D2F9-4CB0-808B-4F0F3C6A5235}" destId="{2C913620-8D4E-487A-9243-14361C8B8A2C}" srcOrd="2" destOrd="0" presId="urn:microsoft.com/office/officeart/2018/5/layout/IconLeafLabelList"/>
    <dgm:cxn modelId="{71478B66-260A-49E9-95A5-5890B21F6D7E}" type="presParOf" srcId="{E23F4BDC-D2F9-4CB0-808B-4F0F3C6A5235}" destId="{669275CA-175E-45DE-B1A6-22290480B3FD}" srcOrd="3" destOrd="0" presId="urn:microsoft.com/office/officeart/2018/5/layout/IconLeafLabelList"/>
    <dgm:cxn modelId="{FA15E2AB-5DEF-4074-93F3-6464412971E2}" type="presParOf" srcId="{AAD6BA84-0014-4465-8CEB-B833C71EDD87}" destId="{50416DD5-8347-4C24-A400-5B7392A4903E}" srcOrd="1" destOrd="0" presId="urn:microsoft.com/office/officeart/2018/5/layout/IconLeafLabelList"/>
    <dgm:cxn modelId="{1691BC5F-B3A5-4582-BE86-1F338F24DF28}" type="presParOf" srcId="{AAD6BA84-0014-4465-8CEB-B833C71EDD87}" destId="{D9E7DFD7-C648-4D5C-B82E-97512DD7F93D}" srcOrd="2" destOrd="0" presId="urn:microsoft.com/office/officeart/2018/5/layout/IconLeafLabelList"/>
    <dgm:cxn modelId="{308CA5DD-B67A-4C10-8E0C-0F4EA0D3BFC5}" type="presParOf" srcId="{D9E7DFD7-C648-4D5C-B82E-97512DD7F93D}" destId="{26134E30-6F98-408D-8426-D829195B041E}" srcOrd="0" destOrd="0" presId="urn:microsoft.com/office/officeart/2018/5/layout/IconLeafLabelList"/>
    <dgm:cxn modelId="{9751D636-2D51-46F5-BE6E-75667F26D690}" type="presParOf" srcId="{D9E7DFD7-C648-4D5C-B82E-97512DD7F93D}" destId="{21F30B56-F534-4865-A022-4FDC874817A1}" srcOrd="1" destOrd="0" presId="urn:microsoft.com/office/officeart/2018/5/layout/IconLeafLabelList"/>
    <dgm:cxn modelId="{2C7C3160-84AA-4132-B29F-BBD7B57F009C}" type="presParOf" srcId="{D9E7DFD7-C648-4D5C-B82E-97512DD7F93D}" destId="{6D18AD8C-67AF-48D8-8EB0-D73C432CCD3D}" srcOrd="2" destOrd="0" presId="urn:microsoft.com/office/officeart/2018/5/layout/IconLeafLabelList"/>
    <dgm:cxn modelId="{DE89DE07-AA84-4154-A42E-1E959FE318BE}" type="presParOf" srcId="{D9E7DFD7-C648-4D5C-B82E-97512DD7F93D}" destId="{36366B26-B5D5-4FB5-A50C-7304F8009168}" srcOrd="3" destOrd="0" presId="urn:microsoft.com/office/officeart/2018/5/layout/IconLeafLabelList"/>
    <dgm:cxn modelId="{ACC64DF8-21A0-4CC8-9BB1-214D270DED2E}" type="presParOf" srcId="{AAD6BA84-0014-4465-8CEB-B833C71EDD87}" destId="{940FC837-9755-4404-9C67-B170C39BC4A0}" srcOrd="3" destOrd="0" presId="urn:microsoft.com/office/officeart/2018/5/layout/IconLeafLabelList"/>
    <dgm:cxn modelId="{92079BE3-F587-4200-9DB4-11D1613888B6}" type="presParOf" srcId="{AAD6BA84-0014-4465-8CEB-B833C71EDD87}" destId="{E9734145-6842-48EC-95E5-CB5695DE708A}" srcOrd="4" destOrd="0" presId="urn:microsoft.com/office/officeart/2018/5/layout/IconLeafLabelList"/>
    <dgm:cxn modelId="{F4A70D61-AE84-4C60-A25E-9E474AA23B4B}" type="presParOf" srcId="{E9734145-6842-48EC-95E5-CB5695DE708A}" destId="{476C76ED-88EF-4D84-8BCF-5A67708BB2C4}" srcOrd="0" destOrd="0" presId="urn:microsoft.com/office/officeart/2018/5/layout/IconLeafLabelList"/>
    <dgm:cxn modelId="{D15EA4A8-0C5F-451D-B2A1-9092663901B9}" type="presParOf" srcId="{E9734145-6842-48EC-95E5-CB5695DE708A}" destId="{A462653C-FE1B-4B78-A5DD-EFB3522EFCFF}" srcOrd="1" destOrd="0" presId="urn:microsoft.com/office/officeart/2018/5/layout/IconLeafLabelList"/>
    <dgm:cxn modelId="{FF81B38D-C54B-49A7-A182-416128FCC056}" type="presParOf" srcId="{E9734145-6842-48EC-95E5-CB5695DE708A}" destId="{EE0CCEDD-3A2E-45AB-A8A1-C39B00B0D4F0}" srcOrd="2" destOrd="0" presId="urn:microsoft.com/office/officeart/2018/5/layout/IconLeafLabelList"/>
    <dgm:cxn modelId="{08D59C64-AF40-4B13-8216-94AE15AE033D}" type="presParOf" srcId="{E9734145-6842-48EC-95E5-CB5695DE708A}" destId="{07967416-4DE2-4C5A-B310-4DA219AF82E8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08148C-5B1A-4BA8-8825-2DA2D5AD1543}">
      <dsp:nvSpPr>
        <dsp:cNvPr id="0" name=""/>
        <dsp:cNvSpPr/>
      </dsp:nvSpPr>
      <dsp:spPr>
        <a:xfrm>
          <a:off x="0" y="860793"/>
          <a:ext cx="5826934" cy="15891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BEFBC8-592A-4876-80F2-CEDD134005C5}">
      <dsp:nvSpPr>
        <dsp:cNvPr id="0" name=""/>
        <dsp:cNvSpPr/>
      </dsp:nvSpPr>
      <dsp:spPr>
        <a:xfrm>
          <a:off x="480720" y="1218354"/>
          <a:ext cx="874036" cy="8740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5F29BC-B487-45CA-B5CF-683F8F693FDA}">
      <dsp:nvSpPr>
        <dsp:cNvPr id="0" name=""/>
        <dsp:cNvSpPr/>
      </dsp:nvSpPr>
      <dsp:spPr>
        <a:xfrm>
          <a:off x="1835477" y="860793"/>
          <a:ext cx="3991456" cy="15891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86" tIns="168186" rIns="168186" bIns="16818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Opgaver: 3-4</a:t>
          </a:r>
          <a:endParaRPr lang="en-US" sz="2500" kern="1200" dirty="0"/>
        </a:p>
      </dsp:txBody>
      <dsp:txXfrm>
        <a:off x="1835477" y="860793"/>
        <a:ext cx="3991456" cy="1589157"/>
      </dsp:txXfrm>
    </dsp:sp>
    <dsp:sp modelId="{FB0B4937-86D0-4D76-B5F5-FAB8CFB85589}">
      <dsp:nvSpPr>
        <dsp:cNvPr id="0" name=""/>
        <dsp:cNvSpPr/>
      </dsp:nvSpPr>
      <dsp:spPr>
        <a:xfrm>
          <a:off x="0" y="2847240"/>
          <a:ext cx="5826934" cy="15891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17F6AC-018F-4B09-8986-ADFB8C8E3806}">
      <dsp:nvSpPr>
        <dsp:cNvPr id="0" name=""/>
        <dsp:cNvSpPr/>
      </dsp:nvSpPr>
      <dsp:spPr>
        <a:xfrm>
          <a:off x="480720" y="3204801"/>
          <a:ext cx="874036" cy="8740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C0B2E2-B2CA-47CC-8028-2199F3C697A0}">
      <dsp:nvSpPr>
        <dsp:cNvPr id="0" name=""/>
        <dsp:cNvSpPr/>
      </dsp:nvSpPr>
      <dsp:spPr>
        <a:xfrm>
          <a:off x="1835477" y="2847240"/>
          <a:ext cx="3991456" cy="15891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86" tIns="168186" rIns="168186" bIns="16818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20 min.</a:t>
          </a:r>
          <a:endParaRPr lang="en-US" sz="2500" kern="1200" dirty="0"/>
        </a:p>
      </dsp:txBody>
      <dsp:txXfrm>
        <a:off x="1835477" y="2847240"/>
        <a:ext cx="3991456" cy="15891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121B30-E2FD-4872-B4FC-6445F7C7ADF1}">
      <dsp:nvSpPr>
        <dsp:cNvPr id="0" name=""/>
        <dsp:cNvSpPr/>
      </dsp:nvSpPr>
      <dsp:spPr>
        <a:xfrm>
          <a:off x="3149268" y="21505"/>
          <a:ext cx="1441125" cy="144112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B034FF-4AE8-439C-AB88-AF9FE6D1D861}">
      <dsp:nvSpPr>
        <dsp:cNvPr id="0" name=""/>
        <dsp:cNvSpPr/>
      </dsp:nvSpPr>
      <dsp:spPr>
        <a:xfrm>
          <a:off x="3456393" y="328631"/>
          <a:ext cx="826875" cy="8268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915007-EC90-4D47-A1CB-A2B331879B3A}">
      <dsp:nvSpPr>
        <dsp:cNvPr id="0" name=""/>
        <dsp:cNvSpPr/>
      </dsp:nvSpPr>
      <dsp:spPr>
        <a:xfrm>
          <a:off x="2688581" y="1911506"/>
          <a:ext cx="23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a-DK" sz="2700" kern="1200" dirty="0"/>
            <a:t>Opgaver: 5-6 </a:t>
          </a:r>
          <a:endParaRPr lang="en-US" sz="2700" kern="1200" dirty="0"/>
        </a:p>
      </dsp:txBody>
      <dsp:txXfrm>
        <a:off x="2688581" y="1911506"/>
        <a:ext cx="2362500" cy="720000"/>
      </dsp:txXfrm>
    </dsp:sp>
    <dsp:sp modelId="{3295C0BD-DF06-4C49-9079-105B4D6C3B33}">
      <dsp:nvSpPr>
        <dsp:cNvPr id="0" name=""/>
        <dsp:cNvSpPr/>
      </dsp:nvSpPr>
      <dsp:spPr>
        <a:xfrm>
          <a:off x="5925206" y="21505"/>
          <a:ext cx="1441125" cy="144112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E4FAA4-C5F7-47B3-9B9C-E7C472CC0A5F}">
      <dsp:nvSpPr>
        <dsp:cNvPr id="0" name=""/>
        <dsp:cNvSpPr/>
      </dsp:nvSpPr>
      <dsp:spPr>
        <a:xfrm>
          <a:off x="6232331" y="328631"/>
          <a:ext cx="826875" cy="8268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81ECFC-A2D6-4619-9040-601AEBEC5128}">
      <dsp:nvSpPr>
        <dsp:cNvPr id="0" name=""/>
        <dsp:cNvSpPr/>
      </dsp:nvSpPr>
      <dsp:spPr>
        <a:xfrm>
          <a:off x="5464518" y="1911506"/>
          <a:ext cx="23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a-DK" sz="2700" kern="1200" dirty="0"/>
            <a:t>20 min.</a:t>
          </a:r>
          <a:endParaRPr lang="en-US" sz="2700" kern="1200" dirty="0"/>
        </a:p>
      </dsp:txBody>
      <dsp:txXfrm>
        <a:off x="5464518" y="1911506"/>
        <a:ext cx="23625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54DD98-D665-428C-AF6C-F908F7DD93D7}">
      <dsp:nvSpPr>
        <dsp:cNvPr id="0" name=""/>
        <dsp:cNvSpPr/>
      </dsp:nvSpPr>
      <dsp:spPr>
        <a:xfrm>
          <a:off x="0" y="995970"/>
          <a:ext cx="5826934" cy="15590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6500" kern="1200"/>
            <a:t>Opgaver: 7</a:t>
          </a:r>
          <a:endParaRPr lang="en-US" sz="6500" kern="1200"/>
        </a:p>
      </dsp:txBody>
      <dsp:txXfrm>
        <a:off x="76105" y="1072075"/>
        <a:ext cx="5674724" cy="1406815"/>
      </dsp:txXfrm>
    </dsp:sp>
    <dsp:sp modelId="{E5CDA7AC-CDFC-4B84-91F0-8B46CF5B5A81}">
      <dsp:nvSpPr>
        <dsp:cNvPr id="0" name=""/>
        <dsp:cNvSpPr/>
      </dsp:nvSpPr>
      <dsp:spPr>
        <a:xfrm>
          <a:off x="0" y="2742196"/>
          <a:ext cx="5826934" cy="1559025"/>
        </a:xfrm>
        <a:prstGeom prst="roundRect">
          <a:avLst/>
        </a:prstGeom>
        <a:solidFill>
          <a:schemeClr val="accent2">
            <a:hueOff val="-1496888"/>
            <a:satOff val="-674"/>
            <a:lumOff val="70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6500" kern="1200"/>
            <a:t>5 min.</a:t>
          </a:r>
          <a:endParaRPr lang="en-US" sz="6500" kern="1200"/>
        </a:p>
      </dsp:txBody>
      <dsp:txXfrm>
        <a:off x="76105" y="2818301"/>
        <a:ext cx="5674724" cy="14068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97A61E-D43C-44C9-B4D4-B1741E53D212}">
      <dsp:nvSpPr>
        <dsp:cNvPr id="0" name=""/>
        <dsp:cNvSpPr/>
      </dsp:nvSpPr>
      <dsp:spPr>
        <a:xfrm>
          <a:off x="0" y="646"/>
          <a:ext cx="5826934" cy="15131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3A4370-0833-4EB5-B6A9-3EAA02407FB6}">
      <dsp:nvSpPr>
        <dsp:cNvPr id="0" name=""/>
        <dsp:cNvSpPr/>
      </dsp:nvSpPr>
      <dsp:spPr>
        <a:xfrm>
          <a:off x="457716" y="341097"/>
          <a:ext cx="832212" cy="8322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DC55D4-851E-43E1-A01E-F07001480122}">
      <dsp:nvSpPr>
        <dsp:cNvPr id="0" name=""/>
        <dsp:cNvSpPr/>
      </dsp:nvSpPr>
      <dsp:spPr>
        <a:xfrm>
          <a:off x="1747646" y="646"/>
          <a:ext cx="4079287" cy="1513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138" tIns="160138" rIns="160138" bIns="16013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opgaver kapitel 04.docx</a:t>
          </a:r>
          <a:endParaRPr lang="en-US" sz="2500" kern="1200" dirty="0"/>
        </a:p>
      </dsp:txBody>
      <dsp:txXfrm>
        <a:off x="1747646" y="646"/>
        <a:ext cx="4079287" cy="1513113"/>
      </dsp:txXfrm>
    </dsp:sp>
    <dsp:sp modelId="{7372FF48-1FE4-4A2B-888D-CEB125A9B660}">
      <dsp:nvSpPr>
        <dsp:cNvPr id="0" name=""/>
        <dsp:cNvSpPr/>
      </dsp:nvSpPr>
      <dsp:spPr>
        <a:xfrm>
          <a:off x="0" y="1892039"/>
          <a:ext cx="5826934" cy="15131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F41260-6F60-41C9-BCEE-5135E0D19DA5}">
      <dsp:nvSpPr>
        <dsp:cNvPr id="0" name=""/>
        <dsp:cNvSpPr/>
      </dsp:nvSpPr>
      <dsp:spPr>
        <a:xfrm>
          <a:off x="457716" y="2232489"/>
          <a:ext cx="832212" cy="8322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0F40D3-E80A-4353-8998-633DE4C675BC}">
      <dsp:nvSpPr>
        <dsp:cNvPr id="0" name=""/>
        <dsp:cNvSpPr/>
      </dsp:nvSpPr>
      <dsp:spPr>
        <a:xfrm>
          <a:off x="1747646" y="1892039"/>
          <a:ext cx="4079287" cy="1513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138" tIns="160138" rIns="160138" bIns="16013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Opgave 16-17</a:t>
          </a:r>
          <a:endParaRPr lang="en-US" sz="2500" kern="1200" dirty="0"/>
        </a:p>
      </dsp:txBody>
      <dsp:txXfrm>
        <a:off x="1747646" y="1892039"/>
        <a:ext cx="4079287" cy="1513113"/>
      </dsp:txXfrm>
    </dsp:sp>
    <dsp:sp modelId="{E03F6770-292F-4592-99FB-C3F23E5DD18F}">
      <dsp:nvSpPr>
        <dsp:cNvPr id="0" name=""/>
        <dsp:cNvSpPr/>
      </dsp:nvSpPr>
      <dsp:spPr>
        <a:xfrm>
          <a:off x="0" y="3783431"/>
          <a:ext cx="5826934" cy="15131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A75832-8942-4C19-B20F-F955C06134E1}">
      <dsp:nvSpPr>
        <dsp:cNvPr id="0" name=""/>
        <dsp:cNvSpPr/>
      </dsp:nvSpPr>
      <dsp:spPr>
        <a:xfrm>
          <a:off x="457716" y="4123882"/>
          <a:ext cx="832212" cy="8322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D27F31-B741-407D-B1CB-E5F464391C68}">
      <dsp:nvSpPr>
        <dsp:cNvPr id="0" name=""/>
        <dsp:cNvSpPr/>
      </dsp:nvSpPr>
      <dsp:spPr>
        <a:xfrm>
          <a:off x="1747646" y="3783431"/>
          <a:ext cx="4079287" cy="1513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138" tIns="160138" rIns="160138" bIns="16013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/>
            <a:t>30 minutter</a:t>
          </a:r>
          <a:endParaRPr lang="en-US" sz="2500" kern="1200"/>
        </a:p>
      </dsp:txBody>
      <dsp:txXfrm>
        <a:off x="1747646" y="3783431"/>
        <a:ext cx="4079287" cy="151311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B2CA01-14BB-400D-9EB3-F212BEA39F61}">
      <dsp:nvSpPr>
        <dsp:cNvPr id="0" name=""/>
        <dsp:cNvSpPr/>
      </dsp:nvSpPr>
      <dsp:spPr>
        <a:xfrm>
          <a:off x="1761300" y="21505"/>
          <a:ext cx="1441125" cy="14411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E27ED1-8615-45D6-B9C6-F114158322BD}">
      <dsp:nvSpPr>
        <dsp:cNvPr id="0" name=""/>
        <dsp:cNvSpPr/>
      </dsp:nvSpPr>
      <dsp:spPr>
        <a:xfrm>
          <a:off x="2068425" y="328631"/>
          <a:ext cx="826875" cy="8268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9275CA-175E-45DE-B1A6-22290480B3FD}">
      <dsp:nvSpPr>
        <dsp:cNvPr id="0" name=""/>
        <dsp:cNvSpPr/>
      </dsp:nvSpPr>
      <dsp:spPr>
        <a:xfrm>
          <a:off x="1300612" y="1911506"/>
          <a:ext cx="23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a-DK" sz="2200" kern="1200"/>
            <a:t>Opgaver kapitel 04.docx</a:t>
          </a:r>
          <a:endParaRPr lang="en-US" sz="2200" kern="1200"/>
        </a:p>
      </dsp:txBody>
      <dsp:txXfrm>
        <a:off x="1300612" y="1911506"/>
        <a:ext cx="2362500" cy="720000"/>
      </dsp:txXfrm>
    </dsp:sp>
    <dsp:sp modelId="{26134E30-6F98-408D-8426-D829195B041E}">
      <dsp:nvSpPr>
        <dsp:cNvPr id="0" name=""/>
        <dsp:cNvSpPr/>
      </dsp:nvSpPr>
      <dsp:spPr>
        <a:xfrm>
          <a:off x="4537237" y="21505"/>
          <a:ext cx="1441125" cy="14411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F30B56-F534-4865-A022-4FDC874817A1}">
      <dsp:nvSpPr>
        <dsp:cNvPr id="0" name=""/>
        <dsp:cNvSpPr/>
      </dsp:nvSpPr>
      <dsp:spPr>
        <a:xfrm>
          <a:off x="4844362" y="328631"/>
          <a:ext cx="826875" cy="8268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366B26-B5D5-4FB5-A50C-7304F8009168}">
      <dsp:nvSpPr>
        <dsp:cNvPr id="0" name=""/>
        <dsp:cNvSpPr/>
      </dsp:nvSpPr>
      <dsp:spPr>
        <a:xfrm>
          <a:off x="4076550" y="1911506"/>
          <a:ext cx="23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a-DK" sz="2200" kern="1200" dirty="0"/>
            <a:t>Opgave 18-19</a:t>
          </a:r>
          <a:endParaRPr lang="en-US" sz="2200" kern="1200" dirty="0"/>
        </a:p>
      </dsp:txBody>
      <dsp:txXfrm>
        <a:off x="4076550" y="1911506"/>
        <a:ext cx="2362500" cy="720000"/>
      </dsp:txXfrm>
    </dsp:sp>
    <dsp:sp modelId="{476C76ED-88EF-4D84-8BCF-5A67708BB2C4}">
      <dsp:nvSpPr>
        <dsp:cNvPr id="0" name=""/>
        <dsp:cNvSpPr/>
      </dsp:nvSpPr>
      <dsp:spPr>
        <a:xfrm>
          <a:off x="7313175" y="21505"/>
          <a:ext cx="1441125" cy="14411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62653C-FE1B-4B78-A5DD-EFB3522EFCFF}">
      <dsp:nvSpPr>
        <dsp:cNvPr id="0" name=""/>
        <dsp:cNvSpPr/>
      </dsp:nvSpPr>
      <dsp:spPr>
        <a:xfrm>
          <a:off x="7620300" y="328631"/>
          <a:ext cx="826875" cy="8268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967416-4DE2-4C5A-B310-4DA219AF82E8}">
      <dsp:nvSpPr>
        <dsp:cNvPr id="0" name=""/>
        <dsp:cNvSpPr/>
      </dsp:nvSpPr>
      <dsp:spPr>
        <a:xfrm>
          <a:off x="6852487" y="1911506"/>
          <a:ext cx="23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a-DK" sz="2200" kern="1200" dirty="0"/>
            <a:t>30 Minutter</a:t>
          </a:r>
          <a:endParaRPr lang="en-US" sz="2200" kern="1200" dirty="0"/>
        </a:p>
      </dsp:txBody>
      <dsp:txXfrm>
        <a:off x="6852487" y="1911506"/>
        <a:ext cx="23625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8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2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25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6B95A4-FAE7-428E-BB9E-497B54430EAE}" type="datetimeFigureOut">
              <a:rPr lang="da-DK" smtClean="0"/>
              <a:t>24-09-2026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68C2DB-185A-4451-8F66-26633F19ABB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92219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2F66-727D-4150-ADA5-49CF3A0F6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9829800" cy="2387600"/>
          </a:xfrm>
        </p:spPr>
        <p:txBody>
          <a:bodyPr anchor="b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9A1FE-C39F-4D7C-B93D-F8C203A1D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9829800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08AAC-7D41-4304-8D59-EF34B232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136525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3A550A90-AB23-4AB7-B377-883700F1858D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4D078-DE22-4F23-8B48-21FB1415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C1F5-608B-4335-9F2A-17F63D5F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812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B4A7-C566-48F4-B4B8-3A5E7B6C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93F5-BC8B-452C-ACE2-C7E01D1B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A49B3-A57D-46C5-8462-0C52509F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B2313-8BEC-4DAA-9B47-2BFD33BDABF7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8C810-EAF4-4D86-84DD-2E574122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7E738-8574-490B-974B-9AD3B2AA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606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764E-4B3D-4B6A-A210-B50E4F60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0AEC2-B6E6-4C09-A16F-5E2A1C9A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7CAB-B545-4E42-BB5A-F1DAA933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888ED-32E5-41ED-BCFD-C538FE0EF079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D720B-7E58-43F4-9659-ADB2403A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5F53F-2FA5-4B5C-A151-F07BBC00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756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73D3-0F03-4BF4-831F-34E80BAC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09409-59F2-486F-A6D0-FAEE8FFF2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95847"/>
            <a:ext cx="5181600" cy="3981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87241-B390-47A6-8070-C3D4652F8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95847"/>
            <a:ext cx="5181600" cy="3981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0B360-2ACA-4B93-9439-591B6D3F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8DF9-BD46-4AE4-8F44-99086BCDA7A6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A73E2-CF78-404C-A86F-E70A284A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8F42A-11E1-42A0-8ECF-A5BBA3B8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840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CA31-EE14-41DD-9914-DA713822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152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22AB6-1657-4AE2-8607-2C77A25D7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49131"/>
            <a:ext cx="5157787" cy="693696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A6DC0-D4D5-4164-A3FD-6BB5CBB2B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10625"/>
            <a:ext cx="5157787" cy="31005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B35F8-95F3-43D1-8917-5836BAA90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49131"/>
            <a:ext cx="5183188" cy="693696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B639E7-F4A3-4ADE-B290-0A4F9761B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10625"/>
            <a:ext cx="5183188" cy="31005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F296B-429F-4DFC-ABC3-0A078EA9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468F4-FC89-447B-8022-72CD535B3CB5}" type="datetime1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103B9-D521-4910-AC15-F12F25CB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3A6D9-123D-492C-B5CE-294EF255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795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2A22-4B4D-4F58-9783-A0469DA4D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152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EE610-5457-4E8C-B568-B8D56077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FBE18-6FEF-4F15-9007-209B579E0305}" type="datetime1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A57BB-288A-4A30-A4EC-FF0537BC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14C89-B968-4A85-A035-E2997A5F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82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A339C-4093-4B40-8C90-52F005CA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E14CC-FACE-4D94-82DF-8EADF231F184}" type="datetime1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33F04-8E0A-4165-930C-527D781A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2F57B-BEB6-4973-A362-38F638E0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289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AC90-C2CA-44DD-8EF8-20BDD672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1520"/>
            <a:ext cx="3932237" cy="2346326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15FB-D5F4-4CAD-AE70-3644E8180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31521"/>
            <a:ext cx="6172200" cy="512953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74DA3-3BAC-4045-825F-B3C27B897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24399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A0D65-0423-4E45-947A-E08C8569F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FF08-A710-4E1C-86F4-ABAE4AA16747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6FBD0-E49F-4DE6-9264-CEDB9BAA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6B246-A768-4B2D-96C6-9F417852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622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B0C8-915E-4BF2-976E-B8D7EDC5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1520"/>
            <a:ext cx="3932237" cy="2341564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0714E6-8E50-4B50-A2E0-F9D20155E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7257"/>
            <a:ext cx="6172200" cy="517379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67A6C-5CA5-4EF0-B1C4-ED85FF255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243998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76474-31D4-4567-B4EC-B6AF2448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A6F3E-0D8F-491D-A4C7-FE3EA768887E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02DE0-33F5-4372-8EB5-F5746D34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5C2EF-849D-4B2C-8ED6-D265536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24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F2C5-A3FC-44EF-BA15-CEC83C83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040D3-67DB-455C-AD79-49E185DB6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2B07A-258E-42DD-9A68-2C76F7D5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72186-E01D-4B2F-B7E1-99608D69A43A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1E9BC-3BB8-40CD-9294-59A2E59E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979D-5589-4770-9D29-046F2B50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781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6693CD-CB65-4F37-A6DA-F300B93C1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731520"/>
            <a:ext cx="2628900" cy="53780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8D117-7AE6-4831-9867-5145F64A0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731520"/>
            <a:ext cx="7734300" cy="53780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88CF8-397F-485E-8081-AFA4DADD4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59979-155C-4ADC-8053-56F3DCD838D8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E4773-4660-4F21-83CF-1A449395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59537-EB47-40FA-893E-785D6FE0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558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293296F-4C3A-4530-98F5-F83646ACE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914D2BD-3C47-433D-81FE-DC6C39595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2" y="-1"/>
            <a:ext cx="12192000" cy="6857996"/>
            <a:chOff x="572" y="-1"/>
            <a:chExt cx="12192000" cy="6857996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3DD55E4-EA4F-4874-8B5B-6E0EAF4BBFC4}"/>
                </a:ext>
              </a:extLst>
            </p:cNvPr>
            <p:cNvCxnSpPr>
              <a:cxnSpLocks/>
            </p:cNvCxnSpPr>
            <p:nvPr/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2950BAF-7673-4138-AEA2-DE7D368CC357}"/>
                </a:ext>
              </a:extLst>
            </p:cNvPr>
            <p:cNvCxnSpPr>
              <a:cxnSpLocks/>
            </p:cNvCxnSpPr>
            <p:nvPr/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BE3E2B5-EA1C-415A-941A-843C7EA148E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87FA3A6-E398-4576-B6B8-3328028D84B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Graphic 33">
              <a:extLst>
                <a:ext uri="{FF2B5EF4-FFF2-40B4-BE49-F238E27FC236}">
                  <a16:creationId xmlns:a16="http://schemas.microsoft.com/office/drawing/2014/main" id="{EFB597D7-65E0-476A-B9EB-3AA6ED33884C}"/>
                </a:ext>
              </a:extLst>
            </p:cNvPr>
            <p:cNvSpPr/>
            <p:nvPr/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Graphic 33">
              <a:extLst>
                <a:ext uri="{FF2B5EF4-FFF2-40B4-BE49-F238E27FC236}">
                  <a16:creationId xmlns:a16="http://schemas.microsoft.com/office/drawing/2014/main" id="{11AA060A-BE0E-4687-8F9E-0E2955D9796D}"/>
                </a:ext>
              </a:extLst>
            </p:cNvPr>
            <p:cNvSpPr/>
            <p:nvPr/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8318D-FE3E-41D7-9A8C-2065A2C4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32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06718-79E7-4159-A003-F86FE7B3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89408"/>
            <a:ext cx="10515600" cy="3821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F99FF-FFE2-431D-A0C8-A46C21712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13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5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6B5BDE26-2F15-45D5-B34F-F5C4B61579A3}" type="datetime1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3547E-668D-4191-847C-7424F7549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3450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5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B6E6E-8527-4F63-A0C7-84CD44A2B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3467" y="3246434"/>
            <a:ext cx="628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cap="all" spc="15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273BAE12-D270-459D-897B-6833652BB167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314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7" r:id="rId2"/>
    <p:sldLayoutId id="214748368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8827F1-3359-44F6-9009-43AE2B17F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"/>
            <a:ext cx="12192001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AFAD67-5350-4773-886F-D6DD7E66D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7346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DC4513-9A2A-827B-3EA3-7F6C38BB9A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9781" r="-2" b="-2"/>
          <a:stretch/>
        </p:blipFill>
        <p:spPr>
          <a:xfrm>
            <a:off x="20" y="-1"/>
            <a:ext cx="12189789" cy="6873457"/>
          </a:xfrm>
          <a:prstGeom prst="rect">
            <a:avLst/>
          </a:prstGeom>
          <a:ln w="12700">
            <a:noFill/>
          </a:ln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914D2BD-3C47-433D-81FE-DC6C39595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"/>
            <a:ext cx="12192000" cy="6857996"/>
            <a:chOff x="572" y="-1"/>
            <a:chExt cx="12192000" cy="6857996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3DD55E4-EA4F-4874-8B5B-6E0EAF4BB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2950BAF-7673-4138-AEA2-DE7D368CC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BE3E2B5-EA1C-415A-941A-843C7EA1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87FA3A6-E398-4576-B6B8-3328028D84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Graphic 33">
              <a:extLst>
                <a:ext uri="{FF2B5EF4-FFF2-40B4-BE49-F238E27FC236}">
                  <a16:creationId xmlns:a16="http://schemas.microsoft.com/office/drawing/2014/main" id="{EFB597D7-65E0-476A-B9EB-3AA6ED33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9" name="Graphic 33">
              <a:extLst>
                <a:ext uri="{FF2B5EF4-FFF2-40B4-BE49-F238E27FC236}">
                  <a16:creationId xmlns:a16="http://schemas.microsoft.com/office/drawing/2014/main" id="{11AA060A-BE0E-4687-8F9E-0E2955D979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9A4227C3-DE6C-037A-1FA8-D3A0EEE1AE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3429000"/>
            <a:ext cx="7151357" cy="2387600"/>
          </a:xfrm>
        </p:spPr>
        <p:txBody>
          <a:bodyPr anchor="t">
            <a:normAutofit/>
          </a:bodyPr>
          <a:lstStyle/>
          <a:p>
            <a:r>
              <a:rPr lang="da-DK">
                <a:solidFill>
                  <a:srgbClr val="FFFFFF"/>
                </a:solidFill>
              </a:rPr>
              <a:t>Ioner og ionforbindelser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83CCA327-ADC9-2525-0D0A-B324370215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1040986"/>
            <a:ext cx="7151357" cy="2272483"/>
          </a:xfrm>
        </p:spPr>
        <p:txBody>
          <a:bodyPr anchor="b">
            <a:normAutofit/>
          </a:bodyPr>
          <a:lstStyle/>
          <a:p>
            <a:r>
              <a:rPr lang="da-DK" dirty="0">
                <a:solidFill>
                  <a:srgbClr val="FFFFFF"/>
                </a:solidFill>
              </a:rPr>
              <a:t>Kemi C for HF - Kapitel 4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65F862C4-FA27-D1B9-B5A7-A1C6B5844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5293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877B39-E383-547D-3C40-BEFA168D3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Ionforbindelser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0D9E35A-C0B1-3ED0-1974-E728A26D8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Grundstoffer består af én slags atomer (fx Na, O</a:t>
            </a:r>
            <a:r>
              <a:rPr lang="da-DK" baseline="-25000" dirty="0"/>
              <a:t>2</a:t>
            </a:r>
            <a:r>
              <a:rPr lang="da-DK" dirty="0"/>
              <a:t>, Br</a:t>
            </a:r>
            <a:r>
              <a:rPr lang="da-DK" baseline="-25000" dirty="0"/>
              <a:t>2</a:t>
            </a:r>
            <a:r>
              <a:rPr lang="da-DK" dirty="0"/>
              <a:t>, Mg)</a:t>
            </a:r>
          </a:p>
          <a:p>
            <a:r>
              <a:rPr lang="da-DK" dirty="0"/>
              <a:t>Grundstoffer kan deles ind i metaller (Fe, Au, Ag) og ikkemetaller (H, He, Cl)</a:t>
            </a:r>
          </a:p>
          <a:p>
            <a:r>
              <a:rPr lang="da-DK" dirty="0"/>
              <a:t>Kemiske forbindelser består af to eller flere slags atomer (fx H</a:t>
            </a:r>
            <a:r>
              <a:rPr lang="da-DK" baseline="-25000" dirty="0"/>
              <a:t>2</a:t>
            </a:r>
            <a:r>
              <a:rPr lang="da-DK" dirty="0"/>
              <a:t>O, CO</a:t>
            </a:r>
            <a:r>
              <a:rPr lang="da-DK" baseline="-25000" dirty="0"/>
              <a:t>2</a:t>
            </a:r>
            <a:r>
              <a:rPr lang="da-DK" dirty="0"/>
              <a:t>, C</a:t>
            </a:r>
            <a:r>
              <a:rPr lang="da-DK" baseline="-25000" dirty="0"/>
              <a:t>7</a:t>
            </a:r>
            <a:r>
              <a:rPr lang="da-DK" dirty="0"/>
              <a:t>H</a:t>
            </a:r>
            <a:r>
              <a:rPr lang="da-DK" baseline="-25000" dirty="0"/>
              <a:t>16</a:t>
            </a:r>
            <a:r>
              <a:rPr lang="da-DK" dirty="0"/>
              <a:t>)</a:t>
            </a:r>
          </a:p>
          <a:p>
            <a:r>
              <a:rPr lang="da-DK" dirty="0"/>
              <a:t>Ionforbindelser er den type kemiske forbindelser der består af et metal og et ikkemetal</a:t>
            </a:r>
          </a:p>
          <a:p>
            <a:r>
              <a:rPr lang="da-DK" dirty="0"/>
              <a:t>Eksempler på ionforbindelser: Na</a:t>
            </a:r>
            <a:r>
              <a:rPr lang="da-DK" dirty="0">
                <a:solidFill>
                  <a:srgbClr val="FF0000"/>
                </a:solidFill>
              </a:rPr>
              <a:t>Cl</a:t>
            </a:r>
            <a:r>
              <a:rPr lang="da-DK" dirty="0"/>
              <a:t>, </a:t>
            </a:r>
            <a:r>
              <a:rPr lang="da-DK" dirty="0" err="1"/>
              <a:t>Mg</a:t>
            </a:r>
            <a:r>
              <a:rPr lang="da-DK" dirty="0" err="1">
                <a:solidFill>
                  <a:srgbClr val="FF0000"/>
                </a:solidFill>
              </a:rPr>
              <a:t>O</a:t>
            </a:r>
            <a:r>
              <a:rPr lang="da-DK" dirty="0"/>
              <a:t>, Al</a:t>
            </a:r>
            <a:r>
              <a:rPr lang="da-DK" dirty="0">
                <a:solidFill>
                  <a:srgbClr val="FF0000"/>
                </a:solidFill>
              </a:rPr>
              <a:t>Br</a:t>
            </a:r>
            <a:r>
              <a:rPr lang="da-DK" baseline="-250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31BA97E-F3FB-EDBD-4813-E8F369CCD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901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C74FF6-71F5-C5DD-E7E0-1D4AA8E36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Ædelgasser og kemiske forbindelser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0B33CF1-FF6C-F649-7F27-CF3BFC70A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Grundstofferne i 8. hovedgruppe (gruppe 18) kaldes for ædelgasser</a:t>
            </a:r>
          </a:p>
          <a:p>
            <a:r>
              <a:rPr lang="da-DK" dirty="0"/>
              <a:t>Det er He, </a:t>
            </a:r>
            <a:r>
              <a:rPr lang="da-DK" dirty="0" err="1"/>
              <a:t>Ne</a:t>
            </a:r>
            <a:r>
              <a:rPr lang="da-DK" dirty="0"/>
              <a:t>, Ar, </a:t>
            </a:r>
            <a:r>
              <a:rPr lang="da-DK" dirty="0" err="1"/>
              <a:t>Kr</a:t>
            </a:r>
            <a:r>
              <a:rPr lang="da-DK" dirty="0"/>
              <a:t>, Xe, </a:t>
            </a:r>
            <a:r>
              <a:rPr lang="da-DK" dirty="0" err="1"/>
              <a:t>Rn</a:t>
            </a:r>
            <a:r>
              <a:rPr lang="da-DK" dirty="0"/>
              <a:t> og </a:t>
            </a:r>
            <a:r>
              <a:rPr lang="da-DK" dirty="0" err="1"/>
              <a:t>Og</a:t>
            </a:r>
            <a:endParaRPr lang="da-DK" dirty="0"/>
          </a:p>
          <a:p>
            <a:r>
              <a:rPr lang="da-DK" dirty="0"/>
              <a:t>Grundstofferne har 8 elektroner i yderste skal</a:t>
            </a:r>
          </a:p>
          <a:p>
            <a:r>
              <a:rPr lang="da-DK" dirty="0"/>
              <a:t>Undtagelse: helium (He) har kun 2</a:t>
            </a:r>
          </a:p>
          <a:p>
            <a:r>
              <a:rPr lang="da-DK" dirty="0"/>
              <a:t>Ædelgaserne går generelt ikke i forbindelse med andre stoffer (og kemikere finder dem derfor ret kedelige …)</a:t>
            </a:r>
          </a:p>
          <a:p>
            <a:r>
              <a:rPr lang="da-DK" dirty="0"/>
              <a:t>Der er dog undtagelser (det er der altid i kemi), bl.a. findes der forbindelser med krypton</a:t>
            </a:r>
          </a:p>
          <a:p>
            <a:r>
              <a:rPr lang="da-DK" dirty="0"/>
              <a:t>Generelt er der altså noget særligt ved at have 8 elektroner i yderste skal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C65B0DBF-BBCF-F99B-A8D8-7F06C4EB5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088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330430-87A3-029A-D1C2-53ECC4B28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Oktetreglen (</a:t>
            </a:r>
            <a:r>
              <a:rPr lang="da-DK" dirty="0" err="1"/>
              <a:t>ædelgasreglen</a:t>
            </a:r>
            <a:r>
              <a:rPr lang="da-DK" dirty="0"/>
              <a:t>)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CF98F62-5822-D271-60B0-808F40EF0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>
                <a:solidFill>
                  <a:srgbClr val="FF0000"/>
                </a:solidFill>
              </a:rPr>
              <a:t>Oktetreglen: atomer prøver at få 8 elektroner i yderste skal </a:t>
            </a:r>
          </a:p>
          <a:p>
            <a:r>
              <a:rPr lang="da-DK" dirty="0">
                <a:solidFill>
                  <a:schemeClr val="tx1"/>
                </a:solidFill>
              </a:rPr>
              <a:t>Grundstoffer i 8. hovedgruppe har allerede 8 elektroner i yderste skal og danner derfor ikke forbindelser med andre stoffer</a:t>
            </a:r>
          </a:p>
          <a:p>
            <a:r>
              <a:rPr lang="da-DK" dirty="0">
                <a:solidFill>
                  <a:schemeClr val="tx1"/>
                </a:solidFill>
              </a:rPr>
              <a:t>Grundstoffer i de andre grupper indgår i kemiske forbindelser for at opnå 8 elektroner i yderste skal</a:t>
            </a:r>
          </a:p>
          <a:p>
            <a:r>
              <a:rPr lang="da-DK" dirty="0">
                <a:solidFill>
                  <a:schemeClr val="tx1"/>
                </a:solidFill>
              </a:rPr>
              <a:t>De kan gøre det på to måder:</a:t>
            </a:r>
          </a:p>
          <a:p>
            <a:r>
              <a:rPr lang="da-DK" dirty="0">
                <a:solidFill>
                  <a:schemeClr val="tx1"/>
                </a:solidFill>
              </a:rPr>
              <a:t>I ionforbindelser (metal + ikkemetal) afgiver og optager atomerne elektroner for at få de ønskede 8 elektroner i yderste skal</a:t>
            </a:r>
          </a:p>
          <a:p>
            <a:r>
              <a:rPr lang="da-DK" dirty="0">
                <a:solidFill>
                  <a:schemeClr val="tx1"/>
                </a:solidFill>
              </a:rPr>
              <a:t>I molekylforbindelser (ikkemetal + ikkemetal) deles atomerne om elektroner for at få de ønskede 8 elektroner i yderste skal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07BACB2-FD07-C5F6-8B19-9F92D5037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114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AE6FDE22-1F54-452D-A9BA-1BE9FDB534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"/>
            <a:ext cx="12192001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06127CE-6F15-49AE-9751-398F3AC67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38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4066688-F529-5606-5E54-343452851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603"/>
            <a:ext cx="3918652" cy="2463347"/>
          </a:xfrm>
        </p:spPr>
        <p:txBody>
          <a:bodyPr anchor="b">
            <a:normAutofit/>
          </a:bodyPr>
          <a:lstStyle/>
          <a:p>
            <a:r>
              <a:rPr lang="da-DK" dirty="0"/>
              <a:t>Opgaver</a:t>
            </a:r>
          </a:p>
        </p:txBody>
      </p:sp>
      <p:sp>
        <p:nvSpPr>
          <p:cNvPr id="33" name="Pladsholder til indhold 2">
            <a:extLst>
              <a:ext uri="{FF2B5EF4-FFF2-40B4-BE49-F238E27FC236}">
                <a16:creationId xmlns:a16="http://schemas.microsoft.com/office/drawing/2014/main" id="{B533DCC7-12C1-1D66-C6E5-EC6A37A4C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33725"/>
            <a:ext cx="3918652" cy="3128918"/>
          </a:xfrm>
        </p:spPr>
        <p:txBody>
          <a:bodyPr>
            <a:normAutofit/>
          </a:bodyPr>
          <a:lstStyle/>
          <a:p>
            <a:r>
              <a:rPr lang="da-DK" dirty="0"/>
              <a:t>opgaver kapitel 04.docx</a:t>
            </a:r>
          </a:p>
          <a:p>
            <a:r>
              <a:rPr lang="da-DK" dirty="0"/>
              <a:t>Opgave 1-2</a:t>
            </a:r>
          </a:p>
          <a:p>
            <a:r>
              <a:rPr lang="da-DK" dirty="0"/>
              <a:t>10 min.</a:t>
            </a:r>
          </a:p>
          <a:p>
            <a:endParaRPr lang="da-DK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CAB7548-8099-4066-AA4A-668904679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68579" y="-6437"/>
            <a:ext cx="6403756" cy="6864437"/>
            <a:chOff x="5168579" y="-6437"/>
            <a:chExt cx="6403756" cy="6864437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DD6D54C-5C05-40DE-8EAF-FA50D609AE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3375606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0CFF5B-7CFC-4A1B-811A-262201C049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567246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BD7D63C-11FE-48D4-8433-A188CDAB23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6262643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0EB69FA-9640-4C07-9993-F74D211FB5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V="1">
              <a:off x="8362244" y="565603"/>
              <a:ext cx="0" cy="569704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B887ECAA-6BDB-4356-A66A-D28C7026B6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8579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FC3365E-17A9-4CC8-BE01-3969BF4C8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Picture 5" descr="Papir med prøve og blyant">
            <a:extLst>
              <a:ext uri="{FF2B5EF4-FFF2-40B4-BE49-F238E27FC236}">
                <a16:creationId xmlns:a16="http://schemas.microsoft.com/office/drawing/2014/main" id="{E149E312-3E73-FC3D-64F8-549AFCCF1E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51" r="5654" b="2"/>
          <a:stretch>
            <a:fillRect/>
          </a:stretch>
        </p:blipFill>
        <p:spPr>
          <a:xfrm>
            <a:off x="5352373" y="1150838"/>
            <a:ext cx="6071687" cy="4449535"/>
          </a:xfrm>
          <a:custGeom>
            <a:avLst/>
            <a:gdLst/>
            <a:ahLst/>
            <a:cxnLst/>
            <a:rect l="l" t="t" r="r" b="b"/>
            <a:pathLst>
              <a:path w="6391928" h="4660591">
                <a:moveTo>
                  <a:pt x="2329728" y="0"/>
                </a:moveTo>
                <a:lnTo>
                  <a:pt x="2398607" y="0"/>
                </a:lnTo>
                <a:lnTo>
                  <a:pt x="3158515" y="0"/>
                </a:lnTo>
                <a:lnTo>
                  <a:pt x="3993320" y="0"/>
                </a:lnTo>
                <a:lnTo>
                  <a:pt x="4062199" y="0"/>
                </a:lnTo>
                <a:cubicBezTo>
                  <a:pt x="5348874" y="0"/>
                  <a:pt x="6391928" y="1043309"/>
                  <a:pt x="6391928" y="2330293"/>
                </a:cubicBezTo>
                <a:cubicBezTo>
                  <a:pt x="6391928" y="3617285"/>
                  <a:pt x="5348874" y="4660591"/>
                  <a:pt x="4062199" y="4660591"/>
                </a:cubicBezTo>
                <a:lnTo>
                  <a:pt x="3993320" y="4660591"/>
                </a:lnTo>
                <a:lnTo>
                  <a:pt x="3233415" y="4660591"/>
                </a:lnTo>
                <a:lnTo>
                  <a:pt x="2398607" y="4660591"/>
                </a:lnTo>
                <a:lnTo>
                  <a:pt x="2329728" y="4660591"/>
                </a:lnTo>
                <a:cubicBezTo>
                  <a:pt x="1043053" y="4660591"/>
                  <a:pt x="0" y="3617281"/>
                  <a:pt x="0" y="2330297"/>
                </a:cubicBezTo>
                <a:cubicBezTo>
                  <a:pt x="0" y="1043306"/>
                  <a:pt x="1043053" y="0"/>
                  <a:pt x="2329728" y="0"/>
                </a:cubicBezTo>
                <a:close/>
              </a:path>
            </a:pathLst>
          </a:custGeom>
          <a:ln w="12700">
            <a:solidFill>
              <a:schemeClr val="accent4"/>
            </a:solidFill>
          </a:ln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64E069B-5CBA-4E97-DDE9-29A4C0210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3467" y="3246434"/>
            <a:ext cx="62853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3BAE12-D270-459D-897B-6833652BB167}" type="slidenum">
              <a:rPr lang="en-US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982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370E71-EE64-BF8E-892C-EB2470D99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Iondannelse i 1. hovedgruppe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FBD1FA7-86D8-D8C8-8D02-6A78A3DA2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408"/>
            <a:ext cx="6934200" cy="3821778"/>
          </a:xfrm>
        </p:spPr>
        <p:txBody>
          <a:bodyPr/>
          <a:lstStyle/>
          <a:p>
            <a:r>
              <a:rPr lang="da-DK" dirty="0"/>
              <a:t>Natrium (Na) har elektronfordelingen 2, 8, 1</a:t>
            </a:r>
          </a:p>
          <a:p>
            <a:r>
              <a:rPr lang="da-DK" dirty="0"/>
              <a:t>Det er meget langt fra de ønskede 8 elektroner i yderste skal</a:t>
            </a:r>
          </a:p>
          <a:p>
            <a:r>
              <a:rPr lang="da-DK" dirty="0"/>
              <a:t>Men hvis atomet afgiver den yderste elektron (i 3. skal), får den 8 elektroner i 2. skal – som nu er den yderste</a:t>
            </a:r>
          </a:p>
          <a:p>
            <a:r>
              <a:rPr lang="da-DK" dirty="0"/>
              <a:t>Den har altså opnået </a:t>
            </a:r>
            <a:r>
              <a:rPr lang="da-DK" dirty="0" err="1"/>
              <a:t>ædelgasstruktur</a:t>
            </a:r>
            <a:r>
              <a:rPr lang="da-DK" dirty="0"/>
              <a:t>!</a:t>
            </a:r>
          </a:p>
          <a:p>
            <a:r>
              <a:rPr lang="da-DK" dirty="0"/>
              <a:t>Et atom der har afgivet (eller modtaget) en eller flere elektroner, kaldes for en </a:t>
            </a:r>
            <a:r>
              <a:rPr lang="da-DK" dirty="0">
                <a:solidFill>
                  <a:srgbClr val="FF0000"/>
                </a:solidFill>
              </a:rPr>
              <a:t>ion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7328A07-1A3F-C0E6-C551-87AA019BC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6</a:t>
            </a:fld>
            <a:endParaRPr lang="en-US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F62D4CCD-7386-85AC-582F-27815DEE60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4472" y="2156747"/>
            <a:ext cx="2483216" cy="244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859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FC8C75-2C10-20F0-D796-B12B93A13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Iondannelse i 1. hovedgruppe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1C6577B-6EB4-FB9D-A276-DC805F94A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408"/>
            <a:ext cx="5551714" cy="3821778"/>
          </a:xfrm>
        </p:spPr>
        <p:txBody>
          <a:bodyPr>
            <a:normAutofit fontScale="92500" lnSpcReduction="10000"/>
          </a:bodyPr>
          <a:lstStyle/>
          <a:p>
            <a:r>
              <a:rPr lang="da-DK" dirty="0"/>
              <a:t>Natrium er grundstof nr. 11 og har 11 protoner (positive) i kernen</a:t>
            </a:r>
          </a:p>
          <a:p>
            <a:r>
              <a:rPr lang="da-DK" dirty="0"/>
              <a:t>I det neutrale atom er der også 11 elektroner (negative)</a:t>
            </a:r>
          </a:p>
          <a:p>
            <a:r>
              <a:rPr lang="da-DK" dirty="0"/>
              <a:t>Når atomet afgiver 1 elektron har den kun 10 elektroner tilbage</a:t>
            </a:r>
          </a:p>
          <a:p>
            <a:r>
              <a:rPr lang="da-DK" dirty="0"/>
              <a:t>Den har stadig 11 protoner i kernen</a:t>
            </a:r>
          </a:p>
          <a:p>
            <a:r>
              <a:rPr lang="da-DK" dirty="0"/>
              <a:t>Ionen har derfor én positiv ladning mere (11) end negativ ladning (10)  og totalladningen bliver +1</a:t>
            </a:r>
          </a:p>
          <a:p>
            <a:r>
              <a:rPr lang="da-DK" dirty="0"/>
              <a:t>Vi skriver derfor ionen som </a:t>
            </a:r>
            <a:r>
              <a:rPr lang="da-DK" dirty="0">
                <a:solidFill>
                  <a:srgbClr val="FF0000"/>
                </a:solidFill>
              </a:rPr>
              <a:t>Na</a:t>
            </a:r>
            <a:r>
              <a:rPr lang="da-DK" baseline="30000" dirty="0">
                <a:solidFill>
                  <a:srgbClr val="FF0000"/>
                </a:solidFill>
              </a:rPr>
              <a:t>+</a:t>
            </a:r>
          </a:p>
          <a:p>
            <a:r>
              <a:rPr lang="da-DK" dirty="0"/>
              <a:t>Dannelsen af ionen kan vi skrive: Na ⟶ Na</a:t>
            </a:r>
            <a:r>
              <a:rPr lang="da-DK" baseline="30000" dirty="0"/>
              <a:t>+</a:t>
            </a:r>
            <a:r>
              <a:rPr lang="da-DK" dirty="0"/>
              <a:t> + e</a:t>
            </a:r>
            <a:r>
              <a:rPr lang="da-DK" baseline="30000" dirty="0"/>
              <a:t>-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D743E94-9F60-FCD9-70B4-E3FB1CABB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7</a:t>
            </a:fld>
            <a:endParaRPr lang="en-US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F9CEE07A-2870-C484-FAC7-3E62F19FBB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4039" y="1754107"/>
            <a:ext cx="5810549" cy="2984653"/>
          </a:xfrm>
          <a:prstGeom prst="rect">
            <a:avLst/>
          </a:prstGeom>
        </p:spPr>
      </p:pic>
      <p:sp>
        <p:nvSpPr>
          <p:cNvPr id="7" name="Tekstfelt 6">
            <a:extLst>
              <a:ext uri="{FF2B5EF4-FFF2-40B4-BE49-F238E27FC236}">
                <a16:creationId xmlns:a16="http://schemas.microsoft.com/office/drawing/2014/main" id="{617550B3-9FD4-7460-69E5-A2A612F38F52}"/>
              </a:ext>
            </a:extLst>
          </p:cNvPr>
          <p:cNvSpPr txBox="1"/>
          <p:nvPr/>
        </p:nvSpPr>
        <p:spPr>
          <a:xfrm>
            <a:off x="7326086" y="4844143"/>
            <a:ext cx="4237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Til venstre: neutralt atom</a:t>
            </a:r>
          </a:p>
          <a:p>
            <a:r>
              <a:rPr lang="da-DK" dirty="0"/>
              <a:t>Til højre: ion med ladningen +1</a:t>
            </a:r>
          </a:p>
        </p:txBody>
      </p:sp>
    </p:spTree>
    <p:extLst>
      <p:ext uri="{BB962C8B-B14F-4D97-AF65-F5344CB8AC3E}">
        <p14:creationId xmlns:p14="http://schemas.microsoft.com/office/powerpoint/2010/main" val="2449020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CBD46A-1BE8-8379-36BC-06E6E76D6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Iondannelse i 2. hovedgruppe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C19FB44-7757-2E80-9341-4D66E6586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408"/>
            <a:ext cx="6456680" cy="3821778"/>
          </a:xfrm>
        </p:spPr>
        <p:txBody>
          <a:bodyPr/>
          <a:lstStyle/>
          <a:p>
            <a:r>
              <a:rPr lang="da-DK" dirty="0"/>
              <a:t>Atomerne i 2. hovedgruppe (gruppe 2) har 2 elektroner i yderste skal og 8 i </a:t>
            </a:r>
            <a:r>
              <a:rPr lang="da-DK" dirty="0" err="1"/>
              <a:t>næstyderste</a:t>
            </a:r>
            <a:endParaRPr lang="da-DK" dirty="0"/>
          </a:p>
          <a:p>
            <a:r>
              <a:rPr lang="da-DK" dirty="0"/>
              <a:t>De afgiver derfor 2 elektroner og får ladningen +2</a:t>
            </a:r>
          </a:p>
          <a:p>
            <a:r>
              <a:rPr lang="da-DK" dirty="0"/>
              <a:t>Eksempel: Mg ⟶ Mg</a:t>
            </a:r>
            <a:r>
              <a:rPr lang="da-DK" baseline="30000" dirty="0"/>
              <a:t>2+</a:t>
            </a:r>
            <a:r>
              <a:rPr lang="da-DK" dirty="0"/>
              <a:t> + 2e</a:t>
            </a:r>
            <a:r>
              <a:rPr lang="da-DK" baseline="30000" dirty="0"/>
              <a:t>-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B5C4ED2-5E0E-BB2F-B0AE-A48C0CA5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8</a:t>
            </a:fld>
            <a:endParaRPr lang="en-US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99BAC609-C9FB-217B-8201-0919AA3CAD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5625" y="1817775"/>
            <a:ext cx="3206818" cy="322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152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C7268-1414-35C7-B470-CAD3EED76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B2EA38-36EC-B2E7-B6EF-3DF2B5C72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Iondannelse i 3. hovedgruppe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CB3B79E-13A0-AE5D-5A8D-D9F110504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Atomerne i 3. hovedgruppe (gruppe 13) har 3 elektroner i yderste skal og 8 i </a:t>
            </a:r>
            <a:r>
              <a:rPr lang="da-DK" dirty="0" err="1"/>
              <a:t>næstyderste</a:t>
            </a:r>
            <a:endParaRPr lang="da-DK" dirty="0"/>
          </a:p>
          <a:p>
            <a:r>
              <a:rPr lang="da-DK" dirty="0"/>
              <a:t>De afgiver derfor 3 elektroner og får ladningen +3</a:t>
            </a:r>
          </a:p>
          <a:p>
            <a:r>
              <a:rPr lang="da-DK" dirty="0"/>
              <a:t>Eksempel: Al ⟶ Al</a:t>
            </a:r>
            <a:r>
              <a:rPr lang="da-DK" baseline="30000" dirty="0"/>
              <a:t>3+</a:t>
            </a:r>
            <a:r>
              <a:rPr lang="da-DK" dirty="0"/>
              <a:t> + 3e</a:t>
            </a:r>
            <a:r>
              <a:rPr lang="da-DK" baseline="30000" dirty="0"/>
              <a:t>-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C316F8B6-F0BC-F704-2E9F-73BC754C1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702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DEF8EF-67CE-FF78-335C-9BE5C2975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Iondannelse i 4. hovedgruppe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5237741-EEBB-1A56-D03A-C94A40D40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Grundstofferne i 4. hovedgrupper (gruppe 14) har 4 elektroner i yderste skal</a:t>
            </a:r>
          </a:p>
          <a:p>
            <a:r>
              <a:rPr lang="da-DK" dirty="0"/>
              <a:t>De har dog ikke alle 8 elektroner i </a:t>
            </a:r>
            <a:r>
              <a:rPr lang="da-DK" dirty="0" err="1"/>
              <a:t>næstyderste</a:t>
            </a:r>
            <a:r>
              <a:rPr lang="da-DK" dirty="0"/>
              <a:t> skal, nogle af dem har 18i </a:t>
            </a:r>
            <a:r>
              <a:rPr lang="da-DK" dirty="0" err="1"/>
              <a:t>næstyderste</a:t>
            </a:r>
            <a:r>
              <a:rPr lang="da-DK" dirty="0"/>
              <a:t> skal</a:t>
            </a:r>
          </a:p>
          <a:p>
            <a:r>
              <a:rPr lang="da-DK" dirty="0"/>
              <a:t>18 er et andet ”magisk tal” i kemi (ligesom 8)</a:t>
            </a:r>
          </a:p>
          <a:p>
            <a:r>
              <a:rPr lang="da-DK" dirty="0"/>
              <a:t>Grundstofferne i 4. hovedgruppe afgiver 4 elektroner og får ladningen +4</a:t>
            </a:r>
          </a:p>
          <a:p>
            <a:r>
              <a:rPr lang="da-DK" dirty="0"/>
              <a:t>Eksempel: </a:t>
            </a:r>
            <a:r>
              <a:rPr lang="da-DK" dirty="0" err="1"/>
              <a:t>Pb</a:t>
            </a:r>
            <a:r>
              <a:rPr lang="da-DK" dirty="0"/>
              <a:t> ⟶ Pb</a:t>
            </a:r>
            <a:r>
              <a:rPr lang="da-DK" baseline="30000" dirty="0"/>
              <a:t>4+</a:t>
            </a:r>
            <a:r>
              <a:rPr lang="da-DK" dirty="0"/>
              <a:t> + 4e</a:t>
            </a:r>
            <a:r>
              <a:rPr lang="da-DK" baseline="30000" dirty="0"/>
              <a:t>-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BB937C7-63B8-30B9-3ABE-1E6DBB883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876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78DF6B-317C-80D5-0C9B-AB6BCA88A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Oversigt, 1.-4. hovedgruppe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201CF89-BA59-F712-6D4B-43482966D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58928"/>
            <a:ext cx="10515600" cy="3821778"/>
          </a:xfrm>
        </p:spPr>
        <p:txBody>
          <a:bodyPr/>
          <a:lstStyle/>
          <a:p>
            <a:r>
              <a:rPr lang="da-DK" dirty="0"/>
              <a:t>Grundstofferne i 1.-4. hovedgruppe afgiver elektroner og bliver positive</a:t>
            </a:r>
          </a:p>
          <a:p>
            <a:r>
              <a:rPr lang="da-DK" dirty="0"/>
              <a:t>Det er metaller</a:t>
            </a:r>
          </a:p>
          <a:p>
            <a:r>
              <a:rPr lang="da-DK" dirty="0"/>
              <a:t>De står til venstre i det periodiske system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9A59C5D-0D17-2852-983F-73BC69454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AA9A89AC-3E89-8528-E851-AB2A41E7C9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224021"/>
              </p:ext>
            </p:extLst>
          </p:nvPr>
        </p:nvGraphicFramePr>
        <p:xfrm>
          <a:off x="1341120" y="3889586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40269580"/>
                    </a:ext>
                  </a:extLst>
                </a:gridCol>
                <a:gridCol w="2306320">
                  <a:extLst>
                    <a:ext uri="{9D8B030D-6E8A-4147-A177-3AD203B41FA5}">
                      <a16:colId xmlns:a16="http://schemas.microsoft.com/office/drawing/2014/main" val="1573074397"/>
                    </a:ext>
                  </a:extLst>
                </a:gridCol>
                <a:gridCol w="1757680">
                  <a:extLst>
                    <a:ext uri="{9D8B030D-6E8A-4147-A177-3AD203B41FA5}">
                      <a16:colId xmlns:a16="http://schemas.microsoft.com/office/drawing/2014/main" val="19504241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737200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Hovedgruppe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Iondannelse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Ladning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Eksempel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004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1 (I)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Afgiver 1 elektron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K</a:t>
                      </a:r>
                      <a:r>
                        <a:rPr lang="da-DK" baseline="300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929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2 (II)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Afgiver 2 elektroner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Ba</a:t>
                      </a:r>
                      <a:r>
                        <a:rPr lang="da-DK" baseline="30000" dirty="0"/>
                        <a:t>2+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11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3 (III)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Afgiver 3 elektroner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Ga</a:t>
                      </a:r>
                      <a:r>
                        <a:rPr lang="da-DK" baseline="30000" dirty="0"/>
                        <a:t>3+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3776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4 (IV)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Afgiver 4 elektroner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+4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Sn</a:t>
                      </a:r>
                      <a:r>
                        <a:rPr lang="da-DK" baseline="30000" dirty="0"/>
                        <a:t>4+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9492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6592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2E0F97-3B68-4A9A-81FD-184E8051D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9C0995-256A-4F90-97D6-FB8958A5D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5C21AF8-BB61-F9B0-6773-27E4C446E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81336"/>
            <a:ext cx="4076910" cy="5695389"/>
          </a:xfrm>
        </p:spPr>
        <p:txBody>
          <a:bodyPr anchor="ctr">
            <a:normAutofit/>
          </a:bodyPr>
          <a:lstStyle/>
          <a:p>
            <a:r>
              <a:rPr lang="da-DK" sz="5200"/>
              <a:t>Opgaver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C500373-6BCD-49C7-86D2-7DC695C43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71535" y="-6437"/>
            <a:ext cx="6400800" cy="6864437"/>
            <a:chOff x="5171535" y="-6437"/>
            <a:chExt cx="6400800" cy="686443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C05CF5C-D74E-48AF-AAE5-61AEFB2C7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567246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5A6A4E3-DB84-4A86-933F-10273F0AE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6262643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3928F34-C1F4-426C-A393-E2052F48D4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990DE79-7D3C-40C4-926C-026AE2773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F761298-37CC-BD2A-127C-A09E49BEB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3467" y="3246434"/>
            <a:ext cx="62853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3BAE12-D270-459D-897B-6833652BB167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graphicFrame>
        <p:nvGraphicFramePr>
          <p:cNvPr id="6" name="Pladsholder til indhold 2">
            <a:extLst>
              <a:ext uri="{FF2B5EF4-FFF2-40B4-BE49-F238E27FC236}">
                <a16:creationId xmlns:a16="http://schemas.microsoft.com/office/drawing/2014/main" id="{51F067F9-209F-686C-7063-59A4EC29D5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2250449"/>
              </p:ext>
            </p:extLst>
          </p:nvPr>
        </p:nvGraphicFramePr>
        <p:xfrm>
          <a:off x="5461176" y="788282"/>
          <a:ext cx="5826934" cy="5297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38255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8238C2-4C35-EEEF-9507-6B3F427B0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Iondannelse i 5. hovedgruppe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7215C6C-90FB-AE72-B00F-079D55B54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408"/>
            <a:ext cx="8488680" cy="3821778"/>
          </a:xfrm>
        </p:spPr>
        <p:txBody>
          <a:bodyPr/>
          <a:lstStyle/>
          <a:p>
            <a:r>
              <a:rPr lang="da-DK" dirty="0"/>
              <a:t>Grundstofferne i 5. hovedgruppe (gruppe 15) har 5 elektroner i yderste skal</a:t>
            </a:r>
          </a:p>
          <a:p>
            <a:r>
              <a:rPr lang="da-DK" dirty="0"/>
              <a:t>For at få de ønskede 8 elektroner i yderste skal, </a:t>
            </a:r>
            <a:r>
              <a:rPr lang="da-DK" dirty="0">
                <a:solidFill>
                  <a:srgbClr val="FF0000"/>
                </a:solidFill>
              </a:rPr>
              <a:t>optager</a:t>
            </a:r>
            <a:r>
              <a:rPr lang="da-DK" dirty="0"/>
              <a:t> de 3 ekstra elektroner og får en ladning på -3</a:t>
            </a:r>
          </a:p>
          <a:p>
            <a:r>
              <a:rPr lang="da-DK" dirty="0"/>
              <a:t>Eksempel: P + 3e</a:t>
            </a:r>
            <a:r>
              <a:rPr lang="da-DK" baseline="30000" dirty="0"/>
              <a:t>-</a:t>
            </a:r>
            <a:r>
              <a:rPr lang="da-DK" dirty="0"/>
              <a:t> ⟶ P</a:t>
            </a:r>
            <a:r>
              <a:rPr lang="da-DK" baseline="30000" dirty="0"/>
              <a:t>3-</a:t>
            </a:r>
          </a:p>
          <a:p>
            <a:pPr marL="0" indent="0">
              <a:buNone/>
            </a:pPr>
            <a:endParaRPr lang="da-DK" baseline="30000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274B954-ABAC-D687-698A-D1A3E00A1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13</a:t>
            </a:fld>
            <a:endParaRPr lang="en-US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6F89138C-8E36-B2CA-9762-2206E89914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0901" y="1922554"/>
            <a:ext cx="2534131" cy="249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275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B3D4E-DD18-1524-3FD8-6EB31F827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4E2487-9723-14AC-E503-CB261C71C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Iondannelse i 6. hovedgruppe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28AFEA5-A488-225B-79EB-BCA0CEACC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408"/>
            <a:ext cx="8488680" cy="3821778"/>
          </a:xfrm>
        </p:spPr>
        <p:txBody>
          <a:bodyPr/>
          <a:lstStyle/>
          <a:p>
            <a:r>
              <a:rPr lang="da-DK" dirty="0"/>
              <a:t>Grundstofferne i 6. hovedgruppe (gruppe 16) har 6 elektroner i yderste skal</a:t>
            </a:r>
          </a:p>
          <a:p>
            <a:r>
              <a:rPr lang="da-DK" dirty="0"/>
              <a:t>For at få de ønskede 8 elektroner i yderste skal, </a:t>
            </a:r>
            <a:r>
              <a:rPr lang="da-DK" dirty="0">
                <a:solidFill>
                  <a:srgbClr val="FF0000"/>
                </a:solidFill>
              </a:rPr>
              <a:t>optager</a:t>
            </a:r>
            <a:r>
              <a:rPr lang="da-DK" dirty="0"/>
              <a:t> de 2 ekstra elektroner og får en ladning på -2</a:t>
            </a:r>
          </a:p>
          <a:p>
            <a:r>
              <a:rPr lang="da-DK" dirty="0"/>
              <a:t>Eksempel: O + 2e</a:t>
            </a:r>
            <a:r>
              <a:rPr lang="da-DK" baseline="30000" dirty="0"/>
              <a:t>-</a:t>
            </a:r>
            <a:r>
              <a:rPr lang="da-DK" dirty="0"/>
              <a:t> ⟶ O</a:t>
            </a:r>
            <a:r>
              <a:rPr lang="da-DK" baseline="30000" dirty="0"/>
              <a:t>2-</a:t>
            </a:r>
          </a:p>
          <a:p>
            <a:pPr marL="0" indent="0">
              <a:buNone/>
            </a:pPr>
            <a:endParaRPr lang="da-DK" baseline="30000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600390F-D1DD-6841-D1FC-38FC93112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14</a:t>
            </a:fld>
            <a:endParaRPr lang="en-US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B799373B-3A16-C8CF-C521-8F0E901977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771" y="3287479"/>
            <a:ext cx="2888547" cy="286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133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06CA6-EDA3-6F08-BE46-84EC52308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FD8B14-8438-0920-F816-593230A12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Iondannelse i 7. hovedgruppe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F8A3AE1-751C-F4AD-435E-8874D1039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408"/>
            <a:ext cx="8488680" cy="3821778"/>
          </a:xfrm>
        </p:spPr>
        <p:txBody>
          <a:bodyPr/>
          <a:lstStyle/>
          <a:p>
            <a:r>
              <a:rPr lang="da-DK" dirty="0"/>
              <a:t>Grundstofferne i 7. hovedgruppe (gruppe 17) har 7 elektroner i yderste skal</a:t>
            </a:r>
          </a:p>
          <a:p>
            <a:r>
              <a:rPr lang="da-DK" dirty="0"/>
              <a:t>For at få de ønskede 8 elektroner i yderste skal, </a:t>
            </a:r>
            <a:r>
              <a:rPr lang="da-DK" dirty="0">
                <a:solidFill>
                  <a:srgbClr val="FF0000"/>
                </a:solidFill>
              </a:rPr>
              <a:t>optager</a:t>
            </a:r>
            <a:r>
              <a:rPr lang="da-DK" dirty="0"/>
              <a:t> de 1 ekstra elektron og får en ladning på -1</a:t>
            </a:r>
          </a:p>
          <a:p>
            <a:r>
              <a:rPr lang="da-DK" dirty="0"/>
              <a:t>Eksempel: </a:t>
            </a:r>
            <a:r>
              <a:rPr lang="da-DK" dirty="0" err="1"/>
              <a:t>Br</a:t>
            </a:r>
            <a:r>
              <a:rPr lang="da-DK" dirty="0"/>
              <a:t> + e</a:t>
            </a:r>
            <a:r>
              <a:rPr lang="da-DK" baseline="30000" dirty="0"/>
              <a:t>-</a:t>
            </a:r>
            <a:r>
              <a:rPr lang="da-DK" dirty="0"/>
              <a:t> ⟶ </a:t>
            </a:r>
            <a:r>
              <a:rPr lang="da-DK" dirty="0" err="1"/>
              <a:t>Br</a:t>
            </a:r>
            <a:r>
              <a:rPr lang="da-DK" baseline="30000" dirty="0" err="1"/>
              <a:t>-</a:t>
            </a:r>
            <a:endParaRPr lang="da-DK" baseline="30000" dirty="0"/>
          </a:p>
          <a:p>
            <a:pPr marL="0" indent="0">
              <a:buNone/>
            </a:pPr>
            <a:endParaRPr lang="da-DK" baseline="30000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BEF6383-464D-D625-7E55-58C97F24B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15</a:t>
            </a:fld>
            <a:endParaRPr lang="en-US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C798B5C6-0EA0-9EBD-F9A6-53DB0B0CA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5383" y="3133374"/>
            <a:ext cx="2999486" cy="3014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993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822338-79CE-8AF1-5333-EF75D93CC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Iondannelse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DA69489-81C3-FC26-95E9-57F0609CE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408"/>
            <a:ext cx="6760029" cy="3821778"/>
          </a:xfrm>
        </p:spPr>
        <p:txBody>
          <a:bodyPr/>
          <a:lstStyle/>
          <a:p>
            <a:r>
              <a:rPr lang="da-DK" dirty="0"/>
              <a:t>Grundstofferne i 8. hovedgruppe (gruppe 18) har allerede de ønskede elektroner – de danner derfor ikke ioner!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18BB39F-A1A7-F3D3-A6A1-8051DA05C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16</a:t>
            </a:fld>
            <a:endParaRPr lang="en-US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FA9DE4A9-41F7-C3A3-FA53-3A219441DB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3419" y="3100032"/>
            <a:ext cx="2727580" cy="3030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824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17251D-C427-148E-4790-24834B1BF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Oversigt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54E59B3-463E-E250-652B-8AEEB1FA6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Grundstofferne i 1.-4. hovedgruppe afgiver elektroner og danner positive ioner</a:t>
            </a:r>
          </a:p>
          <a:p>
            <a:r>
              <a:rPr lang="da-DK" dirty="0"/>
              <a:t>Det er metaller</a:t>
            </a:r>
          </a:p>
          <a:p>
            <a:r>
              <a:rPr lang="da-DK" dirty="0"/>
              <a:t>Eksempler: Na</a:t>
            </a:r>
            <a:r>
              <a:rPr lang="da-DK" baseline="30000" dirty="0"/>
              <a:t>+</a:t>
            </a:r>
            <a:r>
              <a:rPr lang="da-DK" dirty="0"/>
              <a:t>, Mg</a:t>
            </a:r>
            <a:r>
              <a:rPr lang="da-DK" baseline="30000" dirty="0"/>
              <a:t>2+</a:t>
            </a:r>
            <a:r>
              <a:rPr lang="da-DK" dirty="0"/>
              <a:t>, Al</a:t>
            </a:r>
            <a:r>
              <a:rPr lang="da-DK" baseline="30000" dirty="0"/>
              <a:t>3+</a:t>
            </a:r>
            <a:r>
              <a:rPr lang="da-DK" dirty="0"/>
              <a:t>, Pb</a:t>
            </a:r>
            <a:r>
              <a:rPr lang="da-DK" baseline="30000" dirty="0"/>
              <a:t>4+</a:t>
            </a:r>
          </a:p>
          <a:p>
            <a:endParaRPr lang="da-DK" dirty="0"/>
          </a:p>
          <a:p>
            <a:r>
              <a:rPr lang="da-DK" dirty="0"/>
              <a:t>Grundstofferne i 5.-7. hovedgruppe optager elektroner og danner negative ioner</a:t>
            </a:r>
          </a:p>
          <a:p>
            <a:r>
              <a:rPr lang="da-DK" dirty="0"/>
              <a:t>Det er ikkemetaller</a:t>
            </a:r>
          </a:p>
          <a:p>
            <a:r>
              <a:rPr lang="da-DK" dirty="0"/>
              <a:t>Eksempler: N</a:t>
            </a:r>
            <a:r>
              <a:rPr lang="da-DK" baseline="30000" dirty="0"/>
              <a:t>3-</a:t>
            </a:r>
            <a:r>
              <a:rPr lang="da-DK" dirty="0"/>
              <a:t>, O</a:t>
            </a:r>
            <a:r>
              <a:rPr lang="da-DK" baseline="30000" dirty="0"/>
              <a:t>2-</a:t>
            </a:r>
            <a:r>
              <a:rPr lang="da-DK" dirty="0"/>
              <a:t>, </a:t>
            </a:r>
            <a:r>
              <a:rPr lang="da-DK" dirty="0" err="1"/>
              <a:t>Br</a:t>
            </a:r>
            <a:r>
              <a:rPr lang="da-DK" baseline="30000" dirty="0" err="1"/>
              <a:t>-</a:t>
            </a:r>
            <a:endParaRPr lang="da-DK" baseline="30000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BB1488C-B4BE-A4EA-A19D-EC1B131D1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7029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75E9F5-C67E-CE3B-0BA4-BFF631105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Oversigt</a:t>
            </a:r>
          </a:p>
        </p:txBody>
      </p:sp>
      <p:graphicFrame>
        <p:nvGraphicFramePr>
          <p:cNvPr id="5" name="Pladsholder til indhold 4">
            <a:extLst>
              <a:ext uri="{FF2B5EF4-FFF2-40B4-BE49-F238E27FC236}">
                <a16:creationId xmlns:a16="http://schemas.microsoft.com/office/drawing/2014/main" id="{1A588D69-6EF4-137D-E33D-AA9B595B23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3840636"/>
              </p:ext>
            </p:extLst>
          </p:nvPr>
        </p:nvGraphicFramePr>
        <p:xfrm>
          <a:off x="838200" y="2189163"/>
          <a:ext cx="105156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3160">
                  <a:extLst>
                    <a:ext uri="{9D8B030D-6E8A-4147-A177-3AD203B41FA5}">
                      <a16:colId xmlns:a16="http://schemas.microsoft.com/office/drawing/2014/main" val="861622661"/>
                    </a:ext>
                  </a:extLst>
                </a:gridCol>
                <a:gridCol w="1838960">
                  <a:extLst>
                    <a:ext uri="{9D8B030D-6E8A-4147-A177-3AD203B41FA5}">
                      <a16:colId xmlns:a16="http://schemas.microsoft.com/office/drawing/2014/main" val="2320679088"/>
                    </a:ext>
                  </a:extLst>
                </a:gridCol>
                <a:gridCol w="3317240">
                  <a:extLst>
                    <a:ext uri="{9D8B030D-6E8A-4147-A177-3AD203B41FA5}">
                      <a16:colId xmlns:a16="http://schemas.microsoft.com/office/drawing/2014/main" val="399102533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1289238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089210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Gruppe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Hovedgruppe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Iondannelse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Ladning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Eksempel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905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 (I)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Afgiver 1 elektron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Na</a:t>
                      </a:r>
                      <a:r>
                        <a:rPr lang="da-DK" baseline="300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964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2 (II)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Afgiver 2 elektroner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Mg</a:t>
                      </a:r>
                      <a:r>
                        <a:rPr lang="da-DK" baseline="30000" dirty="0"/>
                        <a:t>2+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185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3 (III)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Afgiver 3 elektroner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Al</a:t>
                      </a:r>
                      <a:r>
                        <a:rPr lang="da-DK" baseline="30000" dirty="0"/>
                        <a:t>3+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577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4 (IV)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Afgiver 4 elektroner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+4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Pb</a:t>
                      </a:r>
                      <a:r>
                        <a:rPr lang="da-DK" baseline="30000" dirty="0"/>
                        <a:t>4+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561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5 (V)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Optager 3 elektroner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N</a:t>
                      </a:r>
                      <a:r>
                        <a:rPr lang="da-DK" baseline="30000" dirty="0"/>
                        <a:t>3-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536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6 (VI)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Optager 2 elektroner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</a:t>
                      </a:r>
                      <a:r>
                        <a:rPr lang="da-DK" baseline="30000" dirty="0"/>
                        <a:t>2-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071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7 (VII)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Optager 1 elektron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Br</a:t>
                      </a:r>
                      <a:r>
                        <a:rPr lang="da-DK" baseline="30000" dirty="0" err="1"/>
                        <a:t>-</a:t>
                      </a:r>
                      <a:endParaRPr lang="da-DK" baseline="30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53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8 (VIII)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Danner ikke ioner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33972"/>
                  </a:ext>
                </a:extLst>
              </a:tr>
            </a:tbl>
          </a:graphicData>
        </a:graphic>
      </p:graphicFrame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0FBF54D-8EB4-F0AE-6276-6EA31FB8E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2820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2E0F97-3B68-4A9A-81FD-184E8051D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9C0995-256A-4F90-97D6-FB8958A5D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C4A48C-F8E4-40F0-B8C7-796C50B4C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123" y="2794702"/>
            <a:ext cx="10928970" cy="3451181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ECDB61-C78E-49AB-9D9C-862EAA5FF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440" y="6472"/>
            <a:ext cx="12201012" cy="6866993"/>
            <a:chOff x="-8440" y="6472"/>
            <a:chExt cx="12201012" cy="6866993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A84E4F0-03F3-4373-BC08-F3420C4DD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8440" y="6472"/>
              <a:ext cx="12201012" cy="6866993"/>
              <a:chOff x="-8440" y="6472"/>
              <a:chExt cx="12201012" cy="6866993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7DF65987-4A36-4202-998C-5ADCB2FB94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11557299" y="2794702"/>
                <a:ext cx="634699" cy="1268599"/>
                <a:chOff x="11597128" y="2762119"/>
                <a:chExt cx="594872" cy="1268599"/>
              </a:xfrm>
            </p:grpSpPr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F4238A89-F61E-46B4-A16C-1B27EEE4BDC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11597128" y="2762119"/>
                  <a:ext cx="594347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65F870BE-1537-4939-A7CB-36BD7778102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11597653" y="4030718"/>
                  <a:ext cx="594347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92D909DC-9CB0-43B2-BFFB-48C8D4B1A2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-8440" y="2794702"/>
                <a:ext cx="648551" cy="1268599"/>
                <a:chOff x="11597131" y="2762119"/>
                <a:chExt cx="594869" cy="1268599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1EABC700-4E95-4450-BE4B-1149BC0126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11597131" y="2762119"/>
                  <a:ext cx="594347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235CD64B-F95D-4CF3-B317-37DAF82F2E0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11597653" y="4030718"/>
                  <a:ext cx="594347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E5E01DCE-5018-4BED-8C6B-73E056494C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72" y="6472"/>
                <a:ext cx="12192000" cy="6866993"/>
                <a:chOff x="572" y="6472"/>
                <a:chExt cx="12192000" cy="6866993"/>
              </a:xfrm>
            </p:grpSpPr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25A04438-598C-4217-B5F5-3982C30626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1667" y="6245884"/>
                  <a:ext cx="12189811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44B43FA3-78DB-4F9F-B889-D8B65C922B3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>
                  <a:off x="572" y="596465"/>
                  <a:ext cx="12192000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769B4323-32F6-4DCF-94B4-36D8197761A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6200000">
                  <a:off x="8134324" y="3444509"/>
                  <a:ext cx="6857912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F4214668-F898-4859-87D6-23D6EF0678A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6200000">
                  <a:off x="-2794261" y="3435428"/>
                  <a:ext cx="6857912" cy="0"/>
                </a:xfrm>
                <a:prstGeom prst="line">
                  <a:avLst/>
                </a:prstGeom>
                <a:ln w="12700"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8F98E24-E208-40BF-B555-7B8DCEA31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34123" y="2794702"/>
              <a:ext cx="10923176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5359ADE8-8BDB-FFD7-2A78-85142004B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6522"/>
            <a:ext cx="10515588" cy="1984671"/>
          </a:xfrm>
        </p:spPr>
        <p:txBody>
          <a:bodyPr anchor="ctr">
            <a:normAutofit/>
          </a:bodyPr>
          <a:lstStyle/>
          <a:p>
            <a:r>
              <a:rPr lang="da-DK" sz="5200"/>
              <a:t>Opgaver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0F9D4985-1A87-CE9F-5A71-D949FEF23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3467" y="3246434"/>
            <a:ext cx="62853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3BAE12-D270-459D-897B-6833652BB167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  <p:graphicFrame>
        <p:nvGraphicFramePr>
          <p:cNvPr id="6" name="Pladsholder til indhold 2">
            <a:extLst>
              <a:ext uri="{FF2B5EF4-FFF2-40B4-BE49-F238E27FC236}">
                <a16:creationId xmlns:a16="http://schemas.microsoft.com/office/drawing/2014/main" id="{F99584A8-2167-4410-9241-3D0D78C23E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9507483"/>
              </p:ext>
            </p:extLst>
          </p:nvPr>
        </p:nvGraphicFramePr>
        <p:xfrm>
          <a:off x="838200" y="3193787"/>
          <a:ext cx="10515600" cy="2653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206487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D75DFA-A080-76B0-7231-A386DFCCB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Atomer der danner forskellige ioner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D0F7580-B36A-57EA-C0CC-BE0C899A5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En række atomer (mest fra undergrupperne, men også i hovedgrupperne) kan danne forskellige slags ioner</a:t>
            </a:r>
          </a:p>
          <a:p>
            <a:r>
              <a:rPr lang="da-DK" dirty="0"/>
              <a:t>Dette kan ikke forklares ud fra oktetreglen</a:t>
            </a:r>
          </a:p>
          <a:p>
            <a:r>
              <a:rPr lang="da-DK" dirty="0"/>
              <a:t>En række eksempler:</a:t>
            </a:r>
          </a:p>
          <a:p>
            <a:r>
              <a:rPr lang="da-DK" dirty="0"/>
              <a:t>Jern: Fe</a:t>
            </a:r>
            <a:r>
              <a:rPr lang="da-DK" baseline="30000" dirty="0"/>
              <a:t>2+</a:t>
            </a:r>
            <a:r>
              <a:rPr lang="da-DK" dirty="0"/>
              <a:t> og Fe</a:t>
            </a:r>
            <a:r>
              <a:rPr lang="da-DK" baseline="30000" dirty="0"/>
              <a:t>3+</a:t>
            </a:r>
          </a:p>
          <a:p>
            <a:r>
              <a:rPr lang="da-DK" dirty="0"/>
              <a:t>Bly: Pb</a:t>
            </a:r>
            <a:r>
              <a:rPr lang="da-DK" baseline="30000" dirty="0"/>
              <a:t>2+</a:t>
            </a:r>
            <a:r>
              <a:rPr lang="da-DK" dirty="0"/>
              <a:t> og Pb</a:t>
            </a:r>
            <a:r>
              <a:rPr lang="da-DK" baseline="30000" dirty="0"/>
              <a:t>4+</a:t>
            </a:r>
          </a:p>
          <a:p>
            <a:r>
              <a:rPr lang="da-DK" dirty="0"/>
              <a:t>Kobber: Cu</a:t>
            </a:r>
            <a:r>
              <a:rPr lang="da-DK" baseline="30000" dirty="0"/>
              <a:t>+</a:t>
            </a:r>
            <a:r>
              <a:rPr lang="da-DK" dirty="0"/>
              <a:t> og Cu</a:t>
            </a:r>
            <a:r>
              <a:rPr lang="da-DK" baseline="30000" dirty="0"/>
              <a:t>2+</a:t>
            </a:r>
          </a:p>
          <a:p>
            <a:r>
              <a:rPr lang="da-DK" dirty="0"/>
              <a:t>Sølv: Ag</a:t>
            </a:r>
            <a:r>
              <a:rPr lang="da-DK" baseline="30000" dirty="0"/>
              <a:t>+</a:t>
            </a:r>
            <a:r>
              <a:rPr lang="da-DK" dirty="0"/>
              <a:t> og Ag</a:t>
            </a:r>
            <a:r>
              <a:rPr lang="da-DK" baseline="30000" dirty="0"/>
              <a:t>2+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6F13105-0502-C700-EC61-1C932000C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6152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8796EC-D46C-6D55-E8B3-71D82BE36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Fleratomige</a:t>
            </a:r>
            <a:r>
              <a:rPr lang="da-DK" dirty="0"/>
              <a:t> ioner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6B12823-EBC6-8ADF-3054-C54EADBA8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De ioner vi hidtil har set på, er </a:t>
            </a:r>
            <a:r>
              <a:rPr lang="da-DK" dirty="0" err="1">
                <a:solidFill>
                  <a:srgbClr val="FF0000"/>
                </a:solidFill>
              </a:rPr>
              <a:t>enatomige</a:t>
            </a:r>
            <a:r>
              <a:rPr lang="da-DK" dirty="0">
                <a:solidFill>
                  <a:srgbClr val="FF0000"/>
                </a:solidFill>
              </a:rPr>
              <a:t> ioner </a:t>
            </a:r>
            <a:r>
              <a:rPr lang="da-DK" dirty="0"/>
              <a:t>(eller simple) ioner</a:t>
            </a:r>
          </a:p>
          <a:p>
            <a:r>
              <a:rPr lang="da-DK" dirty="0"/>
              <a:t>De består af ét atom (fx Na</a:t>
            </a:r>
            <a:r>
              <a:rPr lang="da-DK" baseline="30000" dirty="0"/>
              <a:t>+</a:t>
            </a:r>
            <a:r>
              <a:rPr lang="da-DK" dirty="0"/>
              <a:t>, Mg</a:t>
            </a:r>
            <a:r>
              <a:rPr lang="da-DK" baseline="30000" dirty="0"/>
              <a:t>2+</a:t>
            </a:r>
            <a:r>
              <a:rPr lang="da-DK" dirty="0"/>
              <a:t>, Al</a:t>
            </a:r>
            <a:r>
              <a:rPr lang="da-DK" baseline="30000" dirty="0"/>
              <a:t>3+</a:t>
            </a:r>
            <a:r>
              <a:rPr lang="da-DK" dirty="0"/>
              <a:t>)</a:t>
            </a:r>
          </a:p>
          <a:p>
            <a:r>
              <a:rPr lang="da-DK" dirty="0"/>
              <a:t>Der findes også ioner der består af flere atomer</a:t>
            </a:r>
          </a:p>
          <a:p>
            <a:r>
              <a:rPr lang="da-DK" dirty="0"/>
              <a:t>De kaldes </a:t>
            </a:r>
            <a:r>
              <a:rPr lang="da-DK" dirty="0" err="1">
                <a:solidFill>
                  <a:srgbClr val="FF0000"/>
                </a:solidFill>
              </a:rPr>
              <a:t>fleratomige</a:t>
            </a:r>
            <a:r>
              <a:rPr lang="da-DK" dirty="0">
                <a:solidFill>
                  <a:srgbClr val="FF0000"/>
                </a:solidFill>
              </a:rPr>
              <a:t> ioner</a:t>
            </a:r>
            <a:r>
              <a:rPr lang="da-DK" dirty="0"/>
              <a:t> (eller sammensatte ioner)</a:t>
            </a:r>
          </a:p>
          <a:p>
            <a:r>
              <a:rPr lang="da-DK" dirty="0"/>
              <a:t>Et eksempel er NO</a:t>
            </a:r>
            <a:r>
              <a:rPr lang="da-DK" baseline="-25000" dirty="0"/>
              <a:t>3</a:t>
            </a:r>
            <a:r>
              <a:rPr lang="da-DK" baseline="30000" dirty="0"/>
              <a:t>-</a:t>
            </a:r>
          </a:p>
          <a:p>
            <a:r>
              <a:rPr lang="da-DK" dirty="0"/>
              <a:t>Ionen består af 1 N-atom og 3 O-atomer</a:t>
            </a:r>
          </a:p>
          <a:p>
            <a:r>
              <a:rPr lang="da-DK" dirty="0"/>
              <a:t>Den totale ladning er -1</a:t>
            </a:r>
          </a:p>
          <a:p>
            <a:r>
              <a:rPr lang="da-DK" dirty="0"/>
              <a:t>Andre eksempler: NH</a:t>
            </a:r>
            <a:r>
              <a:rPr lang="da-DK" baseline="-25000" dirty="0"/>
              <a:t>4</a:t>
            </a:r>
            <a:r>
              <a:rPr lang="da-DK" baseline="30000" dirty="0"/>
              <a:t>+</a:t>
            </a:r>
            <a:r>
              <a:rPr lang="da-DK" dirty="0"/>
              <a:t>, NO</a:t>
            </a:r>
            <a:r>
              <a:rPr lang="da-DK" baseline="-25000" dirty="0"/>
              <a:t>2</a:t>
            </a:r>
            <a:r>
              <a:rPr lang="da-DK" baseline="30000" dirty="0"/>
              <a:t>-</a:t>
            </a:r>
            <a:r>
              <a:rPr lang="da-DK" dirty="0"/>
              <a:t>, SO</a:t>
            </a:r>
            <a:r>
              <a:rPr lang="da-DK" baseline="-25000" dirty="0"/>
              <a:t>4</a:t>
            </a:r>
            <a:r>
              <a:rPr lang="da-DK" baseline="30000" dirty="0"/>
              <a:t>2-</a:t>
            </a:r>
            <a:r>
              <a:rPr lang="da-DK" dirty="0"/>
              <a:t>, PO</a:t>
            </a:r>
            <a:r>
              <a:rPr lang="da-DK" baseline="-25000" dirty="0"/>
              <a:t>4</a:t>
            </a:r>
            <a:r>
              <a:rPr lang="da-DK" baseline="30000" dirty="0"/>
              <a:t>3-</a:t>
            </a:r>
          </a:p>
          <a:p>
            <a:r>
              <a:rPr lang="da-DK" dirty="0"/>
              <a:t>Om navne: se senere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F79E412-B964-2D1D-7AB0-DD0B6981B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0353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2E0F97-3B68-4A9A-81FD-184E8051D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9C0995-256A-4F90-97D6-FB8958A5D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295D5F-DE12-24FA-DF5F-D0BB8C16B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81336"/>
            <a:ext cx="4076910" cy="5695389"/>
          </a:xfrm>
        </p:spPr>
        <p:txBody>
          <a:bodyPr anchor="ctr">
            <a:normAutofit/>
          </a:bodyPr>
          <a:lstStyle/>
          <a:p>
            <a:r>
              <a:rPr lang="da-DK" sz="5200"/>
              <a:t>Opgaver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C500373-6BCD-49C7-86D2-7DC695C43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71535" y="-6437"/>
            <a:ext cx="6400800" cy="6864437"/>
            <a:chOff x="5171535" y="-6437"/>
            <a:chExt cx="6400800" cy="686443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C05CF5C-D74E-48AF-AAE5-61AEFB2C7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567246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5A6A4E3-DB84-4A86-933F-10273F0AE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6262643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3928F34-C1F4-426C-A393-E2052F48D4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990DE79-7D3C-40C4-926C-026AE2773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76521F0-95C2-A876-1CEA-05BC95143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3467" y="3246434"/>
            <a:ext cx="62853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3BAE12-D270-459D-897B-6833652BB167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graphicFrame>
        <p:nvGraphicFramePr>
          <p:cNvPr id="6" name="Pladsholder til indhold 2">
            <a:extLst>
              <a:ext uri="{FF2B5EF4-FFF2-40B4-BE49-F238E27FC236}">
                <a16:creationId xmlns:a16="http://schemas.microsoft.com/office/drawing/2014/main" id="{4E1C39AC-CCF5-A19A-F8F0-647D050A4C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6060666"/>
              </p:ext>
            </p:extLst>
          </p:nvPr>
        </p:nvGraphicFramePr>
        <p:xfrm>
          <a:off x="5461176" y="788282"/>
          <a:ext cx="5826934" cy="5297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865697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80BFC8-EDBE-CD4A-945A-5D95662AC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Ionforbindelser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98C45E1-DB7C-96E7-6B43-C5B48E73E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En ionforbindelse består af en positiv </a:t>
            </a:r>
            <a:r>
              <a:rPr lang="da-DK" dirty="0" err="1"/>
              <a:t>metalion</a:t>
            </a:r>
            <a:r>
              <a:rPr lang="da-DK" dirty="0"/>
              <a:t> og en negativ </a:t>
            </a:r>
            <a:r>
              <a:rPr lang="da-DK" dirty="0" err="1"/>
              <a:t>ikkemetalion</a:t>
            </a:r>
            <a:endParaRPr lang="da-DK" dirty="0"/>
          </a:p>
          <a:p>
            <a:r>
              <a:rPr lang="da-DK" dirty="0"/>
              <a:t>En ion har </a:t>
            </a:r>
            <a:r>
              <a:rPr lang="da-DK" dirty="0">
                <a:solidFill>
                  <a:srgbClr val="FF0000"/>
                </a:solidFill>
              </a:rPr>
              <a:t>altid</a:t>
            </a:r>
            <a:r>
              <a:rPr lang="da-DK" dirty="0"/>
              <a:t> ladning (100 %)</a:t>
            </a:r>
          </a:p>
          <a:p>
            <a:r>
              <a:rPr lang="da-DK" dirty="0"/>
              <a:t>En ionforbindelse har </a:t>
            </a:r>
            <a:r>
              <a:rPr lang="da-DK" dirty="0">
                <a:solidFill>
                  <a:srgbClr val="FF0000"/>
                </a:solidFill>
              </a:rPr>
              <a:t>aldrig</a:t>
            </a:r>
            <a:r>
              <a:rPr lang="da-DK" dirty="0"/>
              <a:t> ladning (100 %)</a:t>
            </a:r>
          </a:p>
          <a:p>
            <a:r>
              <a:rPr lang="da-DK" dirty="0"/>
              <a:t>(Vi har her noget så sjældent som regler i kemi uden undtagelser!)</a:t>
            </a:r>
          </a:p>
          <a:p>
            <a:r>
              <a:rPr lang="da-DK" dirty="0"/>
              <a:t>Positive og negative ioner skal sættes sammen i et sådant forhold, at ionforbindelsen ikke får ladning</a:t>
            </a:r>
          </a:p>
          <a:p>
            <a:r>
              <a:rPr lang="da-DK" dirty="0"/>
              <a:t>Ionforbindelser kaldes også for </a:t>
            </a:r>
            <a:r>
              <a:rPr lang="da-DK" dirty="0">
                <a:solidFill>
                  <a:srgbClr val="FF0000"/>
                </a:solidFill>
              </a:rPr>
              <a:t>salte</a:t>
            </a:r>
          </a:p>
          <a:p>
            <a:r>
              <a:rPr lang="da-DK" dirty="0"/>
              <a:t>Salt har en langt bredere betydning i kemi end i dagligdagen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9434927-06AE-64A2-6069-5B483C20D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2933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C0A800-5E0A-846A-C086-3179BDD30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Ionforbindelser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08AAECF-FE7C-C707-B708-F77B28951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a-DK" dirty="0"/>
              <a:t>Man kan danne en ionforbindelse ved at tage en positiv ion og sætte den sammen med en negativ ion</a:t>
            </a:r>
          </a:p>
          <a:p>
            <a:r>
              <a:rPr lang="da-DK" dirty="0"/>
              <a:t>Vi tager som eksempel Na</a:t>
            </a:r>
            <a:r>
              <a:rPr lang="da-DK" baseline="30000" dirty="0"/>
              <a:t>+</a:t>
            </a:r>
            <a:r>
              <a:rPr lang="da-DK" dirty="0"/>
              <a:t> og Cl</a:t>
            </a:r>
            <a:r>
              <a:rPr lang="da-DK" baseline="30000" dirty="0"/>
              <a:t>-</a:t>
            </a:r>
          </a:p>
          <a:p>
            <a:r>
              <a:rPr lang="da-DK" dirty="0"/>
              <a:t>Vi skriver det som et lille reaktionsskema:</a:t>
            </a:r>
          </a:p>
          <a:p>
            <a:r>
              <a:rPr lang="da-DK" dirty="0"/>
              <a:t>Na</a:t>
            </a:r>
            <a:r>
              <a:rPr lang="da-DK" baseline="30000" dirty="0"/>
              <a:t>+</a:t>
            </a:r>
            <a:r>
              <a:rPr lang="da-DK" dirty="0"/>
              <a:t> + Cl</a:t>
            </a:r>
            <a:r>
              <a:rPr lang="da-DK" baseline="30000" dirty="0"/>
              <a:t>-</a:t>
            </a:r>
            <a:r>
              <a:rPr lang="da-DK" dirty="0"/>
              <a:t> ⟶ NaCl</a:t>
            </a:r>
          </a:p>
          <a:p>
            <a:r>
              <a:rPr lang="da-DK" dirty="0"/>
              <a:t>På venstre side har vi ionerne – bemærk at de har ladning</a:t>
            </a:r>
          </a:p>
          <a:p>
            <a:r>
              <a:rPr lang="da-DK" dirty="0"/>
              <a:t>På højre side har vi ionforbindelsen (saltet) – bemærk at det </a:t>
            </a:r>
            <a:r>
              <a:rPr lang="da-DK" dirty="0">
                <a:solidFill>
                  <a:srgbClr val="FF0000"/>
                </a:solidFill>
              </a:rPr>
              <a:t>IKKE</a:t>
            </a:r>
            <a:r>
              <a:rPr lang="da-DK" dirty="0"/>
              <a:t> har ladning</a:t>
            </a:r>
          </a:p>
          <a:p>
            <a:r>
              <a:rPr lang="da-DK" dirty="0"/>
              <a:t>Den positive ladning fra Na</a:t>
            </a:r>
            <a:r>
              <a:rPr lang="da-DK" baseline="30000" dirty="0"/>
              <a:t>+</a:t>
            </a:r>
            <a:r>
              <a:rPr lang="da-DK" dirty="0"/>
              <a:t> bliver neutraliseret af den negative ion fra Cl</a:t>
            </a:r>
            <a:r>
              <a:rPr lang="da-DK" baseline="30000" dirty="0"/>
              <a:t>-</a:t>
            </a:r>
            <a:r>
              <a:rPr lang="da-DK" dirty="0"/>
              <a:t> - derfor er der ikke ladning på NaCl</a:t>
            </a:r>
          </a:p>
          <a:p>
            <a:r>
              <a:rPr lang="da-DK" dirty="0"/>
              <a:t>Vi har forholdet 1:1 (én til én) mellem positive og negative ioner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C422BBCB-1865-6CCB-08D5-EE9E95E29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6619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2E64DD-9134-55B0-EDE7-48A39D324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Ionforbindelser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65D6686-D9A5-3596-0D66-6C5F56819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Vi bruger nu Mg</a:t>
            </a:r>
            <a:r>
              <a:rPr lang="da-DK" baseline="30000" dirty="0"/>
              <a:t>2+</a:t>
            </a:r>
            <a:r>
              <a:rPr lang="da-DK" dirty="0"/>
              <a:t> som positiv ion og Cl</a:t>
            </a:r>
            <a:r>
              <a:rPr lang="da-DK" baseline="30000" dirty="0"/>
              <a:t>-</a:t>
            </a:r>
            <a:r>
              <a:rPr lang="da-DK" dirty="0"/>
              <a:t> som negativ ion</a:t>
            </a:r>
          </a:p>
          <a:p>
            <a:r>
              <a:rPr lang="da-DK" dirty="0"/>
              <a:t>Da Mg</a:t>
            </a:r>
            <a:r>
              <a:rPr lang="da-DK" baseline="30000" dirty="0"/>
              <a:t>2+</a:t>
            </a:r>
            <a:r>
              <a:rPr lang="da-DK" dirty="0"/>
              <a:t> har en ladning på +2 og Cl</a:t>
            </a:r>
            <a:r>
              <a:rPr lang="da-DK" baseline="30000" dirty="0"/>
              <a:t>-</a:t>
            </a:r>
            <a:r>
              <a:rPr lang="da-DK" dirty="0"/>
              <a:t> har en ladning på -1, bliver vi nødt til at tage to Cl</a:t>
            </a:r>
            <a:r>
              <a:rPr lang="da-DK" baseline="30000" dirty="0"/>
              <a:t>-</a:t>
            </a:r>
            <a:r>
              <a:rPr lang="da-DK" dirty="0"/>
              <a:t>-ioner for hver Mg</a:t>
            </a:r>
            <a:r>
              <a:rPr lang="da-DK" baseline="30000" dirty="0"/>
              <a:t>2+</a:t>
            </a:r>
            <a:r>
              <a:rPr lang="da-DK" dirty="0"/>
              <a:t>-ion</a:t>
            </a:r>
          </a:p>
          <a:p>
            <a:r>
              <a:rPr lang="da-DK" dirty="0"/>
              <a:t>Mg</a:t>
            </a:r>
            <a:r>
              <a:rPr lang="da-DK" baseline="30000" dirty="0"/>
              <a:t>2+</a:t>
            </a:r>
            <a:r>
              <a:rPr lang="da-DK" dirty="0"/>
              <a:t> + 2Cl</a:t>
            </a:r>
            <a:r>
              <a:rPr lang="da-DK" baseline="30000" dirty="0"/>
              <a:t>-</a:t>
            </a:r>
            <a:r>
              <a:rPr lang="da-DK" dirty="0"/>
              <a:t> ⟶ MgBr</a:t>
            </a:r>
            <a:r>
              <a:rPr lang="da-DK" baseline="-25000" dirty="0"/>
              <a:t>2</a:t>
            </a:r>
          </a:p>
          <a:p>
            <a:r>
              <a:rPr lang="da-DK" dirty="0"/>
              <a:t>Vi har forholdet 1:2 </a:t>
            </a:r>
          </a:p>
          <a:p>
            <a:endParaRPr lang="da-DK" dirty="0"/>
          </a:p>
          <a:p>
            <a:r>
              <a:rPr lang="da-DK" dirty="0"/>
              <a:t>Bemærk igen:</a:t>
            </a:r>
          </a:p>
          <a:p>
            <a:r>
              <a:rPr lang="da-DK" dirty="0"/>
              <a:t>Ladning på </a:t>
            </a:r>
            <a:r>
              <a:rPr lang="da-DK" dirty="0" err="1"/>
              <a:t>ionerner</a:t>
            </a:r>
            <a:r>
              <a:rPr lang="da-DK" dirty="0"/>
              <a:t> på venstre side</a:t>
            </a:r>
          </a:p>
          <a:p>
            <a:r>
              <a:rPr lang="da-DK" dirty="0"/>
              <a:t>Ingen ladning på ionforbindelsen på højre side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DF2BC59-D8F3-9A79-060F-8F6CF1C43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125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945BDC-EBB3-0172-2C1C-E94E0CD4E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Ionforbindelser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88B75CB-7999-681D-C9DE-0C35132AC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Vi tager nu Al</a:t>
            </a:r>
            <a:r>
              <a:rPr lang="da-DK" baseline="30000" dirty="0"/>
              <a:t>3+</a:t>
            </a:r>
            <a:r>
              <a:rPr lang="da-DK" dirty="0"/>
              <a:t> og O</a:t>
            </a:r>
            <a:r>
              <a:rPr lang="da-DK" baseline="30000" dirty="0"/>
              <a:t>2-</a:t>
            </a:r>
          </a:p>
          <a:p>
            <a:r>
              <a:rPr lang="da-DK" dirty="0"/>
              <a:t>Vi skal sørge for lige mange positive som negative ladninger</a:t>
            </a:r>
          </a:p>
          <a:p>
            <a:r>
              <a:rPr lang="da-DK" dirty="0"/>
              <a:t>Hvis vi tager 2 Al</a:t>
            </a:r>
            <a:r>
              <a:rPr lang="da-DK" baseline="30000" dirty="0"/>
              <a:t>3+</a:t>
            </a:r>
            <a:r>
              <a:rPr lang="da-DK" dirty="0"/>
              <a:t>-ioner og 3 O</a:t>
            </a:r>
            <a:r>
              <a:rPr lang="da-DK" baseline="30000" dirty="0"/>
              <a:t>2-</a:t>
            </a:r>
            <a:r>
              <a:rPr lang="da-DK" dirty="0"/>
              <a:t>-ioner, får vi 6 positive og 6 negative ladninger</a:t>
            </a:r>
          </a:p>
          <a:p>
            <a:r>
              <a:rPr lang="da-DK" dirty="0"/>
              <a:t>2Al</a:t>
            </a:r>
            <a:r>
              <a:rPr lang="da-DK" baseline="30000" dirty="0"/>
              <a:t>3+</a:t>
            </a:r>
            <a:r>
              <a:rPr lang="da-DK" dirty="0"/>
              <a:t> + 3O</a:t>
            </a:r>
            <a:r>
              <a:rPr lang="da-DK" baseline="30000" dirty="0"/>
              <a:t>2-</a:t>
            </a:r>
            <a:r>
              <a:rPr lang="da-DK" dirty="0"/>
              <a:t> ⟶ Al</a:t>
            </a:r>
            <a:r>
              <a:rPr lang="da-DK" baseline="-25000" dirty="0"/>
              <a:t>2</a:t>
            </a:r>
            <a:r>
              <a:rPr lang="da-DK" dirty="0"/>
              <a:t>O</a:t>
            </a:r>
            <a:r>
              <a:rPr lang="da-DK" baseline="-25000" dirty="0"/>
              <a:t>3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19B33AB-E715-2F7B-2828-CA6AEC17C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7372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896852-1719-3A99-24A6-E51C201CC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Ionforbindelser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CFAF0AE-0322-74F6-3767-346BEE7EC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Vi kan også bruge </a:t>
            </a:r>
            <a:r>
              <a:rPr lang="da-DK" dirty="0" err="1"/>
              <a:t>fleratomige</a:t>
            </a:r>
            <a:r>
              <a:rPr lang="da-DK" dirty="0"/>
              <a:t> ioner:</a:t>
            </a:r>
          </a:p>
          <a:p>
            <a:r>
              <a:rPr lang="da-DK" dirty="0"/>
              <a:t>Na</a:t>
            </a:r>
            <a:r>
              <a:rPr lang="da-DK" baseline="30000" dirty="0"/>
              <a:t>+</a:t>
            </a:r>
            <a:r>
              <a:rPr lang="da-DK" dirty="0"/>
              <a:t> + NO</a:t>
            </a:r>
            <a:r>
              <a:rPr lang="da-DK" baseline="-25000" dirty="0"/>
              <a:t>3</a:t>
            </a:r>
            <a:r>
              <a:rPr lang="da-DK" baseline="30000" dirty="0"/>
              <a:t>-</a:t>
            </a:r>
            <a:r>
              <a:rPr lang="da-DK" dirty="0"/>
              <a:t> ⟶ NaNO</a:t>
            </a:r>
            <a:r>
              <a:rPr lang="da-DK" baseline="-25000" dirty="0"/>
              <a:t>3</a:t>
            </a:r>
          </a:p>
          <a:p>
            <a:endParaRPr lang="da-DK" dirty="0"/>
          </a:p>
          <a:p>
            <a:r>
              <a:rPr lang="da-DK" dirty="0"/>
              <a:t>Såfremt vi har brug for flere (2, 3 …) </a:t>
            </a:r>
            <a:r>
              <a:rPr lang="da-DK" dirty="0" err="1"/>
              <a:t>fleratomige</a:t>
            </a:r>
            <a:r>
              <a:rPr lang="da-DK" dirty="0"/>
              <a:t> ioner, bliver vi nødt til at bruge parentes i formlen for ionforbindelsen:</a:t>
            </a:r>
          </a:p>
          <a:p>
            <a:r>
              <a:rPr lang="da-DK" dirty="0"/>
              <a:t>Mg</a:t>
            </a:r>
            <a:r>
              <a:rPr lang="da-DK" baseline="30000" dirty="0"/>
              <a:t>2+</a:t>
            </a:r>
            <a:r>
              <a:rPr lang="da-DK" dirty="0"/>
              <a:t> + 2NO</a:t>
            </a:r>
            <a:r>
              <a:rPr lang="da-DK" baseline="-25000" dirty="0"/>
              <a:t>3</a:t>
            </a:r>
            <a:r>
              <a:rPr lang="da-DK" baseline="30000" dirty="0"/>
              <a:t>-</a:t>
            </a:r>
            <a:r>
              <a:rPr lang="da-DK" dirty="0"/>
              <a:t> ⟶ Mg(NO</a:t>
            </a:r>
            <a:r>
              <a:rPr lang="da-DK" baseline="-25000" dirty="0"/>
              <a:t>3</a:t>
            </a:r>
            <a:r>
              <a:rPr lang="da-DK" dirty="0"/>
              <a:t>)</a:t>
            </a:r>
            <a:r>
              <a:rPr lang="da-DK" baseline="-25000" dirty="0"/>
              <a:t>2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C9A705C-D06B-E859-9827-72617A813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757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10C978-51B5-420C-9A05-C8F194EAC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" y="-597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D34D1C-4E49-4D32-96F1-E49CEBBF8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903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0923C79-478B-DCAF-8967-7F4F107FA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81337"/>
            <a:ext cx="5836754" cy="2711736"/>
          </a:xfrm>
        </p:spPr>
        <p:txBody>
          <a:bodyPr>
            <a:normAutofit/>
          </a:bodyPr>
          <a:lstStyle/>
          <a:p>
            <a:r>
              <a:rPr lang="da-DK" dirty="0"/>
              <a:t>Opgaver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4F6E03D-0135-703F-22F0-CA19DB347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3429000"/>
            <a:ext cx="5836754" cy="2601285"/>
          </a:xfrm>
        </p:spPr>
        <p:txBody>
          <a:bodyPr>
            <a:normAutofit/>
          </a:bodyPr>
          <a:lstStyle/>
          <a:p>
            <a:r>
              <a:rPr lang="da-DK" dirty="0"/>
              <a:t>Opgaver: 8-9</a:t>
            </a:r>
          </a:p>
          <a:p>
            <a:r>
              <a:rPr lang="da-DK" dirty="0"/>
              <a:t>25 min.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3E72256-336B-4C56-A208-D12E28599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3816" y="-6437"/>
            <a:ext cx="4133553" cy="6864437"/>
            <a:chOff x="7433816" y="-6437"/>
            <a:chExt cx="4133553" cy="686443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D1A7D90-D071-42CE-8999-521FE5EB0C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434228" y="3435437"/>
              <a:ext cx="55597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8BA3207-8B24-423E-876F-EED4F64FC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7990199" y="840583"/>
              <a:ext cx="3021199" cy="5189709"/>
            </a:xfrm>
            <a:custGeom>
              <a:avLst/>
              <a:gdLst>
                <a:gd name="connsiteX0" fmla="*/ 1700213 w 3400426"/>
                <a:gd name="connsiteY0" fmla="*/ 5841130 h 5841130"/>
                <a:gd name="connsiteX1" fmla="*/ 0 w 3400426"/>
                <a:gd name="connsiteY1" fmla="*/ 4140917 h 5841130"/>
                <a:gd name="connsiteX2" fmla="*/ 0 w 3400426"/>
                <a:gd name="connsiteY2" fmla="*/ 3536080 h 5841130"/>
                <a:gd name="connsiteX3" fmla="*/ 0 w 3400426"/>
                <a:gd name="connsiteY3" fmla="*/ 3536080 h 5841130"/>
                <a:gd name="connsiteX4" fmla="*/ 0 w 3400426"/>
                <a:gd name="connsiteY4" fmla="*/ 1700213 h 5841130"/>
                <a:gd name="connsiteX5" fmla="*/ 1700213 w 3400426"/>
                <a:gd name="connsiteY5" fmla="*/ 0 h 5841130"/>
                <a:gd name="connsiteX6" fmla="*/ 3400426 w 3400426"/>
                <a:gd name="connsiteY6" fmla="*/ 1700213 h 5841130"/>
                <a:gd name="connsiteX7" fmla="*/ 3400426 w 3400426"/>
                <a:gd name="connsiteY7" fmla="*/ 2305050 h 5841130"/>
                <a:gd name="connsiteX8" fmla="*/ 3400426 w 3400426"/>
                <a:gd name="connsiteY8" fmla="*/ 2305050 h 5841130"/>
                <a:gd name="connsiteX9" fmla="*/ 3400426 w 3400426"/>
                <a:gd name="connsiteY9" fmla="*/ 4140917 h 5841130"/>
                <a:gd name="connsiteX10" fmla="*/ 1700213 w 3400426"/>
                <a:gd name="connsiteY10" fmla="*/ 5841130 h 5841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00426" h="5841130">
                  <a:moveTo>
                    <a:pt x="1700213" y="5841130"/>
                  </a:moveTo>
                  <a:cubicBezTo>
                    <a:pt x="761211" y="5841130"/>
                    <a:pt x="0" y="5079919"/>
                    <a:pt x="0" y="4140917"/>
                  </a:cubicBezTo>
                  <a:lnTo>
                    <a:pt x="0" y="3536080"/>
                  </a:lnTo>
                  <a:lnTo>
                    <a:pt x="0" y="3536080"/>
                  </a:lnTo>
                  <a:lnTo>
                    <a:pt x="0" y="1700213"/>
                  </a:lnTo>
                  <a:cubicBezTo>
                    <a:pt x="0" y="761211"/>
                    <a:pt x="761211" y="0"/>
                    <a:pt x="1700213" y="0"/>
                  </a:cubicBezTo>
                  <a:cubicBezTo>
                    <a:pt x="2639215" y="0"/>
                    <a:pt x="3400426" y="761211"/>
                    <a:pt x="3400426" y="1700213"/>
                  </a:cubicBezTo>
                  <a:lnTo>
                    <a:pt x="3400426" y="2305050"/>
                  </a:lnTo>
                  <a:lnTo>
                    <a:pt x="3400426" y="2305050"/>
                  </a:lnTo>
                  <a:lnTo>
                    <a:pt x="3400426" y="4140917"/>
                  </a:lnTo>
                  <a:cubicBezTo>
                    <a:pt x="3400426" y="5079919"/>
                    <a:pt x="2639215" y="5841130"/>
                    <a:pt x="1700213" y="5841130"/>
                  </a:cubicBezTo>
                  <a:close/>
                </a:path>
              </a:pathLst>
            </a:cu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36E21C5-DC18-4475-9613-1AF97FC0C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98849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8498F04-5415-4A8B-A069-CF07486EC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11398" y="3435437"/>
              <a:ext cx="55597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Graphic 8">
              <a:extLst>
                <a:ext uri="{FF2B5EF4-FFF2-40B4-BE49-F238E27FC236}">
                  <a16:creationId xmlns:a16="http://schemas.microsoft.com/office/drawing/2014/main" id="{7536A5CA-5F9D-44C7-87C6-A12CF740D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3982" y="0"/>
              <a:ext cx="3021199" cy="1510599"/>
            </a:xfrm>
            <a:custGeom>
              <a:avLst/>
              <a:gdLst>
                <a:gd name="connsiteX0" fmla="*/ 4467225 w 4467225"/>
                <a:gd name="connsiteY0" fmla="*/ 0 h 2233612"/>
                <a:gd name="connsiteX1" fmla="*/ 2233613 w 4467225"/>
                <a:gd name="connsiteY1" fmla="*/ 2233613 h 2233612"/>
                <a:gd name="connsiteX2" fmla="*/ 0 w 4467225"/>
                <a:gd name="connsiteY2" fmla="*/ 0 h 2233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67225" h="2233612">
                  <a:moveTo>
                    <a:pt x="4467225" y="0"/>
                  </a:moveTo>
                  <a:cubicBezTo>
                    <a:pt x="4467225" y="1233583"/>
                    <a:pt x="3467195" y="2233613"/>
                    <a:pt x="2233613" y="2233613"/>
                  </a:cubicBezTo>
                  <a:cubicBezTo>
                    <a:pt x="1000030" y="2233613"/>
                    <a:pt x="0" y="1233583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Graphic 8">
              <a:extLst>
                <a:ext uri="{FF2B5EF4-FFF2-40B4-BE49-F238E27FC236}">
                  <a16:creationId xmlns:a16="http://schemas.microsoft.com/office/drawing/2014/main" id="{BE6FB307-61DF-42E4-ACB8-4E47813A81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7985885" y="5347397"/>
              <a:ext cx="3021199" cy="1510599"/>
            </a:xfrm>
            <a:custGeom>
              <a:avLst/>
              <a:gdLst>
                <a:gd name="connsiteX0" fmla="*/ 4467225 w 4467225"/>
                <a:gd name="connsiteY0" fmla="*/ 0 h 2233612"/>
                <a:gd name="connsiteX1" fmla="*/ 2233613 w 4467225"/>
                <a:gd name="connsiteY1" fmla="*/ 2233613 h 2233612"/>
                <a:gd name="connsiteX2" fmla="*/ 0 w 4467225"/>
                <a:gd name="connsiteY2" fmla="*/ 0 h 2233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67225" h="2233612">
                  <a:moveTo>
                    <a:pt x="4467225" y="0"/>
                  </a:moveTo>
                  <a:cubicBezTo>
                    <a:pt x="4467225" y="1233583"/>
                    <a:pt x="3467195" y="2233613"/>
                    <a:pt x="2233613" y="2233613"/>
                  </a:cubicBezTo>
                  <a:cubicBezTo>
                    <a:pt x="1000030" y="2233613"/>
                    <a:pt x="0" y="1233583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7C9104A-0B2E-42A7-8F27-CCEFDBA90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433816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7C0EC34-7095-4362-AA58-F572131373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C19E597-F67B-455A-9D77-8B564DC5DB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434228" y="581337"/>
              <a:ext cx="4133088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CFF4279-F451-4DED-87EB-1899D7E4EB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434228" y="6276734"/>
              <a:ext cx="4133088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28B5ADC-B8FB-0FDA-9B90-8BD9684B0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3467" y="3246434"/>
            <a:ext cx="62853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3BAE12-D270-459D-897B-6833652BB167}" type="slidenum">
              <a:rPr lang="en-US" smtClean="0"/>
              <a:pPr>
                <a:spcAft>
                  <a:spcPts val="600"/>
                </a:spcAft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5194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219B6C-35B4-C1F6-2519-4D4334164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Navngivning af ioner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6B433DA-734A-9802-4746-969C8DB1E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Vi kan dele ioner op i fire grupper:</a:t>
            </a:r>
          </a:p>
          <a:p>
            <a:r>
              <a:rPr lang="da-DK" dirty="0"/>
              <a:t>Positive </a:t>
            </a:r>
            <a:r>
              <a:rPr lang="da-DK" dirty="0" err="1"/>
              <a:t>enatomige</a:t>
            </a:r>
            <a:r>
              <a:rPr lang="da-DK" dirty="0"/>
              <a:t> (simple) ioner</a:t>
            </a:r>
          </a:p>
          <a:p>
            <a:r>
              <a:rPr lang="da-DK" dirty="0"/>
              <a:t>Negative </a:t>
            </a:r>
            <a:r>
              <a:rPr lang="da-DK" dirty="0" err="1"/>
              <a:t>enatomige</a:t>
            </a:r>
            <a:r>
              <a:rPr lang="da-DK" dirty="0"/>
              <a:t> ioner</a:t>
            </a:r>
          </a:p>
          <a:p>
            <a:r>
              <a:rPr lang="da-DK" dirty="0"/>
              <a:t>Positive </a:t>
            </a:r>
            <a:r>
              <a:rPr lang="da-DK" dirty="0" err="1"/>
              <a:t>fleratomige</a:t>
            </a:r>
            <a:r>
              <a:rPr lang="da-DK" dirty="0"/>
              <a:t> (sammensatte) ioner</a:t>
            </a:r>
          </a:p>
          <a:p>
            <a:r>
              <a:rPr lang="da-DK" dirty="0"/>
              <a:t>Negative </a:t>
            </a:r>
            <a:r>
              <a:rPr lang="da-DK" dirty="0" err="1"/>
              <a:t>fleratomige</a:t>
            </a:r>
            <a:r>
              <a:rPr lang="da-DK" dirty="0"/>
              <a:t> ioner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0BD0A00-C9AF-A2F9-E74D-0A21AB176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784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CD4ED2-2013-FB38-073E-29F8FB040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Navngivning, </a:t>
            </a:r>
            <a:r>
              <a:rPr lang="da-DK" dirty="0" err="1"/>
              <a:t>enatomige</a:t>
            </a:r>
            <a:r>
              <a:rPr lang="da-DK" dirty="0"/>
              <a:t> positive ioner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28443BC-F475-43BE-8948-465DA4992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De simple positive ioner hedder det samme som grundstoffet (evt. med endelsen –ion)</a:t>
            </a:r>
          </a:p>
          <a:p>
            <a:endParaRPr lang="da-DK" dirty="0"/>
          </a:p>
        </p:txBody>
      </p:sp>
      <p:graphicFrame>
        <p:nvGraphicFramePr>
          <p:cNvPr id="4" name="Tabel 4">
            <a:extLst>
              <a:ext uri="{FF2B5EF4-FFF2-40B4-BE49-F238E27FC236}">
                <a16:creationId xmlns:a16="http://schemas.microsoft.com/office/drawing/2014/main" id="{D6B008BA-807F-9972-1118-AB96238764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344216"/>
              </p:ext>
            </p:extLst>
          </p:nvPr>
        </p:nvGraphicFramePr>
        <p:xfrm>
          <a:off x="1475409" y="2826762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2176159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5526225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68011069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444684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Grundstof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Grundstofnavn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Ionnavn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681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Natrium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Na</a:t>
                      </a:r>
                      <a:r>
                        <a:rPr lang="da-DK" baseline="300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Natrium(ion)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9905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Mg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Magnesium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Mg</a:t>
                      </a:r>
                      <a:r>
                        <a:rPr lang="da-DK" baseline="30000" dirty="0"/>
                        <a:t>2+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Magnesium(ion)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4681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Gallium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Ga</a:t>
                      </a:r>
                      <a:r>
                        <a:rPr lang="da-DK" baseline="30000" dirty="0"/>
                        <a:t>3+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Galium</a:t>
                      </a:r>
                      <a:r>
                        <a:rPr lang="da-DK" dirty="0"/>
                        <a:t>(ion)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798404"/>
                  </a:ext>
                </a:extLst>
              </a:tr>
            </a:tbl>
          </a:graphicData>
        </a:graphic>
      </p:graphicFrame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5FAC5954-9249-6C46-9A27-0D974DC4A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6616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469C3F-5049-DC94-41FD-12B9C4C49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Navngivning, </a:t>
            </a:r>
            <a:r>
              <a:rPr lang="da-DK" dirty="0" err="1"/>
              <a:t>enatomige</a:t>
            </a:r>
            <a:r>
              <a:rPr lang="da-DK" dirty="0"/>
              <a:t> negative ioner 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28F651A-03CE-D158-4CC3-466B73CC8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De simple negative ioner for endelsen ”id” tilføjet til grundstofnavnet:</a:t>
            </a:r>
          </a:p>
          <a:p>
            <a:endParaRPr lang="da-DK" dirty="0"/>
          </a:p>
        </p:txBody>
      </p:sp>
      <p:graphicFrame>
        <p:nvGraphicFramePr>
          <p:cNvPr id="4" name="Tabel 4">
            <a:extLst>
              <a:ext uri="{FF2B5EF4-FFF2-40B4-BE49-F238E27FC236}">
                <a16:creationId xmlns:a16="http://schemas.microsoft.com/office/drawing/2014/main" id="{2BDC1C79-20A5-1C84-7C42-118FFF4FCF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215961"/>
              </p:ext>
            </p:extLst>
          </p:nvPr>
        </p:nvGraphicFramePr>
        <p:xfrm>
          <a:off x="1882913" y="3065300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57409367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5911980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63231782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03951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Grundstof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Grundstofnavn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Ionnavn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287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Chlor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Cl</a:t>
                      </a:r>
                      <a:r>
                        <a:rPr lang="da-DK" baseline="30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Chlorid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945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 err="1"/>
                        <a:t>Br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Brom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Br</a:t>
                      </a:r>
                      <a:r>
                        <a:rPr lang="da-DK" baseline="30000" dirty="0" err="1"/>
                        <a:t>-</a:t>
                      </a:r>
                      <a:endParaRPr lang="da-DK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Bromid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023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Selen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Se</a:t>
                      </a:r>
                      <a:r>
                        <a:rPr lang="da-DK" baseline="30000" dirty="0"/>
                        <a:t>2-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Selenid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859179"/>
                  </a:ext>
                </a:extLst>
              </a:tr>
            </a:tbl>
          </a:graphicData>
        </a:graphic>
      </p:graphicFrame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976A12CC-8583-EA34-D950-DB85D974B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4892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C11061-DEDF-BCC5-3A92-2018350DF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Navngivning, </a:t>
            </a:r>
            <a:r>
              <a:rPr lang="da-DK" dirty="0" err="1"/>
              <a:t>enatomige</a:t>
            </a:r>
            <a:r>
              <a:rPr lang="da-DK" dirty="0"/>
              <a:t> negative ioner 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DBF4570-3E59-6AFB-E895-29B7B58AC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Der er dog en række sammentrækninger – og en undtagelse</a:t>
            </a:r>
          </a:p>
        </p:txBody>
      </p:sp>
      <p:graphicFrame>
        <p:nvGraphicFramePr>
          <p:cNvPr id="4" name="Tabel 4">
            <a:extLst>
              <a:ext uri="{FF2B5EF4-FFF2-40B4-BE49-F238E27FC236}">
                <a16:creationId xmlns:a16="http://schemas.microsoft.com/office/drawing/2014/main" id="{4E6FC6EE-02CD-1B73-E5A1-4125447C9C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903857"/>
              </p:ext>
            </p:extLst>
          </p:nvPr>
        </p:nvGraphicFramePr>
        <p:xfrm>
          <a:off x="1366078" y="3065301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6452">
                  <a:extLst>
                    <a:ext uri="{9D8B030D-6E8A-4147-A177-3AD203B41FA5}">
                      <a16:colId xmlns:a16="http://schemas.microsoft.com/office/drawing/2014/main" val="2427652309"/>
                    </a:ext>
                  </a:extLst>
                </a:gridCol>
                <a:gridCol w="1948070">
                  <a:extLst>
                    <a:ext uri="{9D8B030D-6E8A-4147-A177-3AD203B41FA5}">
                      <a16:colId xmlns:a16="http://schemas.microsoft.com/office/drawing/2014/main" val="728105805"/>
                    </a:ext>
                  </a:extLst>
                </a:gridCol>
                <a:gridCol w="1510748">
                  <a:extLst>
                    <a:ext uri="{9D8B030D-6E8A-4147-A177-3AD203B41FA5}">
                      <a16:colId xmlns:a16="http://schemas.microsoft.com/office/drawing/2014/main" val="3290712183"/>
                    </a:ext>
                  </a:extLst>
                </a:gridCol>
                <a:gridCol w="3182730">
                  <a:extLst>
                    <a:ext uri="{9D8B030D-6E8A-4147-A177-3AD203B41FA5}">
                      <a16:colId xmlns:a16="http://schemas.microsoft.com/office/drawing/2014/main" val="17411908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Grundstof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Grundstofnavn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Ionnavn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609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Nitrogen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N</a:t>
                      </a:r>
                      <a:r>
                        <a:rPr lang="da-DK" baseline="30000" dirty="0"/>
                        <a:t>3-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trike="sngStrike" dirty="0" err="1"/>
                        <a:t>Nitr</a:t>
                      </a:r>
                      <a:r>
                        <a:rPr lang="da-DK" strike="sngStrike" dirty="0" err="1">
                          <a:solidFill>
                            <a:srgbClr val="FF0000"/>
                          </a:solidFill>
                        </a:rPr>
                        <a:t>ogen</a:t>
                      </a:r>
                      <a:r>
                        <a:rPr lang="da-DK" strike="sngStrike" dirty="0" err="1"/>
                        <a:t>id</a:t>
                      </a:r>
                      <a:r>
                        <a:rPr lang="da-DK" dirty="0"/>
                        <a:t> </a:t>
                      </a:r>
                      <a:r>
                        <a:rPr lang="da-DK" dirty="0" err="1"/>
                        <a:t>nitrid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06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Oxygen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O</a:t>
                      </a:r>
                      <a:r>
                        <a:rPr lang="da-DK" baseline="30000" dirty="0"/>
                        <a:t>2-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trike="sngStrike" dirty="0" err="1"/>
                        <a:t>Ox</a:t>
                      </a:r>
                      <a:r>
                        <a:rPr lang="da-DK" strike="sngStrike" dirty="0" err="1">
                          <a:solidFill>
                            <a:srgbClr val="FF0000"/>
                          </a:solidFill>
                        </a:rPr>
                        <a:t>ygen</a:t>
                      </a:r>
                      <a:r>
                        <a:rPr lang="da-DK" strike="sngStrike" dirty="0" err="1"/>
                        <a:t>id</a:t>
                      </a:r>
                      <a:r>
                        <a:rPr lang="da-DK" dirty="0"/>
                        <a:t> oxid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67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Phosphor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</a:t>
                      </a:r>
                      <a:r>
                        <a:rPr lang="da-DK" baseline="30000" dirty="0"/>
                        <a:t>3-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trike="sngStrike" dirty="0" err="1"/>
                        <a:t>Phos</a:t>
                      </a:r>
                      <a:r>
                        <a:rPr lang="da-DK" strike="sngStrike" dirty="0" err="1">
                          <a:solidFill>
                            <a:srgbClr val="FF0000"/>
                          </a:solidFill>
                        </a:rPr>
                        <a:t>phor</a:t>
                      </a:r>
                      <a:r>
                        <a:rPr lang="da-DK" strike="sngStrike" dirty="0" err="1"/>
                        <a:t>id</a:t>
                      </a:r>
                      <a:r>
                        <a:rPr lang="da-DK" dirty="0"/>
                        <a:t> </a:t>
                      </a:r>
                      <a:r>
                        <a:rPr lang="da-DK" dirty="0" err="1"/>
                        <a:t>phosphid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457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Svovl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</a:t>
                      </a:r>
                      <a:r>
                        <a:rPr lang="da-DK" baseline="30000" dirty="0"/>
                        <a:t>2-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trike="sngStrike" dirty="0" err="1"/>
                        <a:t>Svovlid</a:t>
                      </a:r>
                      <a:r>
                        <a:rPr lang="da-DK" dirty="0"/>
                        <a:t> sulfid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248811"/>
                  </a:ext>
                </a:extLst>
              </a:tr>
            </a:tbl>
          </a:graphicData>
        </a:graphic>
      </p:graphicFrame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E6384EAC-DBC6-2536-180B-1DB9354DA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1160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20513F-252C-5FDE-0AF8-E018DBAF0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/>
              <a:t>Navngivning af ioner med forskellige ladninger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EF1354C-0993-639C-9ABD-CB1F14B76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Som tidligere nævnt, så kan en række atomer danne flere forskellige ioner</a:t>
            </a:r>
          </a:p>
          <a:p>
            <a:r>
              <a:rPr lang="da-DK" dirty="0"/>
              <a:t>Fx jern, Fe</a:t>
            </a:r>
            <a:r>
              <a:rPr lang="da-DK" baseline="30000" dirty="0"/>
              <a:t>2+</a:t>
            </a:r>
            <a:r>
              <a:rPr lang="da-DK" dirty="0"/>
              <a:t> og Fe</a:t>
            </a:r>
            <a:r>
              <a:rPr lang="da-DK" baseline="30000" dirty="0"/>
              <a:t>3+</a:t>
            </a:r>
          </a:p>
          <a:p>
            <a:r>
              <a:rPr lang="da-DK" dirty="0"/>
              <a:t>Det er derfor ikke tilstrækkeligt at sige ”</a:t>
            </a:r>
            <a:r>
              <a:rPr lang="da-DK" dirty="0" err="1"/>
              <a:t>jernion</a:t>
            </a:r>
            <a:r>
              <a:rPr lang="da-DK" dirty="0"/>
              <a:t>”</a:t>
            </a:r>
          </a:p>
          <a:p>
            <a:r>
              <a:rPr lang="da-DK" dirty="0"/>
              <a:t>Man skriver ionens ladning i parentes efter ionen</a:t>
            </a:r>
          </a:p>
          <a:p>
            <a:r>
              <a:rPr lang="da-DK" dirty="0"/>
              <a:t>Fe</a:t>
            </a:r>
            <a:r>
              <a:rPr lang="da-DK" baseline="30000" dirty="0"/>
              <a:t>2+</a:t>
            </a:r>
            <a:r>
              <a:rPr lang="da-DK" dirty="0"/>
              <a:t>, jern(2+) (udtales ”jern to”</a:t>
            </a:r>
          </a:p>
          <a:p>
            <a:r>
              <a:rPr lang="da-DK" dirty="0"/>
              <a:t>Fe</a:t>
            </a:r>
            <a:r>
              <a:rPr lang="da-DK" baseline="30000" dirty="0"/>
              <a:t>3+</a:t>
            </a:r>
            <a:r>
              <a:rPr lang="da-DK" dirty="0"/>
              <a:t>, jern(3+) (udtales ”jern tre”</a:t>
            </a:r>
          </a:p>
          <a:p>
            <a:r>
              <a:rPr lang="da-DK" dirty="0"/>
              <a:t>Med lidt ældre notation bruger man romertal</a:t>
            </a:r>
          </a:p>
          <a:p>
            <a:r>
              <a:rPr lang="da-DK" dirty="0"/>
              <a:t>Jern(II) og jern(III)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C9DA7012-4D28-0CAC-57DD-1F7EC96B7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2860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BD3AE5-4D40-C46E-12B9-BF0A9CAD9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Navngivning af ioner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D9D1C3E-783A-5AAF-B9C9-A60433CB3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Flere eksempler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A700437-8E33-6343-1F7F-C7914645C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34</a:t>
            </a:fld>
            <a:endParaRPr lang="en-US"/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E4CD55A9-BFB4-7767-CBF8-7EB4506DDA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983202"/>
              </p:ext>
            </p:extLst>
          </p:nvPr>
        </p:nvGraphicFramePr>
        <p:xfrm>
          <a:off x="1036320" y="2589106"/>
          <a:ext cx="8128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71850882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655899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484705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167333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Navn (moderne)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Navn (ældre)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Udtale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146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Fe</a:t>
                      </a:r>
                      <a:r>
                        <a:rPr lang="da-DK" baseline="30000" dirty="0"/>
                        <a:t>2+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Jern(2+)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Jern(II)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Jern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887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Fe</a:t>
                      </a:r>
                      <a:r>
                        <a:rPr lang="da-DK" baseline="30000" dirty="0"/>
                        <a:t>3+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Jern(3+)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Jern(III)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Jern tre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533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Cu</a:t>
                      </a:r>
                      <a:r>
                        <a:rPr lang="da-DK" baseline="300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Kobber(1+)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Kobber(I)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Kobber 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6039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Cu</a:t>
                      </a:r>
                      <a:r>
                        <a:rPr lang="da-DK" baseline="30000" dirty="0"/>
                        <a:t>2+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Kobber(2+)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Kobber(II)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Kobber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220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Ag</a:t>
                      </a:r>
                      <a:r>
                        <a:rPr lang="da-DK" baseline="300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Sølv(1+)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Sølv(I)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Sølv 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55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Ag</a:t>
                      </a:r>
                      <a:r>
                        <a:rPr lang="da-DK" baseline="30000" dirty="0"/>
                        <a:t>2+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Sølv(2+)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Sølv(II)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Sølv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2079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Pb</a:t>
                      </a:r>
                      <a:r>
                        <a:rPr lang="da-DK" baseline="30000" dirty="0"/>
                        <a:t>2+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Bly(2+)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Bly(II)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Bly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965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Pb</a:t>
                      </a:r>
                      <a:r>
                        <a:rPr lang="da-DK" baseline="30000" dirty="0"/>
                        <a:t>4+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Bly(4+)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Bly(IV)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Bly fire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897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11742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62DE51-24D4-A063-5E83-1FBE7ADDD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Navngivning, </a:t>
            </a:r>
            <a:r>
              <a:rPr lang="da-DK" dirty="0" err="1"/>
              <a:t>fleratomige</a:t>
            </a:r>
            <a:r>
              <a:rPr lang="da-DK" dirty="0"/>
              <a:t> ioner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7250602-8237-FC31-74F3-A60063489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Fleratomige</a:t>
            </a:r>
            <a:r>
              <a:rPr lang="da-DK" dirty="0"/>
              <a:t> ioner (både positive og negative) har navne der ikke er så systematiske</a:t>
            </a:r>
          </a:p>
          <a:p>
            <a:r>
              <a:rPr lang="da-DK" dirty="0"/>
              <a:t>Man må lære dem udenad eller slå dem op i en tabel</a:t>
            </a:r>
          </a:p>
          <a:p>
            <a:r>
              <a:rPr lang="da-DK" dirty="0"/>
              <a:t>I appendiks A i bogen (websitet) er der en tabel over nogle af de mest hyppige ioner</a:t>
            </a:r>
          </a:p>
          <a:p>
            <a:r>
              <a:rPr lang="da-DK" dirty="0"/>
              <a:t>Her er nogle få eksempler:</a:t>
            </a:r>
          </a:p>
          <a:p>
            <a:endParaRPr lang="da-DK" dirty="0"/>
          </a:p>
        </p:txBody>
      </p:sp>
      <p:graphicFrame>
        <p:nvGraphicFramePr>
          <p:cNvPr id="4" name="Tabel 4">
            <a:extLst>
              <a:ext uri="{FF2B5EF4-FFF2-40B4-BE49-F238E27FC236}">
                <a16:creationId xmlns:a16="http://schemas.microsoft.com/office/drawing/2014/main" id="{049BDE09-A45D-8B4C-5CB6-22BFF0CEC2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915968"/>
              </p:ext>
            </p:extLst>
          </p:nvPr>
        </p:nvGraphicFramePr>
        <p:xfrm>
          <a:off x="2220843" y="3900188"/>
          <a:ext cx="8128000" cy="26580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08938281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944580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977783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39304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Ionnavn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Ionnavn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134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NH</a:t>
                      </a:r>
                      <a:r>
                        <a:rPr lang="da-DK" baseline="-25000" dirty="0"/>
                        <a:t>4</a:t>
                      </a:r>
                      <a:r>
                        <a:rPr lang="da-DK" baseline="300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Ammonium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IO</a:t>
                      </a:r>
                      <a:r>
                        <a:rPr lang="da-DK" baseline="-25000" dirty="0"/>
                        <a:t>3</a:t>
                      </a:r>
                      <a:r>
                        <a:rPr lang="da-DK" baseline="30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Iodat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24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NO</a:t>
                      </a:r>
                      <a:r>
                        <a:rPr lang="da-DK" baseline="-25000" dirty="0"/>
                        <a:t>2</a:t>
                      </a:r>
                      <a:r>
                        <a:rPr lang="da-DK" baseline="30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Nitrit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PO</a:t>
                      </a:r>
                      <a:r>
                        <a:rPr lang="da-DK" baseline="-25000" dirty="0"/>
                        <a:t>4</a:t>
                      </a:r>
                      <a:r>
                        <a:rPr lang="da-DK" baseline="30000" dirty="0"/>
                        <a:t>3-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Phosphat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658404"/>
                  </a:ext>
                </a:extLst>
              </a:tr>
              <a:tr h="433052">
                <a:tc>
                  <a:txBody>
                    <a:bodyPr/>
                    <a:lstStyle/>
                    <a:p>
                      <a:r>
                        <a:rPr lang="da-DK" dirty="0"/>
                        <a:t>NO</a:t>
                      </a:r>
                      <a:r>
                        <a:rPr lang="da-DK" baseline="-25000" dirty="0"/>
                        <a:t>3</a:t>
                      </a:r>
                      <a:r>
                        <a:rPr lang="da-DK" baseline="30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Nitrat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MnO</a:t>
                      </a:r>
                      <a:r>
                        <a:rPr lang="da-DK" baseline="-25000" dirty="0"/>
                        <a:t>4</a:t>
                      </a:r>
                      <a:r>
                        <a:rPr lang="da-DK" baseline="30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Permanganat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725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SO</a:t>
                      </a:r>
                      <a:r>
                        <a:rPr lang="da-DK" baseline="-25000" dirty="0"/>
                        <a:t>3</a:t>
                      </a:r>
                      <a:r>
                        <a:rPr lang="da-DK" baseline="30000" dirty="0"/>
                        <a:t>2-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Sulfit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I</a:t>
                      </a:r>
                      <a:r>
                        <a:rPr lang="da-DK" baseline="-25000" dirty="0"/>
                        <a:t>3</a:t>
                      </a:r>
                      <a:r>
                        <a:rPr lang="da-DK" baseline="30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Triiodid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008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SO</a:t>
                      </a:r>
                      <a:r>
                        <a:rPr lang="da-DK" baseline="-25000" dirty="0"/>
                        <a:t>4</a:t>
                      </a:r>
                      <a:r>
                        <a:rPr lang="da-DK" baseline="30000" dirty="0"/>
                        <a:t>2-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Sulfat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ClO</a:t>
                      </a:r>
                      <a:r>
                        <a:rPr lang="da-DK" baseline="-25000" dirty="0"/>
                        <a:t>3</a:t>
                      </a:r>
                      <a:r>
                        <a:rPr lang="da-DK" baseline="30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Chlorat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378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CO</a:t>
                      </a:r>
                      <a:r>
                        <a:rPr lang="da-DK" baseline="-25000" dirty="0"/>
                        <a:t>3</a:t>
                      </a:r>
                      <a:r>
                        <a:rPr lang="da-DK" baseline="30000" dirty="0"/>
                        <a:t>2-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Carbonat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C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O</a:t>
                      </a:r>
                      <a:r>
                        <a:rPr lang="da-DK" baseline="-25000" dirty="0"/>
                        <a:t>4</a:t>
                      </a:r>
                      <a:r>
                        <a:rPr lang="da-DK" baseline="30000" dirty="0"/>
                        <a:t>2-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Oxalat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280327"/>
                  </a:ext>
                </a:extLst>
              </a:tr>
            </a:tbl>
          </a:graphicData>
        </a:graphic>
      </p:graphicFrame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BC65F6C7-B379-2683-914D-B1E2DE8F6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0138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A0CF56-1305-131A-13D6-6850C3EFD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Navngivning, </a:t>
            </a:r>
            <a:r>
              <a:rPr lang="da-DK" dirty="0" err="1"/>
              <a:t>fleratomige</a:t>
            </a:r>
            <a:r>
              <a:rPr lang="da-DK" dirty="0"/>
              <a:t> ioner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734807F-45A1-2A02-B57A-AFF0D014B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Ammonium (NH</a:t>
            </a:r>
            <a:r>
              <a:rPr lang="da-DK" baseline="-25000" dirty="0"/>
              <a:t>4</a:t>
            </a:r>
            <a:r>
              <a:rPr lang="da-DK" baseline="30000" dirty="0"/>
              <a:t>+</a:t>
            </a:r>
            <a:r>
              <a:rPr lang="da-DK" dirty="0"/>
              <a:t>) er praktisk talt den eneste positive </a:t>
            </a:r>
            <a:r>
              <a:rPr lang="da-DK" dirty="0" err="1"/>
              <a:t>fleratomige</a:t>
            </a:r>
            <a:r>
              <a:rPr lang="da-DK" dirty="0"/>
              <a:t> ion vi vil anvende på C-niveau</a:t>
            </a:r>
          </a:p>
          <a:p>
            <a:r>
              <a:rPr lang="da-DK" dirty="0"/>
              <a:t>Mange negative </a:t>
            </a:r>
            <a:r>
              <a:rPr lang="da-DK" dirty="0" err="1"/>
              <a:t>fleratomige</a:t>
            </a:r>
            <a:r>
              <a:rPr lang="da-DK" dirty="0"/>
              <a:t> ioner (men desværre ikke alle …) ender på –at eller –it (nitrit, nitrat, sulfit, sulfat)</a:t>
            </a:r>
          </a:p>
          <a:p>
            <a:r>
              <a:rPr lang="da-DK" dirty="0"/>
              <a:t>Hvis en ions navn ender på –at eller –it, så ER det en negativ </a:t>
            </a:r>
            <a:r>
              <a:rPr lang="da-DK" dirty="0" err="1"/>
              <a:t>fleratomig</a:t>
            </a:r>
            <a:r>
              <a:rPr lang="da-DK" dirty="0"/>
              <a:t> ion</a:t>
            </a:r>
          </a:p>
          <a:p>
            <a:r>
              <a:rPr lang="da-DK" dirty="0"/>
              <a:t>Desværre kan man ikke altid gå den anden vej, da nogle negative </a:t>
            </a:r>
            <a:r>
              <a:rPr lang="da-DK" dirty="0" err="1"/>
              <a:t>fleratomige</a:t>
            </a:r>
            <a:r>
              <a:rPr lang="da-DK" dirty="0"/>
              <a:t> ioners navne ender på –id (ligesom de </a:t>
            </a:r>
            <a:r>
              <a:rPr lang="da-DK" dirty="0" err="1"/>
              <a:t>enatomige</a:t>
            </a:r>
            <a:r>
              <a:rPr lang="da-DK" dirty="0"/>
              <a:t> negative ioner)</a:t>
            </a:r>
          </a:p>
          <a:p>
            <a:r>
              <a:rPr lang="da-DK" dirty="0" err="1"/>
              <a:t>Argh</a:t>
            </a:r>
            <a:r>
              <a:rPr lang="da-DK" dirty="0"/>
              <a:t>!!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8ACDB15-5D94-8D83-65C8-37ED95D36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581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D190F3-8C48-3BB1-A923-708AE63EB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Huskeregler for navngivning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4CA64B2-F6BA-860A-8623-B6BE6D1F6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Enatomige</a:t>
            </a:r>
            <a:r>
              <a:rPr lang="da-DK" dirty="0"/>
              <a:t> ioner navne finder vi i det periodiske system</a:t>
            </a:r>
          </a:p>
          <a:p>
            <a:r>
              <a:rPr lang="da-DK" dirty="0"/>
              <a:t>De negative </a:t>
            </a:r>
            <a:r>
              <a:rPr lang="da-DK" dirty="0" err="1"/>
              <a:t>enatomige</a:t>
            </a:r>
            <a:r>
              <a:rPr lang="da-DK" dirty="0"/>
              <a:t> ioners navne har endelsen -id</a:t>
            </a:r>
          </a:p>
          <a:p>
            <a:r>
              <a:rPr lang="da-DK" dirty="0"/>
              <a:t>De </a:t>
            </a:r>
            <a:r>
              <a:rPr lang="da-DK" dirty="0" err="1"/>
              <a:t>fleratomige</a:t>
            </a:r>
            <a:r>
              <a:rPr lang="da-DK" dirty="0"/>
              <a:t> ioners navne slår vi op i appendiks A</a:t>
            </a:r>
          </a:p>
          <a:p>
            <a:r>
              <a:rPr lang="da-DK" dirty="0"/>
              <a:t>De negative </a:t>
            </a:r>
            <a:r>
              <a:rPr lang="da-DK" dirty="0" err="1"/>
              <a:t>fleratomige</a:t>
            </a:r>
            <a:r>
              <a:rPr lang="da-DK" dirty="0"/>
              <a:t> ioners navne </a:t>
            </a:r>
            <a:r>
              <a:rPr lang="da-DK"/>
              <a:t>ender ofte </a:t>
            </a:r>
            <a:r>
              <a:rPr lang="da-DK" dirty="0"/>
              <a:t>(men IKKE altid!) på –at eller -it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E4CEF71-A4FA-80FB-474A-36FC14B61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4242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10C978-51B5-420C-9A05-C8F194EAC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" y="-597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D34D1C-4E49-4D32-96F1-E49CEBBF8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903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C059FBD-C634-BE85-07BF-E9E81CE47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81337"/>
            <a:ext cx="5836754" cy="2711736"/>
          </a:xfrm>
        </p:spPr>
        <p:txBody>
          <a:bodyPr>
            <a:normAutofit/>
          </a:bodyPr>
          <a:lstStyle/>
          <a:p>
            <a:r>
              <a:rPr lang="da-DK" dirty="0"/>
              <a:t>Opgaver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AF11A4D-2EB7-59AC-DFFB-D84D6016B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3429000"/>
            <a:ext cx="5836754" cy="2601285"/>
          </a:xfrm>
        </p:spPr>
        <p:txBody>
          <a:bodyPr>
            <a:normAutofit/>
          </a:bodyPr>
          <a:lstStyle/>
          <a:p>
            <a:r>
              <a:rPr lang="da-DK" dirty="0"/>
              <a:t>Opgaver 10-13</a:t>
            </a:r>
          </a:p>
          <a:p>
            <a:r>
              <a:rPr lang="da-DK" dirty="0"/>
              <a:t>30 min.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3E72256-336B-4C56-A208-D12E28599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3816" y="-6437"/>
            <a:ext cx="4133553" cy="6864437"/>
            <a:chOff x="7433816" y="-6437"/>
            <a:chExt cx="4133553" cy="686443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D1A7D90-D071-42CE-8999-521FE5EB0C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434228" y="3435437"/>
              <a:ext cx="55597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8BA3207-8B24-423E-876F-EED4F64FC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7990199" y="840583"/>
              <a:ext cx="3021199" cy="5189709"/>
            </a:xfrm>
            <a:custGeom>
              <a:avLst/>
              <a:gdLst>
                <a:gd name="connsiteX0" fmla="*/ 1700213 w 3400426"/>
                <a:gd name="connsiteY0" fmla="*/ 5841130 h 5841130"/>
                <a:gd name="connsiteX1" fmla="*/ 0 w 3400426"/>
                <a:gd name="connsiteY1" fmla="*/ 4140917 h 5841130"/>
                <a:gd name="connsiteX2" fmla="*/ 0 w 3400426"/>
                <a:gd name="connsiteY2" fmla="*/ 3536080 h 5841130"/>
                <a:gd name="connsiteX3" fmla="*/ 0 w 3400426"/>
                <a:gd name="connsiteY3" fmla="*/ 3536080 h 5841130"/>
                <a:gd name="connsiteX4" fmla="*/ 0 w 3400426"/>
                <a:gd name="connsiteY4" fmla="*/ 1700213 h 5841130"/>
                <a:gd name="connsiteX5" fmla="*/ 1700213 w 3400426"/>
                <a:gd name="connsiteY5" fmla="*/ 0 h 5841130"/>
                <a:gd name="connsiteX6" fmla="*/ 3400426 w 3400426"/>
                <a:gd name="connsiteY6" fmla="*/ 1700213 h 5841130"/>
                <a:gd name="connsiteX7" fmla="*/ 3400426 w 3400426"/>
                <a:gd name="connsiteY7" fmla="*/ 2305050 h 5841130"/>
                <a:gd name="connsiteX8" fmla="*/ 3400426 w 3400426"/>
                <a:gd name="connsiteY8" fmla="*/ 2305050 h 5841130"/>
                <a:gd name="connsiteX9" fmla="*/ 3400426 w 3400426"/>
                <a:gd name="connsiteY9" fmla="*/ 4140917 h 5841130"/>
                <a:gd name="connsiteX10" fmla="*/ 1700213 w 3400426"/>
                <a:gd name="connsiteY10" fmla="*/ 5841130 h 5841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00426" h="5841130">
                  <a:moveTo>
                    <a:pt x="1700213" y="5841130"/>
                  </a:moveTo>
                  <a:cubicBezTo>
                    <a:pt x="761211" y="5841130"/>
                    <a:pt x="0" y="5079919"/>
                    <a:pt x="0" y="4140917"/>
                  </a:cubicBezTo>
                  <a:lnTo>
                    <a:pt x="0" y="3536080"/>
                  </a:lnTo>
                  <a:lnTo>
                    <a:pt x="0" y="3536080"/>
                  </a:lnTo>
                  <a:lnTo>
                    <a:pt x="0" y="1700213"/>
                  </a:lnTo>
                  <a:cubicBezTo>
                    <a:pt x="0" y="761211"/>
                    <a:pt x="761211" y="0"/>
                    <a:pt x="1700213" y="0"/>
                  </a:cubicBezTo>
                  <a:cubicBezTo>
                    <a:pt x="2639215" y="0"/>
                    <a:pt x="3400426" y="761211"/>
                    <a:pt x="3400426" y="1700213"/>
                  </a:cubicBezTo>
                  <a:lnTo>
                    <a:pt x="3400426" y="2305050"/>
                  </a:lnTo>
                  <a:lnTo>
                    <a:pt x="3400426" y="2305050"/>
                  </a:lnTo>
                  <a:lnTo>
                    <a:pt x="3400426" y="4140917"/>
                  </a:lnTo>
                  <a:cubicBezTo>
                    <a:pt x="3400426" y="5079919"/>
                    <a:pt x="2639215" y="5841130"/>
                    <a:pt x="1700213" y="5841130"/>
                  </a:cubicBezTo>
                  <a:close/>
                </a:path>
              </a:pathLst>
            </a:cu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36E21C5-DC18-4475-9613-1AF97FC0C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98849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8498F04-5415-4A8B-A069-CF07486EC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11398" y="3435437"/>
              <a:ext cx="55597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Graphic 8">
              <a:extLst>
                <a:ext uri="{FF2B5EF4-FFF2-40B4-BE49-F238E27FC236}">
                  <a16:creationId xmlns:a16="http://schemas.microsoft.com/office/drawing/2014/main" id="{7536A5CA-5F9D-44C7-87C6-A12CF740D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3982" y="0"/>
              <a:ext cx="3021199" cy="1510599"/>
            </a:xfrm>
            <a:custGeom>
              <a:avLst/>
              <a:gdLst>
                <a:gd name="connsiteX0" fmla="*/ 4467225 w 4467225"/>
                <a:gd name="connsiteY0" fmla="*/ 0 h 2233612"/>
                <a:gd name="connsiteX1" fmla="*/ 2233613 w 4467225"/>
                <a:gd name="connsiteY1" fmla="*/ 2233613 h 2233612"/>
                <a:gd name="connsiteX2" fmla="*/ 0 w 4467225"/>
                <a:gd name="connsiteY2" fmla="*/ 0 h 2233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67225" h="2233612">
                  <a:moveTo>
                    <a:pt x="4467225" y="0"/>
                  </a:moveTo>
                  <a:cubicBezTo>
                    <a:pt x="4467225" y="1233583"/>
                    <a:pt x="3467195" y="2233613"/>
                    <a:pt x="2233613" y="2233613"/>
                  </a:cubicBezTo>
                  <a:cubicBezTo>
                    <a:pt x="1000030" y="2233613"/>
                    <a:pt x="0" y="1233583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Graphic 8">
              <a:extLst>
                <a:ext uri="{FF2B5EF4-FFF2-40B4-BE49-F238E27FC236}">
                  <a16:creationId xmlns:a16="http://schemas.microsoft.com/office/drawing/2014/main" id="{BE6FB307-61DF-42E4-ACB8-4E47813A81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7985885" y="5347397"/>
              <a:ext cx="3021199" cy="1510599"/>
            </a:xfrm>
            <a:custGeom>
              <a:avLst/>
              <a:gdLst>
                <a:gd name="connsiteX0" fmla="*/ 4467225 w 4467225"/>
                <a:gd name="connsiteY0" fmla="*/ 0 h 2233612"/>
                <a:gd name="connsiteX1" fmla="*/ 2233613 w 4467225"/>
                <a:gd name="connsiteY1" fmla="*/ 2233613 h 2233612"/>
                <a:gd name="connsiteX2" fmla="*/ 0 w 4467225"/>
                <a:gd name="connsiteY2" fmla="*/ 0 h 2233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67225" h="2233612">
                  <a:moveTo>
                    <a:pt x="4467225" y="0"/>
                  </a:moveTo>
                  <a:cubicBezTo>
                    <a:pt x="4467225" y="1233583"/>
                    <a:pt x="3467195" y="2233613"/>
                    <a:pt x="2233613" y="2233613"/>
                  </a:cubicBezTo>
                  <a:cubicBezTo>
                    <a:pt x="1000030" y="2233613"/>
                    <a:pt x="0" y="1233583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7C9104A-0B2E-42A7-8F27-CCEFDBA90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433816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7C0EC34-7095-4362-AA58-F572131373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C19E597-F67B-455A-9D77-8B564DC5DB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434228" y="581337"/>
              <a:ext cx="4133088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CFF4279-F451-4DED-87EB-1899D7E4EB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434228" y="6276734"/>
              <a:ext cx="4133088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438773A-E82E-9373-2A08-B72599D36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3467" y="3246434"/>
            <a:ext cx="62853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3BAE12-D270-459D-897B-6833652BB167}" type="slidenum">
              <a:rPr lang="en-US" smtClean="0"/>
              <a:pPr>
                <a:spcAft>
                  <a:spcPts val="600"/>
                </a:spcAft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144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1E5525-D8E0-DBF2-3822-442CA75B9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Navngivning af ionforbindelser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1D7C4BE-8B43-3BCB-1B5C-3471042CA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Når man kan navngive ionerne, er det simpelt at navngive ionforbindelser</a:t>
            </a:r>
          </a:p>
          <a:p>
            <a:r>
              <a:rPr lang="da-DK" dirty="0"/>
              <a:t>Ionforbindelses navn = navn på positiv ion + navn på negativ ion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5245894-DFAB-A926-456B-B097BD56E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39</a:t>
            </a:fld>
            <a:endParaRPr lang="en-US"/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E862EB60-7636-4B99-DC5F-C59A42A4E3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684519"/>
              </p:ext>
            </p:extLst>
          </p:nvPr>
        </p:nvGraphicFramePr>
        <p:xfrm>
          <a:off x="1280160" y="3383590"/>
          <a:ext cx="8127999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1120">
                  <a:extLst>
                    <a:ext uri="{9D8B030D-6E8A-4147-A177-3AD203B41FA5}">
                      <a16:colId xmlns:a16="http://schemas.microsoft.com/office/drawing/2014/main" val="3777880796"/>
                    </a:ext>
                  </a:extLst>
                </a:gridCol>
                <a:gridCol w="2807546">
                  <a:extLst>
                    <a:ext uri="{9D8B030D-6E8A-4147-A177-3AD203B41FA5}">
                      <a16:colId xmlns:a16="http://schemas.microsoft.com/office/drawing/2014/main" val="371273282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5908364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Positiv 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Negativ 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Ionforbindelse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9424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Na</a:t>
                      </a:r>
                      <a:r>
                        <a:rPr lang="da-DK" baseline="30000" dirty="0"/>
                        <a:t>+</a:t>
                      </a:r>
                    </a:p>
                    <a:p>
                      <a:r>
                        <a:rPr lang="da-DK" dirty="0"/>
                        <a:t>Natrium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Cl</a:t>
                      </a:r>
                      <a:r>
                        <a:rPr lang="da-DK" baseline="30000" dirty="0"/>
                        <a:t>-</a:t>
                      </a:r>
                    </a:p>
                    <a:p>
                      <a:r>
                        <a:rPr lang="da-DK" dirty="0" err="1"/>
                        <a:t>Chlorid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NaCl</a:t>
                      </a:r>
                    </a:p>
                    <a:p>
                      <a:r>
                        <a:rPr lang="da-DK" dirty="0" err="1"/>
                        <a:t>Natriumchlorid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797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Mg</a:t>
                      </a:r>
                      <a:r>
                        <a:rPr lang="da-DK" baseline="30000" dirty="0"/>
                        <a:t>2+</a:t>
                      </a:r>
                    </a:p>
                    <a:p>
                      <a:r>
                        <a:rPr lang="da-DK" dirty="0"/>
                        <a:t>Magnesium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Br</a:t>
                      </a:r>
                      <a:r>
                        <a:rPr lang="da-DK" baseline="30000" dirty="0" err="1"/>
                        <a:t>-</a:t>
                      </a:r>
                      <a:endParaRPr lang="da-DK" baseline="30000" dirty="0"/>
                    </a:p>
                    <a:p>
                      <a:r>
                        <a:rPr lang="da-DK" dirty="0"/>
                        <a:t>Bromid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MgBr</a:t>
                      </a:r>
                      <a:r>
                        <a:rPr lang="da-DK" baseline="-25000" dirty="0"/>
                        <a:t>2</a:t>
                      </a:r>
                    </a:p>
                    <a:p>
                      <a:r>
                        <a:rPr lang="da-DK" dirty="0"/>
                        <a:t>Magnesiumbromid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702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Na</a:t>
                      </a:r>
                      <a:r>
                        <a:rPr lang="da-DK" baseline="30000" dirty="0"/>
                        <a:t>+</a:t>
                      </a:r>
                    </a:p>
                    <a:p>
                      <a:r>
                        <a:rPr lang="da-DK" dirty="0"/>
                        <a:t>Natrium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NO</a:t>
                      </a:r>
                      <a:r>
                        <a:rPr lang="da-DK" baseline="-25000" dirty="0"/>
                        <a:t>3</a:t>
                      </a:r>
                      <a:r>
                        <a:rPr lang="da-DK" baseline="30000" dirty="0"/>
                        <a:t>-</a:t>
                      </a:r>
                    </a:p>
                    <a:p>
                      <a:r>
                        <a:rPr lang="da-DK" dirty="0"/>
                        <a:t>Nitrat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NaNO</a:t>
                      </a:r>
                      <a:r>
                        <a:rPr lang="da-DK" baseline="-25000" dirty="0"/>
                        <a:t>3</a:t>
                      </a:r>
                    </a:p>
                    <a:p>
                      <a:r>
                        <a:rPr lang="da-DK" dirty="0" err="1"/>
                        <a:t>natriumnitrat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797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NH</a:t>
                      </a:r>
                      <a:r>
                        <a:rPr lang="da-DK" baseline="-25000" dirty="0"/>
                        <a:t>4</a:t>
                      </a:r>
                      <a:r>
                        <a:rPr lang="da-DK" baseline="30000" dirty="0"/>
                        <a:t>+</a:t>
                      </a:r>
                    </a:p>
                    <a:p>
                      <a:r>
                        <a:rPr lang="da-DK" dirty="0"/>
                        <a:t>Ammonium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SO</a:t>
                      </a:r>
                      <a:r>
                        <a:rPr lang="da-DK" baseline="-25000" dirty="0"/>
                        <a:t>4</a:t>
                      </a:r>
                      <a:r>
                        <a:rPr lang="da-DK" baseline="30000" dirty="0"/>
                        <a:t>2-</a:t>
                      </a:r>
                    </a:p>
                    <a:p>
                      <a:r>
                        <a:rPr lang="da-DK" dirty="0"/>
                        <a:t>Sulfat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(NH</a:t>
                      </a:r>
                      <a:r>
                        <a:rPr lang="da-DK" baseline="-25000" dirty="0"/>
                        <a:t>4</a:t>
                      </a:r>
                      <a:r>
                        <a:rPr lang="da-DK" dirty="0"/>
                        <a:t>)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SO</a:t>
                      </a:r>
                      <a:r>
                        <a:rPr lang="da-DK" baseline="-25000" dirty="0"/>
                        <a:t>4</a:t>
                      </a:r>
                    </a:p>
                    <a:p>
                      <a:r>
                        <a:rPr lang="da-DK" dirty="0"/>
                        <a:t>Ammoniumsulfat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2704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08959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10C978-51B5-420C-9A05-C8F194EAC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" y="-597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D34D1C-4E49-4D32-96F1-E49CEBBF8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903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45C1485-0982-8F7F-DD44-09CE62A93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81337"/>
            <a:ext cx="5836754" cy="2711736"/>
          </a:xfrm>
        </p:spPr>
        <p:txBody>
          <a:bodyPr>
            <a:normAutofit/>
          </a:bodyPr>
          <a:lstStyle/>
          <a:p>
            <a:r>
              <a:rPr lang="da-DK" dirty="0"/>
              <a:t>Opgaver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F18BEDD-A7E6-66B2-5E7C-547F0DFC0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3429000"/>
            <a:ext cx="5836754" cy="2601285"/>
          </a:xfrm>
        </p:spPr>
        <p:txBody>
          <a:bodyPr>
            <a:normAutofit/>
          </a:bodyPr>
          <a:lstStyle/>
          <a:p>
            <a:r>
              <a:rPr lang="da-DK" dirty="0"/>
              <a:t>Opgaver: 14-15 </a:t>
            </a:r>
          </a:p>
          <a:p>
            <a:r>
              <a:rPr lang="da-DK" dirty="0"/>
              <a:t>30 min.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3E72256-336B-4C56-A208-D12E28599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3816" y="-6437"/>
            <a:ext cx="4133553" cy="6864437"/>
            <a:chOff x="7433816" y="-6437"/>
            <a:chExt cx="4133553" cy="686443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D1A7D90-D071-42CE-8999-521FE5EB0C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434228" y="3435437"/>
              <a:ext cx="55597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8BA3207-8B24-423E-876F-EED4F64FC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7990199" y="840583"/>
              <a:ext cx="3021199" cy="5189709"/>
            </a:xfrm>
            <a:custGeom>
              <a:avLst/>
              <a:gdLst>
                <a:gd name="connsiteX0" fmla="*/ 1700213 w 3400426"/>
                <a:gd name="connsiteY0" fmla="*/ 5841130 h 5841130"/>
                <a:gd name="connsiteX1" fmla="*/ 0 w 3400426"/>
                <a:gd name="connsiteY1" fmla="*/ 4140917 h 5841130"/>
                <a:gd name="connsiteX2" fmla="*/ 0 w 3400426"/>
                <a:gd name="connsiteY2" fmla="*/ 3536080 h 5841130"/>
                <a:gd name="connsiteX3" fmla="*/ 0 w 3400426"/>
                <a:gd name="connsiteY3" fmla="*/ 3536080 h 5841130"/>
                <a:gd name="connsiteX4" fmla="*/ 0 w 3400426"/>
                <a:gd name="connsiteY4" fmla="*/ 1700213 h 5841130"/>
                <a:gd name="connsiteX5" fmla="*/ 1700213 w 3400426"/>
                <a:gd name="connsiteY5" fmla="*/ 0 h 5841130"/>
                <a:gd name="connsiteX6" fmla="*/ 3400426 w 3400426"/>
                <a:gd name="connsiteY6" fmla="*/ 1700213 h 5841130"/>
                <a:gd name="connsiteX7" fmla="*/ 3400426 w 3400426"/>
                <a:gd name="connsiteY7" fmla="*/ 2305050 h 5841130"/>
                <a:gd name="connsiteX8" fmla="*/ 3400426 w 3400426"/>
                <a:gd name="connsiteY8" fmla="*/ 2305050 h 5841130"/>
                <a:gd name="connsiteX9" fmla="*/ 3400426 w 3400426"/>
                <a:gd name="connsiteY9" fmla="*/ 4140917 h 5841130"/>
                <a:gd name="connsiteX10" fmla="*/ 1700213 w 3400426"/>
                <a:gd name="connsiteY10" fmla="*/ 5841130 h 5841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00426" h="5841130">
                  <a:moveTo>
                    <a:pt x="1700213" y="5841130"/>
                  </a:moveTo>
                  <a:cubicBezTo>
                    <a:pt x="761211" y="5841130"/>
                    <a:pt x="0" y="5079919"/>
                    <a:pt x="0" y="4140917"/>
                  </a:cubicBezTo>
                  <a:lnTo>
                    <a:pt x="0" y="3536080"/>
                  </a:lnTo>
                  <a:lnTo>
                    <a:pt x="0" y="3536080"/>
                  </a:lnTo>
                  <a:lnTo>
                    <a:pt x="0" y="1700213"/>
                  </a:lnTo>
                  <a:cubicBezTo>
                    <a:pt x="0" y="761211"/>
                    <a:pt x="761211" y="0"/>
                    <a:pt x="1700213" y="0"/>
                  </a:cubicBezTo>
                  <a:cubicBezTo>
                    <a:pt x="2639215" y="0"/>
                    <a:pt x="3400426" y="761211"/>
                    <a:pt x="3400426" y="1700213"/>
                  </a:cubicBezTo>
                  <a:lnTo>
                    <a:pt x="3400426" y="2305050"/>
                  </a:lnTo>
                  <a:lnTo>
                    <a:pt x="3400426" y="2305050"/>
                  </a:lnTo>
                  <a:lnTo>
                    <a:pt x="3400426" y="4140917"/>
                  </a:lnTo>
                  <a:cubicBezTo>
                    <a:pt x="3400426" y="5079919"/>
                    <a:pt x="2639215" y="5841130"/>
                    <a:pt x="1700213" y="5841130"/>
                  </a:cubicBezTo>
                  <a:close/>
                </a:path>
              </a:pathLst>
            </a:cu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36E21C5-DC18-4475-9613-1AF97FC0C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98849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8498F04-5415-4A8B-A069-CF07486EC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11398" y="3435437"/>
              <a:ext cx="55597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Graphic 8">
              <a:extLst>
                <a:ext uri="{FF2B5EF4-FFF2-40B4-BE49-F238E27FC236}">
                  <a16:creationId xmlns:a16="http://schemas.microsoft.com/office/drawing/2014/main" id="{7536A5CA-5F9D-44C7-87C6-A12CF740D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3982" y="0"/>
              <a:ext cx="3021199" cy="1510599"/>
            </a:xfrm>
            <a:custGeom>
              <a:avLst/>
              <a:gdLst>
                <a:gd name="connsiteX0" fmla="*/ 4467225 w 4467225"/>
                <a:gd name="connsiteY0" fmla="*/ 0 h 2233612"/>
                <a:gd name="connsiteX1" fmla="*/ 2233613 w 4467225"/>
                <a:gd name="connsiteY1" fmla="*/ 2233613 h 2233612"/>
                <a:gd name="connsiteX2" fmla="*/ 0 w 4467225"/>
                <a:gd name="connsiteY2" fmla="*/ 0 h 2233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67225" h="2233612">
                  <a:moveTo>
                    <a:pt x="4467225" y="0"/>
                  </a:moveTo>
                  <a:cubicBezTo>
                    <a:pt x="4467225" y="1233583"/>
                    <a:pt x="3467195" y="2233613"/>
                    <a:pt x="2233613" y="2233613"/>
                  </a:cubicBezTo>
                  <a:cubicBezTo>
                    <a:pt x="1000030" y="2233613"/>
                    <a:pt x="0" y="1233583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Graphic 8">
              <a:extLst>
                <a:ext uri="{FF2B5EF4-FFF2-40B4-BE49-F238E27FC236}">
                  <a16:creationId xmlns:a16="http://schemas.microsoft.com/office/drawing/2014/main" id="{BE6FB307-61DF-42E4-ACB8-4E47813A81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7985885" y="5347397"/>
              <a:ext cx="3021199" cy="1510599"/>
            </a:xfrm>
            <a:custGeom>
              <a:avLst/>
              <a:gdLst>
                <a:gd name="connsiteX0" fmla="*/ 4467225 w 4467225"/>
                <a:gd name="connsiteY0" fmla="*/ 0 h 2233612"/>
                <a:gd name="connsiteX1" fmla="*/ 2233613 w 4467225"/>
                <a:gd name="connsiteY1" fmla="*/ 2233613 h 2233612"/>
                <a:gd name="connsiteX2" fmla="*/ 0 w 4467225"/>
                <a:gd name="connsiteY2" fmla="*/ 0 h 2233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67225" h="2233612">
                  <a:moveTo>
                    <a:pt x="4467225" y="0"/>
                  </a:moveTo>
                  <a:cubicBezTo>
                    <a:pt x="4467225" y="1233583"/>
                    <a:pt x="3467195" y="2233613"/>
                    <a:pt x="2233613" y="2233613"/>
                  </a:cubicBezTo>
                  <a:cubicBezTo>
                    <a:pt x="1000030" y="2233613"/>
                    <a:pt x="0" y="1233583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7C9104A-0B2E-42A7-8F27-CCEFDBA90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433816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7C0EC34-7095-4362-AA58-F572131373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C19E597-F67B-455A-9D77-8B564DC5DB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434228" y="581337"/>
              <a:ext cx="4133088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CFF4279-F451-4DED-87EB-1899D7E4EB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434228" y="6276734"/>
              <a:ext cx="4133088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AEF3658-76DD-5268-93E2-1D60DD1F5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3467" y="3246434"/>
            <a:ext cx="62853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3BAE12-D270-459D-897B-6833652BB167}" type="slidenum">
              <a:rPr lang="en-US" smtClean="0"/>
              <a:pPr>
                <a:spcAft>
                  <a:spcPts val="600"/>
                </a:spcAft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612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1727EA-1055-5C39-C701-A303B2EC9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Iongitre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E66B86A-0904-F383-29AB-E568E93B7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408"/>
            <a:ext cx="4942114" cy="3821778"/>
          </a:xfrm>
        </p:spPr>
        <p:txBody>
          <a:bodyPr/>
          <a:lstStyle/>
          <a:p>
            <a:r>
              <a:rPr lang="da-DK" dirty="0"/>
              <a:t>Ionforbindelser er opbygget i gitre</a:t>
            </a:r>
          </a:p>
          <a:p>
            <a:r>
              <a:rPr lang="da-DK" dirty="0"/>
              <a:t>Der sidder skiftevis en positiv og en negativ ion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0924309-8D55-B039-065D-4327FF463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41</a:t>
            </a:fld>
            <a:endParaRPr lang="en-US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5E111F65-45A6-7B23-C9F5-CD0452EC5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244" y="727323"/>
            <a:ext cx="5235061" cy="496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9439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70BE08-DD73-A032-B789-6BFDDB4A2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Smelte- og kogepunkter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3A846F0-9C07-BF07-E10B-C2E4D41ED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Bindingerne mellem ionerne i et iongitter er meget stærke</a:t>
            </a:r>
          </a:p>
          <a:p>
            <a:r>
              <a:rPr lang="da-DK" dirty="0"/>
              <a:t>Derfor er smelte- og kogepunkter høje for ionforbindelser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B29C6A2-524C-1773-AE39-6FBACA58B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42</a:t>
            </a:fld>
            <a:endParaRPr lang="en-US"/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C6BCECA9-81BA-0D8B-0E37-5384BF1CED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370446"/>
              </p:ext>
            </p:extLst>
          </p:nvPr>
        </p:nvGraphicFramePr>
        <p:xfrm>
          <a:off x="1320800" y="3428996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76656468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24144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1637147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Stof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Smeltepunkt (</a:t>
                      </a:r>
                      <a:r>
                        <a:rPr lang="da-DK" dirty="0">
                          <a:latin typeface="Aptos Narrow" panose="020B0004020202020204" pitchFamily="34" charset="0"/>
                        </a:rPr>
                        <a:t>°C</a:t>
                      </a:r>
                      <a:r>
                        <a:rPr lang="da-DK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Kogepunkt (</a:t>
                      </a:r>
                      <a:r>
                        <a:rPr lang="da-DK" dirty="0">
                          <a:latin typeface="Aptos Narrow" panose="020B0004020202020204" pitchFamily="34" charset="0"/>
                        </a:rPr>
                        <a:t>°C</a:t>
                      </a:r>
                      <a:r>
                        <a:rPr lang="da-DK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442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NaCl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801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1465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426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 err="1"/>
                        <a:t>KCl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771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1437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349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MgCl</a:t>
                      </a:r>
                      <a:r>
                        <a:rPr lang="da-DK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714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1412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776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 err="1"/>
                        <a:t>MgO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2825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3600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0262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05932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4BF356-967B-0444-4547-E4CA7D50B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Ionforbindelsers opløsning i vand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F285D57-4B5D-4824-C419-DCBBC376D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Ionforbindelser kaldes også for salte</a:t>
            </a:r>
          </a:p>
          <a:p>
            <a:r>
              <a:rPr lang="da-DK" dirty="0"/>
              <a:t>Ordet ”salt” har altså en meget bredere betydning i kemi end i dagligdagssproget</a:t>
            </a:r>
          </a:p>
          <a:p>
            <a:r>
              <a:rPr lang="da-DK" dirty="0"/>
              <a:t>Når ionforbindelser/salte kommer i vand, går de i opløsning</a:t>
            </a:r>
          </a:p>
          <a:p>
            <a:r>
              <a:rPr lang="da-DK" dirty="0"/>
              <a:t>Vandmolekylerne hiver de positive og negative ioner i iongitteret fra hinanden og ionerne flyder rundt i vandet</a:t>
            </a:r>
          </a:p>
          <a:p>
            <a:r>
              <a:rPr lang="da-DK" dirty="0"/>
              <a:t>Se figur på næste side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08154CED-7B24-3A30-51FE-161FD1B42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989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D69E4A-F3CF-6D91-37EA-C43AA240D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/>
              <a:t>Opløsning af </a:t>
            </a:r>
            <a:br>
              <a:rPr lang="da-DK" dirty="0"/>
            </a:br>
            <a:r>
              <a:rPr lang="da-DK" dirty="0"/>
              <a:t>ionforbindelser</a:t>
            </a: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278A3080-5899-F06B-4A3D-0C77B17CDA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0" y="727322"/>
            <a:ext cx="7324998" cy="4992757"/>
          </a:xfrm>
        </p:spPr>
      </p:pic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4632992F-C0FD-7C98-8A7E-E3FD5DB24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6392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70CE81-6E04-E205-C729-16CB5CA32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Opløsninger af ionforbindelser i vand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004B8D3-6667-0FD5-173D-21667A2DF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Med et reaktionsskema, kan vi skrive det på følgende måde:</a:t>
            </a:r>
          </a:p>
          <a:p>
            <a:r>
              <a:rPr lang="da-DK" dirty="0"/>
              <a:t>NaCl(s) ⟶ Na</a:t>
            </a:r>
            <a:r>
              <a:rPr lang="da-DK" baseline="30000" dirty="0"/>
              <a:t>+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Cl</a:t>
            </a:r>
            <a:r>
              <a:rPr lang="da-DK" baseline="30000" dirty="0"/>
              <a:t>-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</a:t>
            </a:r>
          </a:p>
          <a:p>
            <a:r>
              <a:rPr lang="da-DK" dirty="0"/>
              <a:t>Andre eksempler:</a:t>
            </a:r>
          </a:p>
          <a:p>
            <a:r>
              <a:rPr lang="da-DK" dirty="0"/>
              <a:t>MgBr</a:t>
            </a:r>
            <a:r>
              <a:rPr lang="da-DK" baseline="-25000" dirty="0"/>
              <a:t>2</a:t>
            </a:r>
            <a:r>
              <a:rPr lang="da-DK" dirty="0"/>
              <a:t>(s) ⟶ Mg</a:t>
            </a:r>
            <a:r>
              <a:rPr lang="da-DK" baseline="30000" dirty="0"/>
              <a:t>2+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+ 2Br</a:t>
            </a:r>
            <a:r>
              <a:rPr lang="da-DK" baseline="30000" dirty="0"/>
              <a:t>-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</a:t>
            </a:r>
          </a:p>
          <a:p>
            <a:r>
              <a:rPr lang="da-DK" dirty="0"/>
              <a:t>AlBr</a:t>
            </a:r>
            <a:r>
              <a:rPr lang="da-DK" baseline="-25000" dirty="0"/>
              <a:t>3</a:t>
            </a:r>
            <a:r>
              <a:rPr lang="da-DK" dirty="0"/>
              <a:t>(s) ⟶ Al</a:t>
            </a:r>
            <a:r>
              <a:rPr lang="da-DK" baseline="30000" dirty="0"/>
              <a:t>3+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+ 3Br</a:t>
            </a:r>
            <a:r>
              <a:rPr lang="da-DK" baseline="30000" dirty="0"/>
              <a:t>-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</a:t>
            </a:r>
          </a:p>
          <a:p>
            <a:r>
              <a:rPr lang="da-DK" dirty="0"/>
              <a:t>(NH</a:t>
            </a:r>
            <a:r>
              <a:rPr lang="da-DK" baseline="-25000" dirty="0"/>
              <a:t>4</a:t>
            </a:r>
            <a:r>
              <a:rPr lang="da-DK" dirty="0"/>
              <a:t>)</a:t>
            </a:r>
            <a:r>
              <a:rPr lang="da-DK" baseline="-25000" dirty="0"/>
              <a:t>2</a:t>
            </a:r>
            <a:r>
              <a:rPr lang="da-DK" dirty="0"/>
              <a:t>SO</a:t>
            </a:r>
            <a:r>
              <a:rPr lang="da-DK" baseline="-25000" dirty="0"/>
              <a:t>4</a:t>
            </a:r>
            <a:r>
              <a:rPr lang="da-DK" dirty="0"/>
              <a:t>(s)  ⟶ 2NH</a:t>
            </a:r>
            <a:r>
              <a:rPr lang="da-DK" baseline="-25000" dirty="0"/>
              <a:t>4</a:t>
            </a:r>
            <a:r>
              <a:rPr lang="da-DK" baseline="30000" dirty="0"/>
              <a:t>+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SO</a:t>
            </a:r>
            <a:r>
              <a:rPr lang="da-DK" baseline="-25000" dirty="0"/>
              <a:t>4</a:t>
            </a:r>
            <a:r>
              <a:rPr lang="da-DK" baseline="30000" dirty="0"/>
              <a:t>2-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04A6DBC1-976C-0695-31F6-B384F13AA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8821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FB59EF-1B71-121E-E110-A197880F7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Tungt- og letopløselige salte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B736236-1977-654D-719F-9CCD6B038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Der er en grænse for hvor meget man kan opløse af et salt (ionforbindelse) i vand</a:t>
            </a:r>
          </a:p>
          <a:p>
            <a:r>
              <a:rPr lang="da-DK" dirty="0"/>
              <a:t>Man angiver opløseligheden med det antal gram af saltet man kan opgive pr. 100 </a:t>
            </a:r>
            <a:r>
              <a:rPr lang="da-DK" dirty="0" err="1"/>
              <a:t>mL</a:t>
            </a:r>
            <a:r>
              <a:rPr lang="da-DK" dirty="0"/>
              <a:t> vand</a:t>
            </a:r>
          </a:p>
          <a:p>
            <a:r>
              <a:rPr lang="da-DK" dirty="0"/>
              <a:t>Hvis man kan opløse mindre end 2 g salt pr. 100 </a:t>
            </a:r>
            <a:r>
              <a:rPr lang="da-DK" dirty="0" err="1"/>
              <a:t>mL</a:t>
            </a:r>
            <a:r>
              <a:rPr lang="da-DK" dirty="0"/>
              <a:t> vand, kalder man saltet for tungtopløseligt</a:t>
            </a:r>
          </a:p>
          <a:p>
            <a:r>
              <a:rPr lang="da-DK" dirty="0"/>
              <a:t>Hvis man kan opløse mere end 2 g salt pr. 100 </a:t>
            </a:r>
            <a:r>
              <a:rPr lang="da-DK" dirty="0" err="1"/>
              <a:t>mL</a:t>
            </a:r>
            <a:r>
              <a:rPr lang="da-DK" dirty="0"/>
              <a:t> vand, kalder man saltet for letopløseligt</a:t>
            </a:r>
          </a:p>
        </p:txBody>
      </p:sp>
      <p:sp>
        <p:nvSpPr>
          <p:cNvPr id="4" name="Pil: højre 3">
            <a:extLst>
              <a:ext uri="{FF2B5EF4-FFF2-40B4-BE49-F238E27FC236}">
                <a16:creationId xmlns:a16="http://schemas.microsoft.com/office/drawing/2014/main" id="{9FF76C22-52B2-58C6-67CC-37CF2BF5C432}"/>
              </a:ext>
            </a:extLst>
          </p:cNvPr>
          <p:cNvSpPr/>
          <p:nvPr/>
        </p:nvSpPr>
        <p:spPr>
          <a:xfrm>
            <a:off x="2783398" y="5000210"/>
            <a:ext cx="6798365" cy="5068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Taleboble: rektangel 6">
            <a:extLst>
              <a:ext uri="{FF2B5EF4-FFF2-40B4-BE49-F238E27FC236}">
                <a16:creationId xmlns:a16="http://schemas.microsoft.com/office/drawing/2014/main" id="{F8C8AFCE-86CE-1FD4-F362-C6C6B4F86DD4}"/>
              </a:ext>
            </a:extLst>
          </p:cNvPr>
          <p:cNvSpPr/>
          <p:nvPr/>
        </p:nvSpPr>
        <p:spPr>
          <a:xfrm>
            <a:off x="7265058" y="4041833"/>
            <a:ext cx="1950719" cy="900927"/>
          </a:xfrm>
          <a:prstGeom prst="wedgeRectCallou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Letopløselige</a:t>
            </a:r>
          </a:p>
        </p:txBody>
      </p:sp>
      <p:sp>
        <p:nvSpPr>
          <p:cNvPr id="9" name="Taleboble: rektangel 8">
            <a:extLst>
              <a:ext uri="{FF2B5EF4-FFF2-40B4-BE49-F238E27FC236}">
                <a16:creationId xmlns:a16="http://schemas.microsoft.com/office/drawing/2014/main" id="{D55AB277-D9A6-0DF6-3BCB-D51664F8495B}"/>
              </a:ext>
            </a:extLst>
          </p:cNvPr>
          <p:cNvSpPr/>
          <p:nvPr/>
        </p:nvSpPr>
        <p:spPr>
          <a:xfrm>
            <a:off x="3235957" y="4041834"/>
            <a:ext cx="1950719" cy="900927"/>
          </a:xfrm>
          <a:prstGeom prst="wedgeRectCallou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Tungtopløselige</a:t>
            </a:r>
          </a:p>
        </p:txBody>
      </p:sp>
      <p:sp>
        <p:nvSpPr>
          <p:cNvPr id="10" name="Billedforklaring: bøjet streg 9">
            <a:extLst>
              <a:ext uri="{FF2B5EF4-FFF2-40B4-BE49-F238E27FC236}">
                <a16:creationId xmlns:a16="http://schemas.microsoft.com/office/drawing/2014/main" id="{D4E2C8DD-C081-E5C0-7E4B-EDB16CB355CD}"/>
              </a:ext>
            </a:extLst>
          </p:cNvPr>
          <p:cNvSpPr/>
          <p:nvPr/>
        </p:nvSpPr>
        <p:spPr>
          <a:xfrm>
            <a:off x="6041086" y="6011186"/>
            <a:ext cx="1598711" cy="69087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21324"/>
              <a:gd name="adj6" fmla="val 12286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rgbClr val="002060"/>
                </a:solidFill>
              </a:rPr>
              <a:t>2 g/100 </a:t>
            </a:r>
            <a:r>
              <a:rPr lang="da-DK" dirty="0" err="1">
                <a:solidFill>
                  <a:srgbClr val="002060"/>
                </a:solidFill>
              </a:rPr>
              <a:t>mL</a:t>
            </a:r>
            <a:endParaRPr lang="da-DK" dirty="0">
              <a:solidFill>
                <a:srgbClr val="002060"/>
              </a:solidFill>
            </a:endParaRPr>
          </a:p>
        </p:txBody>
      </p:sp>
      <p:cxnSp>
        <p:nvCxnSpPr>
          <p:cNvPr id="12" name="Lige forbindelse 11">
            <a:extLst>
              <a:ext uri="{FF2B5EF4-FFF2-40B4-BE49-F238E27FC236}">
                <a16:creationId xmlns:a16="http://schemas.microsoft.com/office/drawing/2014/main" id="{7C6A7882-9245-BDB3-1229-0BF45AE86FA2}"/>
              </a:ext>
            </a:extLst>
          </p:cNvPr>
          <p:cNvCxnSpPr>
            <a:cxnSpLocks/>
          </p:cNvCxnSpPr>
          <p:nvPr/>
        </p:nvCxnSpPr>
        <p:spPr>
          <a:xfrm>
            <a:off x="6177720" y="5030137"/>
            <a:ext cx="4860" cy="476968"/>
          </a:xfrm>
          <a:prstGeom prst="line">
            <a:avLst/>
          </a:prstGeom>
          <a:ln w="889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EC880F41-7BED-DAB7-7E69-9CDE9F1A7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023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D266BF-26DC-14BB-8E31-6E443F12D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Tungt- og letopløselige salte</a:t>
            </a:r>
          </a:p>
        </p:txBody>
      </p:sp>
      <p:pic>
        <p:nvPicPr>
          <p:cNvPr id="5" name="Pladsholder til indhold 4" descr="Et billede, der indeholder tekst, lys, skab&#10;&#10;Automatisk genereret beskrivelse">
            <a:extLst>
              <a:ext uri="{FF2B5EF4-FFF2-40B4-BE49-F238E27FC236}">
                <a16:creationId xmlns:a16="http://schemas.microsoft.com/office/drawing/2014/main" id="{263098AA-2637-0BD5-59F0-92551428AD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866" y="1839885"/>
            <a:ext cx="10663813" cy="3930294"/>
          </a:xfrm>
        </p:spPr>
      </p:pic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507578E3-65B1-66F4-D188-E18DA2CE9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0862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B62E0F97-3B68-4A9A-81FD-184E8051D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1A9C0995-256A-4F90-97D6-FB8958A5D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133B5D9-0DAF-EDD4-3921-B379D2716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81265"/>
            <a:ext cx="4114800" cy="5695398"/>
          </a:xfrm>
        </p:spPr>
        <p:txBody>
          <a:bodyPr anchor="ctr">
            <a:normAutofit/>
          </a:bodyPr>
          <a:lstStyle/>
          <a:p>
            <a:r>
              <a:rPr lang="da-DK" sz="5200"/>
              <a:t>Opgaver</a:t>
            </a: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9346307A-DFE3-4A97-B2EE-5D57DF413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6275" y="577406"/>
            <a:ext cx="6391931" cy="569539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14">
            <a:extLst>
              <a:ext uri="{FF2B5EF4-FFF2-40B4-BE49-F238E27FC236}">
                <a16:creationId xmlns:a16="http://schemas.microsoft.com/office/drawing/2014/main" id="{CC277446-D71D-4C19-A013-95073D31A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66455" y="-6437"/>
            <a:ext cx="6405880" cy="6864437"/>
            <a:chOff x="5166455" y="-6437"/>
            <a:chExt cx="6405880" cy="6864437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C05CF5C-D74E-48AF-AAE5-61AEFB2C7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6455" y="567246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5A6A4E3-DB84-4A86-933F-10273F0AE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6262643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057BAF9-1A72-414E-8B1A-C58B353F1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8FCD6AB-4E6B-4F74-94C0-C14654F999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2" name="Pladsholder til indhold 2">
            <a:extLst>
              <a:ext uri="{FF2B5EF4-FFF2-40B4-BE49-F238E27FC236}">
                <a16:creationId xmlns:a16="http://schemas.microsoft.com/office/drawing/2014/main" id="{EFEABF11-1B75-474B-6975-F41C0F3407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9321284"/>
              </p:ext>
            </p:extLst>
          </p:nvPr>
        </p:nvGraphicFramePr>
        <p:xfrm>
          <a:off x="5461176" y="788282"/>
          <a:ext cx="5826934" cy="5297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77D342B2-0081-7297-2D17-4F2E2FFBD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3398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AD7671-5C0A-0ED5-A101-0B43F65F0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Fældning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D056295-A74D-D459-6D1F-03D5AAB89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Fældning er det modsatte af opløsning</a:t>
            </a:r>
          </a:p>
          <a:p>
            <a:r>
              <a:rPr lang="da-DK" dirty="0"/>
              <a:t>Ved en opløsning starter man med et letopløseligt salt (ionforbindelse) der ”går i stykker” så de individuelle ioner flyder rundt i vandet</a:t>
            </a:r>
          </a:p>
          <a:p>
            <a:r>
              <a:rPr lang="da-DK" dirty="0"/>
              <a:t>Fx: NaCl(s) ⟶ Na</a:t>
            </a:r>
            <a:r>
              <a:rPr lang="da-DK" baseline="30000" dirty="0"/>
              <a:t>+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Cl</a:t>
            </a:r>
            <a:r>
              <a:rPr lang="da-DK" baseline="30000" dirty="0"/>
              <a:t>-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</a:t>
            </a:r>
          </a:p>
          <a:p>
            <a:r>
              <a:rPr lang="da-DK" dirty="0"/>
              <a:t>Ved en fældning sker det modsatte: ioner der flyder rundt i vandet går sammen og danner et fast stof der lægger sig på bunden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F24E1FE-77E3-8ACE-CAAD-780DDF194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817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47086A-558F-D7E8-010D-946908F92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Fældning, eksempel 1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3D512C9-DEA8-C81B-DB59-9880815AB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408"/>
            <a:ext cx="7818783" cy="3821778"/>
          </a:xfrm>
        </p:spPr>
        <p:txBody>
          <a:bodyPr/>
          <a:lstStyle/>
          <a:p>
            <a:r>
              <a:rPr lang="da-DK" dirty="0"/>
              <a:t>Vi opløser først to letopløselige salte:</a:t>
            </a:r>
          </a:p>
          <a:p>
            <a:r>
              <a:rPr lang="da-DK" dirty="0" err="1"/>
              <a:t>Natriumchlorid</a:t>
            </a:r>
            <a:r>
              <a:rPr lang="da-DK" dirty="0"/>
              <a:t>: NaCl(s) ⟶ Na</a:t>
            </a:r>
            <a:r>
              <a:rPr lang="da-DK" baseline="30000" dirty="0"/>
              <a:t>+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Cl</a:t>
            </a:r>
            <a:r>
              <a:rPr lang="da-DK" baseline="30000" dirty="0"/>
              <a:t>-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</a:t>
            </a:r>
          </a:p>
          <a:p>
            <a:r>
              <a:rPr lang="da-DK" dirty="0"/>
              <a:t>Sølv(I)nitrat: AgNO</a:t>
            </a:r>
            <a:r>
              <a:rPr lang="da-DK" baseline="-25000" dirty="0"/>
              <a:t>3</a:t>
            </a:r>
            <a:r>
              <a:rPr lang="da-DK" dirty="0"/>
              <a:t>(s) ⟶ Ag</a:t>
            </a:r>
            <a:r>
              <a:rPr lang="da-DK" baseline="30000" dirty="0"/>
              <a:t>+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NO</a:t>
            </a:r>
            <a:r>
              <a:rPr lang="da-DK" baseline="-25000" dirty="0"/>
              <a:t>3</a:t>
            </a:r>
            <a:r>
              <a:rPr lang="da-DK" baseline="30000" dirty="0"/>
              <a:t>-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</a:t>
            </a:r>
          </a:p>
          <a:p>
            <a:r>
              <a:rPr lang="da-DK" dirty="0"/>
              <a:t>De to opløsninger blandes</a:t>
            </a:r>
          </a:p>
          <a:p>
            <a:r>
              <a:rPr lang="da-DK" dirty="0"/>
              <a:t>Umiddelbart efter blandingen, er der fire ioner i vandet: Na</a:t>
            </a:r>
            <a:r>
              <a:rPr lang="da-DK" baseline="30000" dirty="0"/>
              <a:t>+</a:t>
            </a:r>
            <a:r>
              <a:rPr lang="da-DK" dirty="0"/>
              <a:t>, Cl</a:t>
            </a:r>
            <a:r>
              <a:rPr lang="da-DK" baseline="30000" dirty="0"/>
              <a:t>-</a:t>
            </a:r>
            <a:r>
              <a:rPr lang="da-DK" dirty="0"/>
              <a:t>, Ag</a:t>
            </a:r>
            <a:r>
              <a:rPr lang="da-DK" baseline="30000" dirty="0"/>
              <a:t>+</a:t>
            </a:r>
            <a:r>
              <a:rPr lang="da-DK" dirty="0"/>
              <a:t> og NO</a:t>
            </a:r>
            <a:r>
              <a:rPr lang="da-DK" baseline="-25000" dirty="0"/>
              <a:t>3</a:t>
            </a:r>
            <a:r>
              <a:rPr lang="da-DK" baseline="50000" dirty="0"/>
              <a:t>-</a:t>
            </a:r>
          </a:p>
          <a:p>
            <a:r>
              <a:rPr lang="da-DK" dirty="0"/>
              <a:t>Ud fra de fire ioner er der to nye muligheder for ionsammensætninger:</a:t>
            </a:r>
          </a:p>
          <a:p>
            <a:r>
              <a:rPr lang="da-DK" dirty="0"/>
              <a:t>Na</a:t>
            </a:r>
            <a:r>
              <a:rPr lang="da-DK" baseline="30000" dirty="0"/>
              <a:t>+</a:t>
            </a:r>
            <a:r>
              <a:rPr lang="da-DK" dirty="0"/>
              <a:t> kan gå sammen med NO</a:t>
            </a:r>
            <a:r>
              <a:rPr lang="da-DK" baseline="-25000" dirty="0"/>
              <a:t>3</a:t>
            </a:r>
            <a:r>
              <a:rPr lang="da-DK" baseline="30000" dirty="0"/>
              <a:t>-</a:t>
            </a:r>
          </a:p>
          <a:p>
            <a:r>
              <a:rPr lang="da-DK" dirty="0"/>
              <a:t>Ag</a:t>
            </a:r>
            <a:r>
              <a:rPr lang="da-DK" baseline="30000" dirty="0"/>
              <a:t>+</a:t>
            </a:r>
            <a:r>
              <a:rPr lang="da-DK" dirty="0"/>
              <a:t> kan gå sammen med Cl</a:t>
            </a:r>
            <a:r>
              <a:rPr lang="da-DK" baseline="30000" dirty="0"/>
              <a:t>-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2723258D-FBBE-D31A-9980-7FA34521E189}"/>
              </a:ext>
            </a:extLst>
          </p:cNvPr>
          <p:cNvSpPr/>
          <p:nvPr/>
        </p:nvSpPr>
        <p:spPr>
          <a:xfrm>
            <a:off x="8931303" y="4032036"/>
            <a:ext cx="606287" cy="7002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Na</a:t>
            </a:r>
            <a:r>
              <a:rPr lang="da-DK" baseline="30000" dirty="0"/>
              <a:t>+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F4BA041C-C957-7BE6-1966-F11428CDA1F3}"/>
              </a:ext>
            </a:extLst>
          </p:cNvPr>
          <p:cNvSpPr/>
          <p:nvPr/>
        </p:nvSpPr>
        <p:spPr>
          <a:xfrm>
            <a:off x="10574573" y="4032035"/>
            <a:ext cx="970721" cy="7002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Cl</a:t>
            </a:r>
            <a:r>
              <a:rPr lang="da-DK" baseline="30000" dirty="0"/>
              <a:t>-</a:t>
            </a: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F1931557-1993-29FF-014A-F38B25AF3AE4}"/>
              </a:ext>
            </a:extLst>
          </p:cNvPr>
          <p:cNvSpPr/>
          <p:nvPr/>
        </p:nvSpPr>
        <p:spPr>
          <a:xfrm>
            <a:off x="8911425" y="5310933"/>
            <a:ext cx="606287" cy="7002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Ag</a:t>
            </a:r>
            <a:r>
              <a:rPr lang="da-DK" baseline="30000" dirty="0"/>
              <a:t>+</a:t>
            </a: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EE149B36-5891-641E-2E21-F4D83EF4BEC6}"/>
              </a:ext>
            </a:extLst>
          </p:cNvPr>
          <p:cNvSpPr/>
          <p:nvPr/>
        </p:nvSpPr>
        <p:spPr>
          <a:xfrm>
            <a:off x="10594452" y="5310932"/>
            <a:ext cx="950842" cy="7002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NO</a:t>
            </a:r>
            <a:r>
              <a:rPr lang="da-DK" baseline="-25000" dirty="0"/>
              <a:t>3</a:t>
            </a:r>
            <a:r>
              <a:rPr lang="da-DK" baseline="30000" dirty="0"/>
              <a:t>-</a:t>
            </a:r>
          </a:p>
        </p:txBody>
      </p:sp>
      <p:sp>
        <p:nvSpPr>
          <p:cNvPr id="8" name="Pil: højre 7">
            <a:extLst>
              <a:ext uri="{FF2B5EF4-FFF2-40B4-BE49-F238E27FC236}">
                <a16:creationId xmlns:a16="http://schemas.microsoft.com/office/drawing/2014/main" id="{246BA798-4862-4892-ACAA-798F404B812C}"/>
              </a:ext>
            </a:extLst>
          </p:cNvPr>
          <p:cNvSpPr/>
          <p:nvPr/>
        </p:nvSpPr>
        <p:spPr>
          <a:xfrm rot="2164421">
            <a:off x="9597234" y="4902109"/>
            <a:ext cx="1122243" cy="194261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Pil: højre 8">
            <a:extLst>
              <a:ext uri="{FF2B5EF4-FFF2-40B4-BE49-F238E27FC236}">
                <a16:creationId xmlns:a16="http://schemas.microsoft.com/office/drawing/2014/main" id="{091293AB-03A1-F70B-3419-1294EB9E9D69}"/>
              </a:ext>
            </a:extLst>
          </p:cNvPr>
          <p:cNvSpPr/>
          <p:nvPr/>
        </p:nvSpPr>
        <p:spPr>
          <a:xfrm rot="19391119" flipV="1">
            <a:off x="9509283" y="5050280"/>
            <a:ext cx="1122243" cy="18300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Pladsholder til slidenummer 9">
            <a:extLst>
              <a:ext uri="{FF2B5EF4-FFF2-40B4-BE49-F238E27FC236}">
                <a16:creationId xmlns:a16="http://schemas.microsoft.com/office/drawing/2014/main" id="{4736E109-30B4-E6A1-09A9-45AB50343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7993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9C3C1B-8E33-A8D7-B9C9-6B6B56EED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Fældning, eksempel 1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B506BE4-FCED-5BF0-2B27-E0DAD671D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773214"/>
            <a:ext cx="10515599" cy="2237971"/>
          </a:xfrm>
        </p:spPr>
        <p:txBody>
          <a:bodyPr/>
          <a:lstStyle/>
          <a:p>
            <a:r>
              <a:rPr lang="da-DK" dirty="0"/>
              <a:t>Vi ser at kombinationen af Na</a:t>
            </a:r>
            <a:r>
              <a:rPr lang="da-DK" baseline="30000" dirty="0"/>
              <a:t>+</a:t>
            </a:r>
            <a:r>
              <a:rPr lang="da-DK" dirty="0"/>
              <a:t> og NO</a:t>
            </a:r>
            <a:r>
              <a:rPr lang="da-DK" baseline="-25000" dirty="0"/>
              <a:t>3</a:t>
            </a:r>
            <a:r>
              <a:rPr lang="da-DK" baseline="30000" dirty="0"/>
              <a:t>-</a:t>
            </a:r>
            <a:r>
              <a:rPr lang="da-DK" dirty="0"/>
              <a:t> giver et letopløseligt salt</a:t>
            </a:r>
          </a:p>
          <a:p>
            <a:r>
              <a:rPr lang="da-DK" dirty="0"/>
              <a:t>Men kombinationen af Ag</a:t>
            </a:r>
            <a:r>
              <a:rPr lang="da-DK" baseline="30000" dirty="0"/>
              <a:t>+</a:t>
            </a:r>
            <a:r>
              <a:rPr lang="da-DK" dirty="0"/>
              <a:t> og Cl</a:t>
            </a:r>
            <a:r>
              <a:rPr lang="da-DK" baseline="30000" dirty="0"/>
              <a:t>-</a:t>
            </a:r>
            <a:r>
              <a:rPr lang="da-DK" dirty="0"/>
              <a:t> giver et tungtopløseligt salt!</a:t>
            </a:r>
          </a:p>
          <a:p>
            <a:r>
              <a:rPr lang="da-DK" dirty="0"/>
              <a:t>Der dannes derfor et </a:t>
            </a:r>
            <a:r>
              <a:rPr lang="da-DK" dirty="0">
                <a:solidFill>
                  <a:srgbClr val="FF0000"/>
                </a:solidFill>
              </a:rPr>
              <a:t>bundfald</a:t>
            </a:r>
            <a:r>
              <a:rPr lang="da-DK" dirty="0"/>
              <a:t> af saltet </a:t>
            </a:r>
            <a:r>
              <a:rPr lang="da-DK" dirty="0" err="1"/>
              <a:t>AgCl</a:t>
            </a:r>
            <a:r>
              <a:rPr lang="da-DK" dirty="0"/>
              <a:t>.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422F40AE-7F47-4CA2-1167-83D781DECAB7}"/>
              </a:ext>
            </a:extLst>
          </p:cNvPr>
          <p:cNvSpPr/>
          <p:nvPr/>
        </p:nvSpPr>
        <p:spPr>
          <a:xfrm>
            <a:off x="6096000" y="2468880"/>
            <a:ext cx="325120" cy="57912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4" name="Pladsholder til indhold 4" descr="Et billede, der indeholder tekst, lys, skab&#10;&#10;Automatisk genereret beskrivelse">
            <a:extLst>
              <a:ext uri="{FF2B5EF4-FFF2-40B4-BE49-F238E27FC236}">
                <a16:creationId xmlns:a16="http://schemas.microsoft.com/office/drawing/2014/main" id="{5B7B043A-5F3E-26A1-3C76-58381E3C0CD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970"/>
          <a:stretch/>
        </p:blipFill>
        <p:spPr>
          <a:xfrm>
            <a:off x="5031293" y="1942626"/>
            <a:ext cx="6322507" cy="1486374"/>
          </a:xfrm>
          <a:prstGeom prst="rect">
            <a:avLst/>
          </a:prstGeom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735EB749-A689-6B1E-6444-4BFE4603B197}"/>
              </a:ext>
            </a:extLst>
          </p:cNvPr>
          <p:cNvSpPr/>
          <p:nvPr/>
        </p:nvSpPr>
        <p:spPr>
          <a:xfrm>
            <a:off x="10810240" y="3048000"/>
            <a:ext cx="543558" cy="381000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873BFB26-A4C7-0F5D-3BD0-FE954163DE33}"/>
              </a:ext>
            </a:extLst>
          </p:cNvPr>
          <p:cNvSpPr/>
          <p:nvPr/>
        </p:nvSpPr>
        <p:spPr>
          <a:xfrm>
            <a:off x="5986781" y="2567940"/>
            <a:ext cx="543558" cy="381000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DC4D8C81-C85C-C24A-ACD0-2E39A3AA4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0070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36EE3B-3DAC-B09E-EB22-C86EAB650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7444"/>
            <a:ext cx="10515600" cy="1325563"/>
          </a:xfrm>
        </p:spPr>
        <p:txBody>
          <a:bodyPr/>
          <a:lstStyle/>
          <a:p>
            <a:r>
              <a:rPr lang="da-DK" dirty="0"/>
              <a:t>Fældning, eksempel 1</a:t>
            </a:r>
          </a:p>
        </p:txBody>
      </p:sp>
      <p:pic>
        <p:nvPicPr>
          <p:cNvPr id="5" name="Pladsholder til indhold 4" descr="Et billede, der indeholder bord, kop, vand, indendørs&#10;&#10;Automatisk genereret beskrivelse">
            <a:extLst>
              <a:ext uri="{FF2B5EF4-FFF2-40B4-BE49-F238E27FC236}">
                <a16:creationId xmlns:a16="http://schemas.microsoft.com/office/drawing/2014/main" id="{AD6F8068-BA57-3C6D-670C-1C09B4E517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014" y="2088186"/>
            <a:ext cx="5131140" cy="3822700"/>
          </a:xfrm>
        </p:spPr>
      </p:pic>
      <p:sp>
        <p:nvSpPr>
          <p:cNvPr id="6" name="Tekstfelt 5">
            <a:extLst>
              <a:ext uri="{FF2B5EF4-FFF2-40B4-BE49-F238E27FC236}">
                <a16:creationId xmlns:a16="http://schemas.microsoft.com/office/drawing/2014/main" id="{8D95DF97-8413-C8C4-F24C-EF229DF14B85}"/>
              </a:ext>
            </a:extLst>
          </p:cNvPr>
          <p:cNvSpPr txBox="1"/>
          <p:nvPr/>
        </p:nvSpPr>
        <p:spPr>
          <a:xfrm>
            <a:off x="1093076" y="2249214"/>
            <a:ext cx="5002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Det dannede stof (hvidt) er sølv(1+)</a:t>
            </a:r>
            <a:r>
              <a:rPr lang="da-DK" dirty="0" err="1"/>
              <a:t>chlorid</a:t>
            </a:r>
            <a:endParaRPr lang="da-DK" dirty="0"/>
          </a:p>
        </p:txBody>
      </p:sp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207D7F0C-62A0-871D-346D-983C9A7F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1994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EFC31E-3BB5-94FC-6258-5F96B0D8D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Fældning, eksempel 1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B08B1C7-BFAC-2784-9630-004151B22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Bundfaldet er dannet ved at sølv(1+)ioner (oprindeligt fra sølv(I1+nitrat) og </a:t>
            </a:r>
            <a:r>
              <a:rPr lang="da-DK" dirty="0" err="1"/>
              <a:t>chloridioner</a:t>
            </a:r>
            <a:r>
              <a:rPr lang="da-DK" dirty="0"/>
              <a:t> (oprindeligt fra </a:t>
            </a:r>
            <a:r>
              <a:rPr lang="da-DK" dirty="0" err="1"/>
              <a:t>natriumchlorid</a:t>
            </a:r>
            <a:r>
              <a:rPr lang="da-DK" dirty="0"/>
              <a:t>) er gået sammen og har dannet tungtopløseligt sølv(1+)</a:t>
            </a:r>
            <a:r>
              <a:rPr lang="da-DK" dirty="0" err="1"/>
              <a:t>chlorid</a:t>
            </a:r>
            <a:endParaRPr lang="da-DK" dirty="0"/>
          </a:p>
          <a:p>
            <a:r>
              <a:rPr lang="da-DK" dirty="0"/>
              <a:t>Man kan skrive det med et reaktionsskema på to måder:</a:t>
            </a:r>
          </a:p>
          <a:p>
            <a:r>
              <a:rPr lang="da-DK" dirty="0"/>
              <a:t>Med et reaktionsskema på ionform skriver man kun de ioner der indgår i reaktionen:</a:t>
            </a:r>
          </a:p>
          <a:p>
            <a:r>
              <a:rPr lang="da-DK" dirty="0"/>
              <a:t>Ag</a:t>
            </a:r>
            <a:r>
              <a:rPr lang="da-DK" baseline="30000" dirty="0"/>
              <a:t>+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Cl</a:t>
            </a:r>
            <a:r>
              <a:rPr lang="da-DK" baseline="30000" dirty="0"/>
              <a:t>-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⟶ </a:t>
            </a:r>
            <a:r>
              <a:rPr lang="da-DK" dirty="0" err="1"/>
              <a:t>AgCl</a:t>
            </a:r>
            <a:r>
              <a:rPr lang="da-DK" dirty="0"/>
              <a:t>(s)</a:t>
            </a:r>
          </a:p>
          <a:p>
            <a:r>
              <a:rPr lang="da-DK" dirty="0"/>
              <a:t>Med et reaktionsskema med stofformler, skriver man de stoffer der indgår:</a:t>
            </a:r>
          </a:p>
          <a:p>
            <a:r>
              <a:rPr lang="da-DK" dirty="0"/>
              <a:t>AgNO</a:t>
            </a:r>
            <a:r>
              <a:rPr lang="da-DK" baseline="-25000" dirty="0"/>
              <a:t>3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NaCl(</a:t>
            </a:r>
            <a:r>
              <a:rPr lang="da-DK" dirty="0" err="1"/>
              <a:t>aq</a:t>
            </a:r>
            <a:r>
              <a:rPr lang="da-DK" dirty="0"/>
              <a:t>) ⟶ </a:t>
            </a:r>
            <a:r>
              <a:rPr lang="da-DK" dirty="0" err="1"/>
              <a:t>AgCl</a:t>
            </a:r>
            <a:r>
              <a:rPr lang="da-DK" dirty="0"/>
              <a:t>(s) + NaNO</a:t>
            </a:r>
            <a:r>
              <a:rPr lang="da-DK" baseline="-25000" dirty="0"/>
              <a:t>3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</a:t>
            </a:r>
          </a:p>
          <a:p>
            <a:r>
              <a:rPr lang="da-DK" dirty="0"/>
              <a:t>Bemærk tilstandsformerne!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0621072-C6FD-4B98-7D02-41A8E4F5A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4942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F02BC9-CD78-6D8B-0AF4-F740E6D1E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Fældning, eksempel 2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F7208AD-997C-7372-1CD4-13B6ECE55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Man kan også illustrere fældning med bly(2+)nitrat og </a:t>
            </a:r>
            <a:r>
              <a:rPr lang="da-DK" dirty="0" err="1"/>
              <a:t>kaliumiodid</a:t>
            </a:r>
            <a:endParaRPr lang="da-DK" dirty="0"/>
          </a:p>
          <a:p>
            <a:r>
              <a:rPr lang="da-DK" dirty="0"/>
              <a:t>Først opløses de to salte hver for sig:</a:t>
            </a:r>
          </a:p>
          <a:p>
            <a:r>
              <a:rPr lang="da-DK" dirty="0" err="1"/>
              <a:t>Pb</a:t>
            </a:r>
            <a:r>
              <a:rPr lang="da-DK" dirty="0"/>
              <a:t>(NO</a:t>
            </a:r>
            <a:r>
              <a:rPr lang="da-DK" baseline="-25000" dirty="0"/>
              <a:t>3</a:t>
            </a:r>
            <a:r>
              <a:rPr lang="da-DK" dirty="0"/>
              <a:t>)</a:t>
            </a:r>
            <a:r>
              <a:rPr lang="da-DK" baseline="-25000" dirty="0"/>
              <a:t>2</a:t>
            </a:r>
            <a:r>
              <a:rPr lang="da-DK" dirty="0"/>
              <a:t>(s) ⟶ Pb</a:t>
            </a:r>
            <a:r>
              <a:rPr lang="da-DK" baseline="30000" dirty="0"/>
              <a:t>2+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+ 2NO</a:t>
            </a:r>
            <a:r>
              <a:rPr lang="da-DK" baseline="-25000" dirty="0"/>
              <a:t>3</a:t>
            </a:r>
            <a:r>
              <a:rPr lang="da-DK" baseline="30000" dirty="0"/>
              <a:t>-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</a:t>
            </a:r>
          </a:p>
          <a:p>
            <a:r>
              <a:rPr lang="da-DK" dirty="0"/>
              <a:t>KI(s) ⟶ K</a:t>
            </a:r>
            <a:r>
              <a:rPr lang="da-DK" baseline="30000" dirty="0"/>
              <a:t>+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I</a:t>
            </a:r>
            <a:r>
              <a:rPr lang="da-DK" baseline="30000" dirty="0"/>
              <a:t>-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</a:t>
            </a:r>
          </a:p>
          <a:p>
            <a:r>
              <a:rPr lang="da-DK" dirty="0"/>
              <a:t>Det giver to nye kombinationsmuligheder:</a:t>
            </a:r>
          </a:p>
          <a:p>
            <a:r>
              <a:rPr lang="da-DK" dirty="0"/>
              <a:t>Pb</a:t>
            </a:r>
            <a:r>
              <a:rPr lang="da-DK" baseline="30000" dirty="0"/>
              <a:t>2+</a:t>
            </a:r>
            <a:r>
              <a:rPr lang="da-DK" dirty="0"/>
              <a:t> kan gå sammen med I</a:t>
            </a:r>
            <a:r>
              <a:rPr lang="da-DK" baseline="30000" dirty="0"/>
              <a:t>-</a:t>
            </a:r>
          </a:p>
          <a:p>
            <a:r>
              <a:rPr lang="da-DK" dirty="0"/>
              <a:t>K</a:t>
            </a:r>
            <a:r>
              <a:rPr lang="da-DK" baseline="30000" dirty="0"/>
              <a:t>+</a:t>
            </a:r>
            <a:r>
              <a:rPr lang="da-DK" dirty="0"/>
              <a:t> kan gå sammen med NO</a:t>
            </a:r>
            <a:r>
              <a:rPr lang="da-DK" baseline="-25000" dirty="0"/>
              <a:t>3</a:t>
            </a:r>
            <a:r>
              <a:rPr lang="da-DK" baseline="30000" dirty="0"/>
              <a:t>-</a:t>
            </a:r>
          </a:p>
          <a:p>
            <a:r>
              <a:rPr lang="da-DK" dirty="0"/>
              <a:t>L/T-skemaet viser, at det er den første kombination der giver bundfald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67794BA-B456-1AEE-8AAB-401756E9E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4563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F9DB1B-F010-6ECD-EFF8-7962496AA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Fældning, eksempel 2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98419E8-A447-2D8E-8BAD-E7158B27D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Fældningen kan skrives med ioner:</a:t>
            </a:r>
          </a:p>
          <a:p>
            <a:r>
              <a:rPr lang="da-DK" dirty="0"/>
              <a:t>Pb</a:t>
            </a:r>
            <a:r>
              <a:rPr lang="da-DK" baseline="30000" dirty="0"/>
              <a:t>2+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+ 2I</a:t>
            </a:r>
            <a:r>
              <a:rPr lang="da-DK" baseline="30000" dirty="0"/>
              <a:t>-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⟶ PbI</a:t>
            </a:r>
            <a:r>
              <a:rPr lang="da-DK" baseline="-25000" dirty="0"/>
              <a:t>2</a:t>
            </a:r>
            <a:r>
              <a:rPr lang="da-DK" dirty="0"/>
              <a:t>(s)</a:t>
            </a:r>
          </a:p>
          <a:p>
            <a:r>
              <a:rPr lang="da-DK" dirty="0"/>
              <a:t>eller med stofformler:</a:t>
            </a:r>
          </a:p>
          <a:p>
            <a:r>
              <a:rPr lang="da-DK" dirty="0" err="1"/>
              <a:t>Pb</a:t>
            </a:r>
            <a:r>
              <a:rPr lang="da-DK" dirty="0"/>
              <a:t>(NO</a:t>
            </a:r>
            <a:r>
              <a:rPr lang="da-DK" baseline="-25000" dirty="0"/>
              <a:t>3</a:t>
            </a:r>
            <a:r>
              <a:rPr lang="da-DK" dirty="0"/>
              <a:t>)</a:t>
            </a:r>
            <a:r>
              <a:rPr lang="da-DK" baseline="-25000" dirty="0"/>
              <a:t>2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+ 2KI(</a:t>
            </a:r>
            <a:r>
              <a:rPr lang="da-DK" dirty="0" err="1"/>
              <a:t>aq</a:t>
            </a:r>
            <a:r>
              <a:rPr lang="da-DK" dirty="0"/>
              <a:t>) ⟶ PbI</a:t>
            </a:r>
            <a:r>
              <a:rPr lang="da-DK" baseline="-25000" dirty="0"/>
              <a:t>2</a:t>
            </a:r>
            <a:r>
              <a:rPr lang="da-DK" dirty="0"/>
              <a:t>(s) + 2KNO</a:t>
            </a:r>
            <a:r>
              <a:rPr lang="da-DK" baseline="-25000" dirty="0"/>
              <a:t>3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0C50DC8A-EB3A-8E18-0E93-2EE4BEF93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33819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104429-5FD9-189B-791E-A5DCC9792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Phosphat</a:t>
            </a:r>
            <a:r>
              <a:rPr lang="da-DK" dirty="0"/>
              <a:t> i spildevand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9C6B578-9C23-3EB6-BB24-ACD0BC8F9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Spildevand kan indeholde </a:t>
            </a:r>
            <a:r>
              <a:rPr lang="da-DK" dirty="0" err="1"/>
              <a:t>phosphat</a:t>
            </a:r>
            <a:r>
              <a:rPr lang="da-DK" dirty="0"/>
              <a:t>-ioner (fra vaskepulver)</a:t>
            </a:r>
          </a:p>
          <a:p>
            <a:r>
              <a:rPr lang="da-DK" dirty="0"/>
              <a:t>Man ønsker af miljømæssige årsager at fjerne </a:t>
            </a:r>
            <a:r>
              <a:rPr lang="da-DK" dirty="0" err="1"/>
              <a:t>phosphat</a:t>
            </a:r>
            <a:r>
              <a:rPr lang="da-DK" dirty="0"/>
              <a:t> fra spildevandet</a:t>
            </a:r>
          </a:p>
          <a:p>
            <a:r>
              <a:rPr lang="da-DK" dirty="0"/>
              <a:t>Man tilsætter jern(3+)</a:t>
            </a:r>
            <a:r>
              <a:rPr lang="da-DK" dirty="0" err="1"/>
              <a:t>chlorid</a:t>
            </a:r>
            <a:r>
              <a:rPr lang="da-DK" dirty="0"/>
              <a:t> til spildevandet</a:t>
            </a:r>
          </a:p>
          <a:p>
            <a:r>
              <a:rPr lang="da-DK" dirty="0"/>
              <a:t>Jern(3+)</a:t>
            </a:r>
            <a:r>
              <a:rPr lang="da-DK" dirty="0" err="1"/>
              <a:t>chlorid</a:t>
            </a:r>
            <a:r>
              <a:rPr lang="da-DK" dirty="0"/>
              <a:t> er letopløseligt:</a:t>
            </a:r>
          </a:p>
          <a:p>
            <a:r>
              <a:rPr lang="da-DK" dirty="0"/>
              <a:t>FeCl</a:t>
            </a:r>
            <a:r>
              <a:rPr lang="da-DK" baseline="-25000" dirty="0"/>
              <a:t>3</a:t>
            </a:r>
            <a:r>
              <a:rPr lang="da-DK" dirty="0"/>
              <a:t>(s) ⟶ Fe</a:t>
            </a:r>
            <a:r>
              <a:rPr lang="da-DK" baseline="30000" dirty="0"/>
              <a:t>3+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+ 3Cl</a:t>
            </a:r>
            <a:r>
              <a:rPr lang="da-DK" baseline="30000" dirty="0"/>
              <a:t>-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</a:t>
            </a:r>
          </a:p>
          <a:p>
            <a:r>
              <a:rPr lang="da-DK" dirty="0"/>
              <a:t>Jern(3+)ionerne kan danne bundfald med </a:t>
            </a:r>
            <a:r>
              <a:rPr lang="da-DK" dirty="0" err="1"/>
              <a:t>phosphat</a:t>
            </a:r>
            <a:r>
              <a:rPr lang="da-DK" dirty="0"/>
              <a:t>:</a:t>
            </a:r>
          </a:p>
          <a:p>
            <a:r>
              <a:rPr lang="da-DK" dirty="0"/>
              <a:t>Fe</a:t>
            </a:r>
            <a:r>
              <a:rPr lang="da-DK" baseline="30000" dirty="0"/>
              <a:t>3+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+ PO</a:t>
            </a:r>
            <a:r>
              <a:rPr lang="da-DK" baseline="-25000" dirty="0"/>
              <a:t>4</a:t>
            </a:r>
            <a:r>
              <a:rPr lang="da-DK" baseline="30000" dirty="0"/>
              <a:t>3-</a:t>
            </a:r>
            <a:r>
              <a:rPr lang="da-DK" dirty="0"/>
              <a:t>(</a:t>
            </a:r>
            <a:r>
              <a:rPr lang="da-DK" dirty="0" err="1"/>
              <a:t>aq</a:t>
            </a:r>
            <a:r>
              <a:rPr lang="da-DK" dirty="0"/>
              <a:t>) ⟶ FePO</a:t>
            </a:r>
            <a:r>
              <a:rPr lang="da-DK" baseline="-25000" dirty="0"/>
              <a:t>4</a:t>
            </a:r>
            <a:r>
              <a:rPr lang="da-DK" dirty="0"/>
              <a:t>(s)</a:t>
            </a:r>
          </a:p>
          <a:p>
            <a:r>
              <a:rPr lang="da-DK" dirty="0"/>
              <a:t>Da jern(3+)</a:t>
            </a:r>
            <a:r>
              <a:rPr lang="da-DK" dirty="0" err="1"/>
              <a:t>phosphat</a:t>
            </a:r>
            <a:r>
              <a:rPr lang="da-DK" dirty="0"/>
              <a:t> er tungtopløseligt, synker det til bunds og kan fjernes og deponeres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F6C7699-A5AF-E905-FCC5-1DD270FED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17473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2E0F97-3B68-4A9A-81FD-184E8051D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9C0995-256A-4F90-97D6-FB8958A5D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F97B8F-C372-406F-BC40-FEBF267FD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719" y="2789105"/>
            <a:ext cx="10934171" cy="34567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6F7768D-2C22-4F7C-8BCA-F460371D5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-7581"/>
            <a:ext cx="12192000" cy="6881046"/>
            <a:chOff x="572" y="-7581"/>
            <a:chExt cx="12192000" cy="6881046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A282329-4807-44C6-8AF9-463180C74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45884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40F1351-48CB-424C-8A88-1B2306477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96465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40B9EBF-57BE-4E27-B9AF-D0B8E9034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44509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A53350B-5E17-48A4-8CDE-468FC9D9E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35428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Graphic 33">
              <a:extLst>
                <a:ext uri="{FF2B5EF4-FFF2-40B4-BE49-F238E27FC236}">
                  <a16:creationId xmlns:a16="http://schemas.microsoft.com/office/drawing/2014/main" id="{C673EDD6-6393-480B-B1FD-FFCC6ECD0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37174" y="-7581"/>
              <a:ext cx="3722031" cy="604044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rgbClr val="D8897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Graphic 33">
              <a:extLst>
                <a:ext uri="{FF2B5EF4-FFF2-40B4-BE49-F238E27FC236}">
                  <a16:creationId xmlns:a16="http://schemas.microsoft.com/office/drawing/2014/main" id="{849F7A27-D5D7-4A62-AD00-AD61A14E3C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237174" y="6253952"/>
              <a:ext cx="3722031" cy="604044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rgbClr val="D8897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39DEA381-44F6-40BD-7F69-F55E71614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6524"/>
            <a:ext cx="10676934" cy="1972116"/>
          </a:xfrm>
        </p:spPr>
        <p:txBody>
          <a:bodyPr anchor="ctr">
            <a:normAutofit/>
          </a:bodyPr>
          <a:lstStyle/>
          <a:p>
            <a:r>
              <a:rPr lang="da-DK" sz="5200"/>
              <a:t>Opgaver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D77D0F5-35D0-4892-A2EA-D841FF883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34123" y="2794702"/>
            <a:ext cx="10923176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74764CAA-1D9C-3D5B-4CD4-C864EF1479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9432800"/>
              </p:ext>
            </p:extLst>
          </p:nvPr>
        </p:nvGraphicFramePr>
        <p:xfrm>
          <a:off x="838200" y="3143922"/>
          <a:ext cx="10515600" cy="2653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4F32EFC6-F26C-A7B1-4757-12D941ED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5402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E8AC23-90A2-E73C-03C3-EC5759A65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NPK-gødning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97165D5-9C82-FB5E-19EC-3FAD6B8A2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Landmændene bruger kunstgødning for at give deres planter næringsstoffer</a:t>
            </a:r>
          </a:p>
          <a:p>
            <a:r>
              <a:rPr lang="da-DK" dirty="0"/>
              <a:t>Man taler om NPK-gødning, hvilket står for grundstofferne nitrogen (N), </a:t>
            </a:r>
            <a:r>
              <a:rPr lang="da-DK" dirty="0" err="1"/>
              <a:t>phosphor</a:t>
            </a:r>
            <a:r>
              <a:rPr lang="da-DK" dirty="0"/>
              <a:t> (P) og kalium (K)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A6D2EB0-2481-E92A-DE51-8F88C5BD8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58</a:t>
            </a:fld>
            <a:endParaRPr lang="en-US"/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344F69FF-0929-87AC-E18B-9C896EFE3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69213"/>
              </p:ext>
            </p:extLst>
          </p:nvPr>
        </p:nvGraphicFramePr>
        <p:xfrm>
          <a:off x="2072640" y="3246434"/>
          <a:ext cx="928116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3720">
                  <a:extLst>
                    <a:ext uri="{9D8B030D-6E8A-4147-A177-3AD203B41FA5}">
                      <a16:colId xmlns:a16="http://schemas.microsoft.com/office/drawing/2014/main" val="2923373424"/>
                    </a:ext>
                  </a:extLst>
                </a:gridCol>
                <a:gridCol w="3804920">
                  <a:extLst>
                    <a:ext uri="{9D8B030D-6E8A-4147-A177-3AD203B41FA5}">
                      <a16:colId xmlns:a16="http://schemas.microsoft.com/office/drawing/2014/main" val="3057403828"/>
                    </a:ext>
                  </a:extLst>
                </a:gridCol>
                <a:gridCol w="2382520">
                  <a:extLst>
                    <a:ext uri="{9D8B030D-6E8A-4147-A177-3AD203B41FA5}">
                      <a16:colId xmlns:a16="http://schemas.microsoft.com/office/drawing/2014/main" val="17697617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Ionforbindelse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Navn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Indholder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489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NaNO</a:t>
                      </a:r>
                      <a:r>
                        <a:rPr lang="da-DK" baseline="-25000" dirty="0"/>
                        <a:t>3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Natriumnitrat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Nitrogen (N)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123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 err="1"/>
                        <a:t>Ca</a:t>
                      </a:r>
                      <a:r>
                        <a:rPr lang="da-DK" dirty="0"/>
                        <a:t>(NO</a:t>
                      </a:r>
                      <a:r>
                        <a:rPr lang="da-DK" baseline="-25000" dirty="0"/>
                        <a:t>3</a:t>
                      </a:r>
                      <a:r>
                        <a:rPr lang="da-DK" dirty="0"/>
                        <a:t>)</a:t>
                      </a:r>
                      <a:r>
                        <a:rPr lang="da-DK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Calciumnitrat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Nitrogen (N)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695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NH</a:t>
                      </a:r>
                      <a:r>
                        <a:rPr lang="da-DK" baseline="-25000" dirty="0"/>
                        <a:t>4</a:t>
                      </a:r>
                      <a:r>
                        <a:rPr lang="da-DK" dirty="0"/>
                        <a:t>NO</a:t>
                      </a:r>
                      <a:r>
                        <a:rPr lang="da-DK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Ammoniumnitrat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Nitrogen (N)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749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 err="1"/>
                        <a:t>Ca</a:t>
                      </a:r>
                      <a:r>
                        <a:rPr lang="da-DK" dirty="0"/>
                        <a:t>(H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PO</a:t>
                      </a:r>
                      <a:r>
                        <a:rPr lang="da-DK" baseline="-25000" dirty="0"/>
                        <a:t>4</a:t>
                      </a:r>
                      <a:r>
                        <a:rPr lang="da-DK" dirty="0"/>
                        <a:t>)</a:t>
                      </a:r>
                      <a:r>
                        <a:rPr lang="da-DK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calciumdihydrogenphosphat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Phosphor</a:t>
                      </a:r>
                      <a:r>
                        <a:rPr lang="da-DK" dirty="0"/>
                        <a:t> (P)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523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K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CO</a:t>
                      </a:r>
                      <a:r>
                        <a:rPr lang="da-DK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Kaliumcarbonat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Kalium (K)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850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 err="1"/>
                        <a:t>KCl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Kaliumchlorid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Kalium (K)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4391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K</a:t>
                      </a:r>
                      <a:r>
                        <a:rPr lang="da-DK" baseline="-25000" dirty="0"/>
                        <a:t>2</a:t>
                      </a:r>
                      <a:r>
                        <a:rPr lang="da-DK" dirty="0"/>
                        <a:t>SO</a:t>
                      </a:r>
                      <a:r>
                        <a:rPr lang="da-DK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Kaliumsulfat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Kalium (K)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409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546198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EE7FAE-00A7-13D2-0D82-758DB1729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Oversigt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D11363A-1345-A430-A07A-416C72618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Oktetreglen</a:t>
            </a:r>
          </a:p>
          <a:p>
            <a:r>
              <a:rPr lang="da-DK" dirty="0"/>
              <a:t>Iondannelse i hovedgrupper</a:t>
            </a:r>
          </a:p>
          <a:p>
            <a:r>
              <a:rPr lang="da-DK" dirty="0" err="1"/>
              <a:t>Enatomige</a:t>
            </a:r>
            <a:r>
              <a:rPr lang="da-DK" dirty="0"/>
              <a:t> og </a:t>
            </a:r>
            <a:r>
              <a:rPr lang="da-DK" dirty="0" err="1"/>
              <a:t>fleratomige</a:t>
            </a:r>
            <a:r>
              <a:rPr lang="da-DK" dirty="0"/>
              <a:t> ioner</a:t>
            </a:r>
          </a:p>
          <a:p>
            <a:r>
              <a:rPr lang="da-DK" dirty="0"/>
              <a:t>Ionforbindelser (salte)</a:t>
            </a:r>
          </a:p>
          <a:p>
            <a:r>
              <a:rPr lang="da-DK" dirty="0"/>
              <a:t>Iongitre</a:t>
            </a:r>
          </a:p>
          <a:p>
            <a:r>
              <a:rPr lang="da-DK" dirty="0"/>
              <a:t>Navngivning af ioner og ionforbindelser</a:t>
            </a:r>
          </a:p>
          <a:p>
            <a:r>
              <a:rPr lang="da-DK" dirty="0"/>
              <a:t>Opløselighed</a:t>
            </a:r>
          </a:p>
          <a:p>
            <a:r>
              <a:rPr lang="da-DK" dirty="0"/>
              <a:t>Fældning</a:t>
            </a:r>
          </a:p>
          <a:p>
            <a:r>
              <a:rPr lang="da-DK"/>
              <a:t>NPK-gødning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C3D6D53B-027B-A4FE-3A66-CFF4161B4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311813"/>
      </p:ext>
    </p:extLst>
  </p:cSld>
  <p:clrMapOvr>
    <a:masterClrMapping/>
  </p:clrMapOvr>
</p:sld>
</file>

<file path=ppt/theme/theme1.xml><?xml version="1.0" encoding="utf-8"?>
<a:theme xmlns:a="http://schemas.openxmlformats.org/drawingml/2006/main" name="ArchVTI">
  <a:themeElements>
    <a:clrScheme name="AnalogousFromRegularSeedLeftStep">
      <a:dk1>
        <a:srgbClr val="000000"/>
      </a:dk1>
      <a:lt1>
        <a:srgbClr val="FFFFFF"/>
      </a:lt1>
      <a:dk2>
        <a:srgbClr val="22213D"/>
      </a:dk2>
      <a:lt2>
        <a:srgbClr val="E7E8E2"/>
      </a:lt2>
      <a:accent1>
        <a:srgbClr val="4629E7"/>
      </a:accent1>
      <a:accent2>
        <a:srgbClr val="1749D5"/>
      </a:accent2>
      <a:accent3>
        <a:srgbClr val="29AAE7"/>
      </a:accent3>
      <a:accent4>
        <a:srgbClr val="14B7A8"/>
      </a:accent4>
      <a:accent5>
        <a:srgbClr val="21B96B"/>
      </a:accent5>
      <a:accent6>
        <a:srgbClr val="15BE21"/>
      </a:accent6>
      <a:hlink>
        <a:srgbClr val="7D8B2E"/>
      </a:hlink>
      <a:folHlink>
        <a:srgbClr val="7F7F7F"/>
      </a:folHlink>
    </a:clrScheme>
    <a:fontScheme name="Custom 16">
      <a:majorFont>
        <a:latin typeface="Footlight MT Ligh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VTI" id="{23FE938F-4DF0-4C94-8546-C2AC6D26660D}" vid="{62E62DA1-385F-4EE3-8841-58A87FAE2068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552</TotalTime>
  <Words>3258</Words>
  <Application>Microsoft Office PowerPoint</Application>
  <PresentationFormat>Widescreen</PresentationFormat>
  <Paragraphs>608</Paragraphs>
  <Slides>59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59</vt:i4>
      </vt:variant>
    </vt:vector>
  </HeadingPairs>
  <TitlesOfParts>
    <vt:vector size="65" baseType="lpstr">
      <vt:lpstr>Aptos</vt:lpstr>
      <vt:lpstr>Aptos Narrow</vt:lpstr>
      <vt:lpstr>Arial</vt:lpstr>
      <vt:lpstr>Avenir Next LT Pro</vt:lpstr>
      <vt:lpstr>Footlight MT Light</vt:lpstr>
      <vt:lpstr>ArchVTI</vt:lpstr>
      <vt:lpstr>Ioner og ionforbindelser</vt:lpstr>
      <vt:lpstr>Ionforbindelser</vt:lpstr>
      <vt:lpstr>Ædelgasser og kemiske forbindelser</vt:lpstr>
      <vt:lpstr>Oktetreglen (ædelgasreglen)</vt:lpstr>
      <vt:lpstr>Opgaver</vt:lpstr>
      <vt:lpstr>Iondannelse i 1. hovedgruppe</vt:lpstr>
      <vt:lpstr>Iondannelse i 1. hovedgruppe</vt:lpstr>
      <vt:lpstr>Iondannelse i 2. hovedgruppe</vt:lpstr>
      <vt:lpstr>Iondannelse i 3. hovedgruppe</vt:lpstr>
      <vt:lpstr>Iondannelse i 4. hovedgruppe</vt:lpstr>
      <vt:lpstr>Oversigt, 1.-4. hovedgruppe</vt:lpstr>
      <vt:lpstr>Opgaver</vt:lpstr>
      <vt:lpstr>Iondannelse i 5. hovedgruppe</vt:lpstr>
      <vt:lpstr>Iondannelse i 6. hovedgruppe</vt:lpstr>
      <vt:lpstr>Iondannelse i 7. hovedgruppe</vt:lpstr>
      <vt:lpstr>Iondannelse</vt:lpstr>
      <vt:lpstr>Oversigt</vt:lpstr>
      <vt:lpstr>Oversigt</vt:lpstr>
      <vt:lpstr>Opgaver</vt:lpstr>
      <vt:lpstr>Atomer der danner forskellige ioner</vt:lpstr>
      <vt:lpstr>Fleratomige ioner</vt:lpstr>
      <vt:lpstr>Opgaver</vt:lpstr>
      <vt:lpstr>Ionforbindelser</vt:lpstr>
      <vt:lpstr>Ionforbindelser</vt:lpstr>
      <vt:lpstr>Ionforbindelser</vt:lpstr>
      <vt:lpstr>Ionforbindelser</vt:lpstr>
      <vt:lpstr>Ionforbindelser</vt:lpstr>
      <vt:lpstr>Opgaver</vt:lpstr>
      <vt:lpstr>Navngivning af ioner</vt:lpstr>
      <vt:lpstr>Navngivning, enatomige positive ioner</vt:lpstr>
      <vt:lpstr>Navngivning, enatomige negative ioner </vt:lpstr>
      <vt:lpstr>Navngivning, enatomige negative ioner </vt:lpstr>
      <vt:lpstr>Navngivning af ioner med forskellige ladninger</vt:lpstr>
      <vt:lpstr>Navngivning af ioner</vt:lpstr>
      <vt:lpstr>Navngivning, fleratomige ioner</vt:lpstr>
      <vt:lpstr>Navngivning, fleratomige ioner</vt:lpstr>
      <vt:lpstr>Huskeregler for navngivning</vt:lpstr>
      <vt:lpstr>Opgaver</vt:lpstr>
      <vt:lpstr>Navngivning af ionforbindelser</vt:lpstr>
      <vt:lpstr>Opgaver</vt:lpstr>
      <vt:lpstr>Iongitre</vt:lpstr>
      <vt:lpstr>Smelte- og kogepunkter</vt:lpstr>
      <vt:lpstr>Ionforbindelsers opløsning i vand</vt:lpstr>
      <vt:lpstr>Opløsning af  ionforbindelser</vt:lpstr>
      <vt:lpstr>Opløsninger af ionforbindelser i vand</vt:lpstr>
      <vt:lpstr>Tungt- og letopløselige salte</vt:lpstr>
      <vt:lpstr>Tungt- og letopløselige salte</vt:lpstr>
      <vt:lpstr>Opgaver</vt:lpstr>
      <vt:lpstr>Fældning</vt:lpstr>
      <vt:lpstr>Fældning, eksempel 1</vt:lpstr>
      <vt:lpstr>Fældning, eksempel 1</vt:lpstr>
      <vt:lpstr>Fældning, eksempel 1</vt:lpstr>
      <vt:lpstr>Fældning, eksempel 1</vt:lpstr>
      <vt:lpstr>Fældning, eksempel 2</vt:lpstr>
      <vt:lpstr>Fældning, eksempel 2</vt:lpstr>
      <vt:lpstr>Phosphat i spildevand</vt:lpstr>
      <vt:lpstr>Opgaver</vt:lpstr>
      <vt:lpstr>NPK-gødning</vt:lpstr>
      <vt:lpstr>Oversigt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Ioner og ionforbindelser</dc:title>
  <dc:creator>Henry Valdemar Vest</dc:creator>
  <cp:lastModifiedBy>Henry Valdemar Vest</cp:lastModifiedBy>
  <cp:revision>1</cp:revision>
  <dcterms:created xsi:type="dcterms:W3CDTF">2022-09-08T08:49:48Z</dcterms:created>
  <dcterms:modified xsi:type="dcterms:W3CDTF">2026-09-24T06:11:08Z</dcterms:modified>
</cp:coreProperties>
</file>