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notesMasterIdLst>
    <p:notesMasterId r:id="rId20"/>
  </p:notesMasterIdLst>
  <p:sldIdLst>
    <p:sldId id="256" r:id="rId2"/>
    <p:sldId id="314" r:id="rId3"/>
    <p:sldId id="309" r:id="rId4"/>
    <p:sldId id="310" r:id="rId5"/>
    <p:sldId id="272" r:id="rId6"/>
    <p:sldId id="273" r:id="rId7"/>
    <p:sldId id="274" r:id="rId8"/>
    <p:sldId id="275" r:id="rId9"/>
    <p:sldId id="315" r:id="rId10"/>
    <p:sldId id="276" r:id="rId11"/>
    <p:sldId id="311" r:id="rId12"/>
    <p:sldId id="277" r:id="rId13"/>
    <p:sldId id="284" r:id="rId14"/>
    <p:sldId id="285" r:id="rId15"/>
    <p:sldId id="286" r:id="rId16"/>
    <p:sldId id="289" r:id="rId17"/>
    <p:sldId id="317" r:id="rId18"/>
    <p:sldId id="31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Valdemar Vest" userId="f5b1f0ec-4051-405f-83b3-0c678f78df49" providerId="ADAL" clId="{0B671710-12AA-4A9C-8982-6D6CBD054718}"/>
    <pc:docChg chg="undo custSel addSld delSld modSld">
      <pc:chgData name="Henry Valdemar Vest" userId="f5b1f0ec-4051-405f-83b3-0c678f78df49" providerId="ADAL" clId="{0B671710-12AA-4A9C-8982-6D6CBD054718}" dt="2026-10-06T08:30:15.197" v="672" actId="20577"/>
      <pc:docMkLst>
        <pc:docMk/>
      </pc:docMkLst>
      <pc:sldChg chg="modSp mod">
        <pc:chgData name="Henry Valdemar Vest" userId="f5b1f0ec-4051-405f-83b3-0c678f78df49" providerId="ADAL" clId="{0B671710-12AA-4A9C-8982-6D6CBD054718}" dt="2026-10-05T07:53:59.140" v="24" actId="20577"/>
        <pc:sldMkLst>
          <pc:docMk/>
          <pc:sldMk cId="3171881669" sldId="256"/>
        </pc:sldMkLst>
        <pc:spChg chg="mod">
          <ac:chgData name="Henry Valdemar Vest" userId="f5b1f0ec-4051-405f-83b3-0c678f78df49" providerId="ADAL" clId="{0B671710-12AA-4A9C-8982-6D6CBD054718}" dt="2026-10-05T07:53:59.140" v="24" actId="20577"/>
          <ac:spMkLst>
            <pc:docMk/>
            <pc:sldMk cId="3171881669" sldId="256"/>
            <ac:spMk id="3" creationId="{55025915-85B4-4571-BD3A-F49F21F7CF34}"/>
          </ac:spMkLst>
        </pc:spChg>
      </pc:sldChg>
      <pc:sldChg chg="del">
        <pc:chgData name="Henry Valdemar Vest" userId="f5b1f0ec-4051-405f-83b3-0c678f78df49" providerId="ADAL" clId="{0B671710-12AA-4A9C-8982-6D6CBD054718}" dt="2026-10-05T07:54:47.449" v="48" actId="47"/>
        <pc:sldMkLst>
          <pc:docMk/>
          <pc:sldMk cId="3120542368" sldId="257"/>
        </pc:sldMkLst>
      </pc:sldChg>
      <pc:sldChg chg="del">
        <pc:chgData name="Henry Valdemar Vest" userId="f5b1f0ec-4051-405f-83b3-0c678f78df49" providerId="ADAL" clId="{0B671710-12AA-4A9C-8982-6D6CBD054718}" dt="2026-10-05T07:54:48.593" v="49" actId="47"/>
        <pc:sldMkLst>
          <pc:docMk/>
          <pc:sldMk cId="539065742" sldId="258"/>
        </pc:sldMkLst>
      </pc:sldChg>
      <pc:sldChg chg="del">
        <pc:chgData name="Henry Valdemar Vest" userId="f5b1f0ec-4051-405f-83b3-0c678f78df49" providerId="ADAL" clId="{0B671710-12AA-4A9C-8982-6D6CBD054718}" dt="2026-10-05T07:54:49.611" v="50" actId="47"/>
        <pc:sldMkLst>
          <pc:docMk/>
          <pc:sldMk cId="2295430895" sldId="259"/>
        </pc:sldMkLst>
      </pc:sldChg>
      <pc:sldChg chg="del">
        <pc:chgData name="Henry Valdemar Vest" userId="f5b1f0ec-4051-405f-83b3-0c678f78df49" providerId="ADAL" clId="{0B671710-12AA-4A9C-8982-6D6CBD054718}" dt="2026-10-05T07:54:50.521" v="51" actId="47"/>
        <pc:sldMkLst>
          <pc:docMk/>
          <pc:sldMk cId="182496164" sldId="260"/>
        </pc:sldMkLst>
      </pc:sldChg>
      <pc:sldChg chg="del">
        <pc:chgData name="Henry Valdemar Vest" userId="f5b1f0ec-4051-405f-83b3-0c678f78df49" providerId="ADAL" clId="{0B671710-12AA-4A9C-8982-6D6CBD054718}" dt="2026-10-05T07:54:55.657" v="56" actId="47"/>
        <pc:sldMkLst>
          <pc:docMk/>
          <pc:sldMk cId="989238364" sldId="261"/>
        </pc:sldMkLst>
      </pc:sldChg>
      <pc:sldChg chg="del">
        <pc:chgData name="Henry Valdemar Vest" userId="f5b1f0ec-4051-405f-83b3-0c678f78df49" providerId="ADAL" clId="{0B671710-12AA-4A9C-8982-6D6CBD054718}" dt="2026-10-05T07:54:51.531" v="52" actId="47"/>
        <pc:sldMkLst>
          <pc:docMk/>
          <pc:sldMk cId="2284852900" sldId="262"/>
        </pc:sldMkLst>
      </pc:sldChg>
      <pc:sldChg chg="del">
        <pc:chgData name="Henry Valdemar Vest" userId="f5b1f0ec-4051-405f-83b3-0c678f78df49" providerId="ADAL" clId="{0B671710-12AA-4A9C-8982-6D6CBD054718}" dt="2026-10-05T07:54:52.470" v="53" actId="47"/>
        <pc:sldMkLst>
          <pc:docMk/>
          <pc:sldMk cId="3722466108" sldId="263"/>
        </pc:sldMkLst>
      </pc:sldChg>
      <pc:sldChg chg="del">
        <pc:chgData name="Henry Valdemar Vest" userId="f5b1f0ec-4051-405f-83b3-0c678f78df49" providerId="ADAL" clId="{0B671710-12AA-4A9C-8982-6D6CBD054718}" dt="2026-10-05T07:54:56.615" v="57" actId="47"/>
        <pc:sldMkLst>
          <pc:docMk/>
          <pc:sldMk cId="913781418" sldId="264"/>
        </pc:sldMkLst>
      </pc:sldChg>
      <pc:sldChg chg="del">
        <pc:chgData name="Henry Valdemar Vest" userId="f5b1f0ec-4051-405f-83b3-0c678f78df49" providerId="ADAL" clId="{0B671710-12AA-4A9C-8982-6D6CBD054718}" dt="2026-10-05T07:54:57.482" v="58" actId="47"/>
        <pc:sldMkLst>
          <pc:docMk/>
          <pc:sldMk cId="3195501079" sldId="265"/>
        </pc:sldMkLst>
      </pc:sldChg>
      <pc:sldChg chg="del">
        <pc:chgData name="Henry Valdemar Vest" userId="f5b1f0ec-4051-405f-83b3-0c678f78df49" providerId="ADAL" clId="{0B671710-12AA-4A9C-8982-6D6CBD054718}" dt="2026-10-05T07:54:54.187" v="55" actId="47"/>
        <pc:sldMkLst>
          <pc:docMk/>
          <pc:sldMk cId="1328682181" sldId="266"/>
        </pc:sldMkLst>
      </pc:sldChg>
      <pc:sldChg chg="del">
        <pc:chgData name="Henry Valdemar Vest" userId="f5b1f0ec-4051-405f-83b3-0c678f78df49" providerId="ADAL" clId="{0B671710-12AA-4A9C-8982-6D6CBD054718}" dt="2026-10-05T07:54:58.416" v="59" actId="47"/>
        <pc:sldMkLst>
          <pc:docMk/>
          <pc:sldMk cId="2656438361" sldId="267"/>
        </pc:sldMkLst>
      </pc:sldChg>
      <pc:sldChg chg="del">
        <pc:chgData name="Henry Valdemar Vest" userId="f5b1f0ec-4051-405f-83b3-0c678f78df49" providerId="ADAL" clId="{0B671710-12AA-4A9C-8982-6D6CBD054718}" dt="2026-10-05T07:54:59.265" v="60" actId="47"/>
        <pc:sldMkLst>
          <pc:docMk/>
          <pc:sldMk cId="220536530" sldId="268"/>
        </pc:sldMkLst>
      </pc:sldChg>
      <pc:sldChg chg="del">
        <pc:chgData name="Henry Valdemar Vest" userId="f5b1f0ec-4051-405f-83b3-0c678f78df49" providerId="ADAL" clId="{0B671710-12AA-4A9C-8982-6D6CBD054718}" dt="2026-10-05T07:55:00.111" v="61" actId="47"/>
        <pc:sldMkLst>
          <pc:docMk/>
          <pc:sldMk cId="2579201564" sldId="269"/>
        </pc:sldMkLst>
      </pc:sldChg>
      <pc:sldChg chg="del">
        <pc:chgData name="Henry Valdemar Vest" userId="f5b1f0ec-4051-405f-83b3-0c678f78df49" providerId="ADAL" clId="{0B671710-12AA-4A9C-8982-6D6CBD054718}" dt="2026-10-05T07:55:01.579" v="62" actId="47"/>
        <pc:sldMkLst>
          <pc:docMk/>
          <pc:sldMk cId="275964698" sldId="270"/>
        </pc:sldMkLst>
      </pc:sldChg>
      <pc:sldChg chg="del">
        <pc:chgData name="Henry Valdemar Vest" userId="f5b1f0ec-4051-405f-83b3-0c678f78df49" providerId="ADAL" clId="{0B671710-12AA-4A9C-8982-6D6CBD054718}" dt="2026-10-05T07:55:02.323" v="63" actId="47"/>
        <pc:sldMkLst>
          <pc:docMk/>
          <pc:sldMk cId="4071103832" sldId="271"/>
        </pc:sldMkLst>
      </pc:sldChg>
      <pc:sldChg chg="modSp mod">
        <pc:chgData name="Henry Valdemar Vest" userId="f5b1f0ec-4051-405f-83b3-0c678f78df49" providerId="ADAL" clId="{0B671710-12AA-4A9C-8982-6D6CBD054718}" dt="2026-09-24T10:13:57.493" v="6" actId="20577"/>
        <pc:sldMkLst>
          <pc:docMk/>
          <pc:sldMk cId="2110123643" sldId="272"/>
        </pc:sldMkLst>
        <pc:spChg chg="mod">
          <ac:chgData name="Henry Valdemar Vest" userId="f5b1f0ec-4051-405f-83b3-0c678f78df49" providerId="ADAL" clId="{0B671710-12AA-4A9C-8982-6D6CBD054718}" dt="2026-09-24T10:13:57.493" v="6" actId="20577"/>
          <ac:spMkLst>
            <pc:docMk/>
            <pc:sldMk cId="2110123643" sldId="272"/>
            <ac:spMk id="3" creationId="{DB093250-9B06-441C-8161-B2AABA0845EE}"/>
          </ac:spMkLst>
        </pc:spChg>
      </pc:sldChg>
      <pc:sldChg chg="modSp mod">
        <pc:chgData name="Henry Valdemar Vest" userId="f5b1f0ec-4051-405f-83b3-0c678f78df49" providerId="ADAL" clId="{0B671710-12AA-4A9C-8982-6D6CBD054718}" dt="2026-10-05T08:07:11.638" v="599" actId="20577"/>
        <pc:sldMkLst>
          <pc:docMk/>
          <pc:sldMk cId="2704021194" sldId="273"/>
        </pc:sldMkLst>
        <pc:spChg chg="mod">
          <ac:chgData name="Henry Valdemar Vest" userId="f5b1f0ec-4051-405f-83b3-0c678f78df49" providerId="ADAL" clId="{0B671710-12AA-4A9C-8982-6D6CBD054718}" dt="2026-10-05T08:07:11.638" v="599" actId="20577"/>
          <ac:spMkLst>
            <pc:docMk/>
            <pc:sldMk cId="2704021194" sldId="273"/>
            <ac:spMk id="3" creationId="{E102D683-625D-49D6-A6D4-68AB16EF64DE}"/>
          </ac:spMkLst>
        </pc:spChg>
      </pc:sldChg>
      <pc:sldChg chg="modSp mod">
        <pc:chgData name="Henry Valdemar Vest" userId="f5b1f0ec-4051-405f-83b3-0c678f78df49" providerId="ADAL" clId="{0B671710-12AA-4A9C-8982-6D6CBD054718}" dt="2026-10-05T08:03:06.054" v="405" actId="20577"/>
        <pc:sldMkLst>
          <pc:docMk/>
          <pc:sldMk cId="815861828" sldId="274"/>
        </pc:sldMkLst>
        <pc:spChg chg="mod">
          <ac:chgData name="Henry Valdemar Vest" userId="f5b1f0ec-4051-405f-83b3-0c678f78df49" providerId="ADAL" clId="{0B671710-12AA-4A9C-8982-6D6CBD054718}" dt="2026-10-05T08:03:06.054" v="405" actId="20577"/>
          <ac:spMkLst>
            <pc:docMk/>
            <pc:sldMk cId="815861828" sldId="274"/>
            <ac:spMk id="3" creationId="{E369C487-B92D-478C-89FD-D9CC16D3AEF7}"/>
          </ac:spMkLst>
        </pc:spChg>
      </pc:sldChg>
      <pc:sldChg chg="addSp delSp modSp mod">
        <pc:chgData name="Henry Valdemar Vest" userId="f5b1f0ec-4051-405f-83b3-0c678f78df49" providerId="ADAL" clId="{0B671710-12AA-4A9C-8982-6D6CBD054718}" dt="2026-10-06T08:28:29.950" v="622" actId="20577"/>
        <pc:sldMkLst>
          <pc:docMk/>
          <pc:sldMk cId="3309923062" sldId="276"/>
        </pc:sldMkLst>
        <pc:spChg chg="mod">
          <ac:chgData name="Henry Valdemar Vest" userId="f5b1f0ec-4051-405f-83b3-0c678f78df49" providerId="ADAL" clId="{0B671710-12AA-4A9C-8982-6D6CBD054718}" dt="2026-10-06T08:27:43.084" v="600" actId="26606"/>
          <ac:spMkLst>
            <pc:docMk/>
            <pc:sldMk cId="3309923062" sldId="276"/>
            <ac:spMk id="2" creationId="{3BEABF80-D5EA-4ADA-B686-0FB73B668DCA}"/>
          </ac:spMkLst>
        </pc:spChg>
        <pc:spChg chg="mod">
          <ac:chgData name="Henry Valdemar Vest" userId="f5b1f0ec-4051-405f-83b3-0c678f78df49" providerId="ADAL" clId="{0B671710-12AA-4A9C-8982-6D6CBD054718}" dt="2026-10-06T08:27:43.084" v="600" actId="26606"/>
          <ac:spMkLst>
            <pc:docMk/>
            <pc:sldMk cId="3309923062" sldId="276"/>
            <ac:spMk id="3" creationId="{14586C35-F729-4636-9107-94C983261F11}"/>
          </ac:spMkLst>
        </pc:spChg>
        <pc:spChg chg="del">
          <ac:chgData name="Henry Valdemar Vest" userId="f5b1f0ec-4051-405f-83b3-0c678f78df49" providerId="ADAL" clId="{0B671710-12AA-4A9C-8982-6D6CBD054718}" dt="2026-10-06T08:27:43.084" v="600" actId="26606"/>
          <ac:spMkLst>
            <pc:docMk/>
            <pc:sldMk cId="3309923062" sldId="276"/>
            <ac:spMk id="9" creationId="{31DBE429-8660-4D88-BC47-B159B7251BBE}"/>
          </ac:spMkLst>
        </pc:spChg>
        <pc:spChg chg="del">
          <ac:chgData name="Henry Valdemar Vest" userId="f5b1f0ec-4051-405f-83b3-0c678f78df49" providerId="ADAL" clId="{0B671710-12AA-4A9C-8982-6D6CBD054718}" dt="2026-10-06T08:27:43.084" v="600" actId="26606"/>
          <ac:spMkLst>
            <pc:docMk/>
            <pc:sldMk cId="3309923062" sldId="276"/>
            <ac:spMk id="11" creationId="{BB7DF222-98CD-4513-8AEA-F83CF2A118FB}"/>
          </ac:spMkLst>
        </pc:spChg>
        <pc:spChg chg="del">
          <ac:chgData name="Henry Valdemar Vest" userId="f5b1f0ec-4051-405f-83b3-0c678f78df49" providerId="ADAL" clId="{0B671710-12AA-4A9C-8982-6D6CBD054718}" dt="2026-10-06T08:27:43.084" v="600" actId="26606"/>
          <ac:spMkLst>
            <pc:docMk/>
            <pc:sldMk cId="3309923062" sldId="276"/>
            <ac:spMk id="13" creationId="{92C98781-DD9B-44BA-B873-BD5060A9C4EF}"/>
          </ac:spMkLst>
        </pc:spChg>
        <pc:spChg chg="add">
          <ac:chgData name="Henry Valdemar Vest" userId="f5b1f0ec-4051-405f-83b3-0c678f78df49" providerId="ADAL" clId="{0B671710-12AA-4A9C-8982-6D6CBD054718}" dt="2026-10-06T08:27:43.084" v="600" actId="26606"/>
          <ac:spMkLst>
            <pc:docMk/>
            <pc:sldMk cId="3309923062" sldId="276"/>
            <ac:spMk id="18" creationId="{1BB01FB5-37B9-4EBD-AF40-DE68D3CA46A6}"/>
          </ac:spMkLst>
        </pc:spChg>
        <pc:spChg chg="add">
          <ac:chgData name="Henry Valdemar Vest" userId="f5b1f0ec-4051-405f-83b3-0c678f78df49" providerId="ADAL" clId="{0B671710-12AA-4A9C-8982-6D6CBD054718}" dt="2026-10-06T08:27:43.084" v="600" actId="26606"/>
          <ac:spMkLst>
            <pc:docMk/>
            <pc:sldMk cId="3309923062" sldId="276"/>
            <ac:spMk id="20" creationId="{06AF6A9A-0638-4916-AD29-9FC8FC07AE5F}"/>
          </ac:spMkLst>
        </pc:spChg>
        <pc:spChg chg="add">
          <ac:chgData name="Henry Valdemar Vest" userId="f5b1f0ec-4051-405f-83b3-0c678f78df49" providerId="ADAL" clId="{0B671710-12AA-4A9C-8982-6D6CBD054718}" dt="2026-10-06T08:27:43.084" v="600" actId="26606"/>
          <ac:spMkLst>
            <pc:docMk/>
            <pc:sldMk cId="3309923062" sldId="276"/>
            <ac:spMk id="22" creationId="{79057B2B-0D8C-47F2-836B-2E7DD462150A}"/>
          </ac:spMkLst>
        </pc:spChg>
        <pc:graphicFrameChg chg="mod ord modGraphic">
          <ac:chgData name="Henry Valdemar Vest" userId="f5b1f0ec-4051-405f-83b3-0c678f78df49" providerId="ADAL" clId="{0B671710-12AA-4A9C-8982-6D6CBD054718}" dt="2026-10-06T08:28:29.950" v="622" actId="20577"/>
          <ac:graphicFrameMkLst>
            <pc:docMk/>
            <pc:sldMk cId="3309923062" sldId="276"/>
            <ac:graphicFrameMk id="7" creationId="{D13CD3FF-74CF-4D4C-AB75-0CA266A28E22}"/>
          </ac:graphicFrameMkLst>
        </pc:graphicFrameChg>
      </pc:sldChg>
      <pc:sldChg chg="modSp mod">
        <pc:chgData name="Henry Valdemar Vest" userId="f5b1f0ec-4051-405f-83b3-0c678f78df49" providerId="ADAL" clId="{0B671710-12AA-4A9C-8982-6D6CBD054718}" dt="2026-10-05T08:04:08.302" v="409" actId="20577"/>
        <pc:sldMkLst>
          <pc:docMk/>
          <pc:sldMk cId="307581801" sldId="277"/>
        </pc:sldMkLst>
        <pc:spChg chg="mod">
          <ac:chgData name="Henry Valdemar Vest" userId="f5b1f0ec-4051-405f-83b3-0c678f78df49" providerId="ADAL" clId="{0B671710-12AA-4A9C-8982-6D6CBD054718}" dt="2026-10-05T08:04:08.302" v="409" actId="20577"/>
          <ac:spMkLst>
            <pc:docMk/>
            <pc:sldMk cId="307581801" sldId="277"/>
            <ac:spMk id="3" creationId="{4E1C5341-A4EB-470F-9DC4-7292D98E6F01}"/>
          </ac:spMkLst>
        </pc:spChg>
      </pc:sldChg>
      <pc:sldChg chg="del">
        <pc:chgData name="Henry Valdemar Vest" userId="f5b1f0ec-4051-405f-83b3-0c678f78df49" providerId="ADAL" clId="{0B671710-12AA-4A9C-8982-6D6CBD054718}" dt="2026-10-05T07:54:38.845" v="46" actId="2696"/>
        <pc:sldMkLst>
          <pc:docMk/>
          <pc:sldMk cId="3409415765" sldId="278"/>
        </pc:sldMkLst>
      </pc:sldChg>
      <pc:sldChg chg="del">
        <pc:chgData name="Henry Valdemar Vest" userId="f5b1f0ec-4051-405f-83b3-0c678f78df49" providerId="ADAL" clId="{0B671710-12AA-4A9C-8982-6D6CBD054718}" dt="2026-10-05T07:54:45.687" v="47" actId="47"/>
        <pc:sldMkLst>
          <pc:docMk/>
          <pc:sldMk cId="1826692078" sldId="279"/>
        </pc:sldMkLst>
      </pc:sldChg>
      <pc:sldChg chg="del">
        <pc:chgData name="Henry Valdemar Vest" userId="f5b1f0ec-4051-405f-83b3-0c678f78df49" providerId="ADAL" clId="{0B671710-12AA-4A9C-8982-6D6CBD054718}" dt="2026-10-05T07:55:03.926" v="65" actId="47"/>
        <pc:sldMkLst>
          <pc:docMk/>
          <pc:sldMk cId="362289009" sldId="280"/>
        </pc:sldMkLst>
      </pc:sldChg>
      <pc:sldChg chg="del">
        <pc:chgData name="Henry Valdemar Vest" userId="f5b1f0ec-4051-405f-83b3-0c678f78df49" providerId="ADAL" clId="{0B671710-12AA-4A9C-8982-6D6CBD054718}" dt="2026-10-05T07:55:51.779" v="86" actId="47"/>
        <pc:sldMkLst>
          <pc:docMk/>
          <pc:sldMk cId="1785057858" sldId="281"/>
        </pc:sldMkLst>
      </pc:sldChg>
      <pc:sldChg chg="del">
        <pc:chgData name="Henry Valdemar Vest" userId="f5b1f0ec-4051-405f-83b3-0c678f78df49" providerId="ADAL" clId="{0B671710-12AA-4A9C-8982-6D6CBD054718}" dt="2026-10-05T07:55:54.922" v="88" actId="47"/>
        <pc:sldMkLst>
          <pc:docMk/>
          <pc:sldMk cId="916493914" sldId="282"/>
        </pc:sldMkLst>
      </pc:sldChg>
      <pc:sldChg chg="del">
        <pc:chgData name="Henry Valdemar Vest" userId="f5b1f0ec-4051-405f-83b3-0c678f78df49" providerId="ADAL" clId="{0B671710-12AA-4A9C-8982-6D6CBD054718}" dt="2026-10-05T07:55:56.707" v="89" actId="47"/>
        <pc:sldMkLst>
          <pc:docMk/>
          <pc:sldMk cId="2843957802" sldId="283"/>
        </pc:sldMkLst>
      </pc:sldChg>
      <pc:sldChg chg="modSp mod">
        <pc:chgData name="Henry Valdemar Vest" userId="f5b1f0ec-4051-405f-83b3-0c678f78df49" providerId="ADAL" clId="{0B671710-12AA-4A9C-8982-6D6CBD054718}" dt="2026-10-05T08:04:52.469" v="417" actId="207"/>
        <pc:sldMkLst>
          <pc:docMk/>
          <pc:sldMk cId="1105006099" sldId="286"/>
        </pc:sldMkLst>
        <pc:spChg chg="mod">
          <ac:chgData name="Henry Valdemar Vest" userId="f5b1f0ec-4051-405f-83b3-0c678f78df49" providerId="ADAL" clId="{0B671710-12AA-4A9C-8982-6D6CBD054718}" dt="2026-10-05T08:04:52.469" v="417" actId="207"/>
          <ac:spMkLst>
            <pc:docMk/>
            <pc:sldMk cId="1105006099" sldId="286"/>
            <ac:spMk id="3" creationId="{DCD33CB8-E8F7-45DA-AAA5-8DDE32CC21E3}"/>
          </ac:spMkLst>
        </pc:spChg>
      </pc:sldChg>
      <pc:sldChg chg="del">
        <pc:chgData name="Henry Valdemar Vest" userId="f5b1f0ec-4051-405f-83b3-0c678f78df49" providerId="ADAL" clId="{0B671710-12AA-4A9C-8982-6D6CBD054718}" dt="2026-10-05T07:55:05.301" v="66" actId="47"/>
        <pc:sldMkLst>
          <pc:docMk/>
          <pc:sldMk cId="3140260722" sldId="287"/>
        </pc:sldMkLst>
      </pc:sldChg>
      <pc:sldChg chg="del">
        <pc:chgData name="Henry Valdemar Vest" userId="f5b1f0ec-4051-405f-83b3-0c678f78df49" providerId="ADAL" clId="{0B671710-12AA-4A9C-8982-6D6CBD054718}" dt="2026-10-05T07:55:05.887" v="67" actId="47"/>
        <pc:sldMkLst>
          <pc:docMk/>
          <pc:sldMk cId="1510848244" sldId="288"/>
        </pc:sldMkLst>
      </pc:sldChg>
      <pc:sldChg chg="addSp modSp add del mod">
        <pc:chgData name="Henry Valdemar Vest" userId="f5b1f0ec-4051-405f-83b3-0c678f78df49" providerId="ADAL" clId="{0B671710-12AA-4A9C-8982-6D6CBD054718}" dt="2026-10-05T07:58:46.147" v="127" actId="14100"/>
        <pc:sldMkLst>
          <pc:docMk/>
          <pc:sldMk cId="3158483312" sldId="289"/>
        </pc:sldMkLst>
        <pc:spChg chg="mod">
          <ac:chgData name="Henry Valdemar Vest" userId="f5b1f0ec-4051-405f-83b3-0c678f78df49" providerId="ADAL" clId="{0B671710-12AA-4A9C-8982-6D6CBD054718}" dt="2026-10-05T07:55:24.248" v="71" actId="6549"/>
          <ac:spMkLst>
            <pc:docMk/>
            <pc:sldMk cId="3158483312" sldId="289"/>
            <ac:spMk id="3" creationId="{D871CFE9-9421-45C8-9873-5F80FC4FEA1D}"/>
          </ac:spMkLst>
        </pc:spChg>
        <pc:spChg chg="add mod">
          <ac:chgData name="Henry Valdemar Vest" userId="f5b1f0ec-4051-405f-83b3-0c678f78df49" providerId="ADAL" clId="{0B671710-12AA-4A9C-8982-6D6CBD054718}" dt="2026-10-05T07:58:46.147" v="127" actId="14100"/>
          <ac:spMkLst>
            <pc:docMk/>
            <pc:sldMk cId="3158483312" sldId="289"/>
            <ac:spMk id="5" creationId="{E3196165-47C8-1158-C39A-CEE2299211C1}"/>
          </ac:spMkLst>
        </pc:spChg>
        <pc:spChg chg="add mod">
          <ac:chgData name="Henry Valdemar Vest" userId="f5b1f0ec-4051-405f-83b3-0c678f78df49" providerId="ADAL" clId="{0B671710-12AA-4A9C-8982-6D6CBD054718}" dt="2026-10-05T07:58:35.018" v="125" actId="1076"/>
          <ac:spMkLst>
            <pc:docMk/>
            <pc:sldMk cId="3158483312" sldId="289"/>
            <ac:spMk id="6" creationId="{39F385F3-1C11-3ED5-990D-C65FA5526AAA}"/>
          </ac:spMkLst>
        </pc:spChg>
        <pc:spChg chg="add mod">
          <ac:chgData name="Henry Valdemar Vest" userId="f5b1f0ec-4051-405f-83b3-0c678f78df49" providerId="ADAL" clId="{0B671710-12AA-4A9C-8982-6D6CBD054718}" dt="2026-10-05T07:58:41.808" v="126" actId="1076"/>
          <ac:spMkLst>
            <pc:docMk/>
            <pc:sldMk cId="3158483312" sldId="289"/>
            <ac:spMk id="7" creationId="{6819BF78-FB9F-5DEF-AA88-2B9E6D7CBC69}"/>
          </ac:spMkLst>
        </pc:spChg>
        <pc:spChg chg="add mod">
          <ac:chgData name="Henry Valdemar Vest" userId="f5b1f0ec-4051-405f-83b3-0c678f78df49" providerId="ADAL" clId="{0B671710-12AA-4A9C-8982-6D6CBD054718}" dt="2026-10-05T07:58:21.027" v="124" actId="20577"/>
          <ac:spMkLst>
            <pc:docMk/>
            <pc:sldMk cId="3158483312" sldId="289"/>
            <ac:spMk id="8" creationId="{118B2F6F-E1A0-3611-66A2-10A617D8FCC8}"/>
          </ac:spMkLst>
        </pc:spChg>
      </pc:sldChg>
      <pc:sldChg chg="del">
        <pc:chgData name="Henry Valdemar Vest" userId="f5b1f0ec-4051-405f-83b3-0c678f78df49" providerId="ADAL" clId="{0B671710-12AA-4A9C-8982-6D6CBD054718}" dt="2026-10-05T07:55:32.605" v="72" actId="47"/>
        <pc:sldMkLst>
          <pc:docMk/>
          <pc:sldMk cId="688074906" sldId="290"/>
        </pc:sldMkLst>
      </pc:sldChg>
      <pc:sldChg chg="del">
        <pc:chgData name="Henry Valdemar Vest" userId="f5b1f0ec-4051-405f-83b3-0c678f78df49" providerId="ADAL" clId="{0B671710-12AA-4A9C-8982-6D6CBD054718}" dt="2026-10-05T07:55:34.551" v="73" actId="47"/>
        <pc:sldMkLst>
          <pc:docMk/>
          <pc:sldMk cId="1455251395" sldId="291"/>
        </pc:sldMkLst>
      </pc:sldChg>
      <pc:sldChg chg="del">
        <pc:chgData name="Henry Valdemar Vest" userId="f5b1f0ec-4051-405f-83b3-0c678f78df49" providerId="ADAL" clId="{0B671710-12AA-4A9C-8982-6D6CBD054718}" dt="2026-10-05T07:55:35.945" v="74" actId="47"/>
        <pc:sldMkLst>
          <pc:docMk/>
          <pc:sldMk cId="3586851206" sldId="292"/>
        </pc:sldMkLst>
      </pc:sldChg>
      <pc:sldChg chg="del">
        <pc:chgData name="Henry Valdemar Vest" userId="f5b1f0ec-4051-405f-83b3-0c678f78df49" providerId="ADAL" clId="{0B671710-12AA-4A9C-8982-6D6CBD054718}" dt="2026-10-05T07:55:37.101" v="75" actId="47"/>
        <pc:sldMkLst>
          <pc:docMk/>
          <pc:sldMk cId="1755690311" sldId="293"/>
        </pc:sldMkLst>
      </pc:sldChg>
      <pc:sldChg chg="del">
        <pc:chgData name="Henry Valdemar Vest" userId="f5b1f0ec-4051-405f-83b3-0c678f78df49" providerId="ADAL" clId="{0B671710-12AA-4A9C-8982-6D6CBD054718}" dt="2026-10-05T07:55:38.019" v="76" actId="47"/>
        <pc:sldMkLst>
          <pc:docMk/>
          <pc:sldMk cId="2344222807" sldId="294"/>
        </pc:sldMkLst>
      </pc:sldChg>
      <pc:sldChg chg="del">
        <pc:chgData name="Henry Valdemar Vest" userId="f5b1f0ec-4051-405f-83b3-0c678f78df49" providerId="ADAL" clId="{0B671710-12AA-4A9C-8982-6D6CBD054718}" dt="2026-10-05T07:55:38.989" v="77" actId="47"/>
        <pc:sldMkLst>
          <pc:docMk/>
          <pc:sldMk cId="2645530281" sldId="295"/>
        </pc:sldMkLst>
      </pc:sldChg>
      <pc:sldChg chg="del">
        <pc:chgData name="Henry Valdemar Vest" userId="f5b1f0ec-4051-405f-83b3-0c678f78df49" providerId="ADAL" clId="{0B671710-12AA-4A9C-8982-6D6CBD054718}" dt="2026-10-05T07:55:39.862" v="78" actId="47"/>
        <pc:sldMkLst>
          <pc:docMk/>
          <pc:sldMk cId="1256817528" sldId="296"/>
        </pc:sldMkLst>
      </pc:sldChg>
      <pc:sldChg chg="del">
        <pc:chgData name="Henry Valdemar Vest" userId="f5b1f0ec-4051-405f-83b3-0c678f78df49" providerId="ADAL" clId="{0B671710-12AA-4A9C-8982-6D6CBD054718}" dt="2026-10-05T07:55:40.628" v="79" actId="47"/>
        <pc:sldMkLst>
          <pc:docMk/>
          <pc:sldMk cId="724991047" sldId="297"/>
        </pc:sldMkLst>
      </pc:sldChg>
      <pc:sldChg chg="del">
        <pc:chgData name="Henry Valdemar Vest" userId="f5b1f0ec-4051-405f-83b3-0c678f78df49" providerId="ADAL" clId="{0B671710-12AA-4A9C-8982-6D6CBD054718}" dt="2026-10-05T07:55:41.406" v="80" actId="47"/>
        <pc:sldMkLst>
          <pc:docMk/>
          <pc:sldMk cId="2335917525" sldId="298"/>
        </pc:sldMkLst>
      </pc:sldChg>
      <pc:sldChg chg="del">
        <pc:chgData name="Henry Valdemar Vest" userId="f5b1f0ec-4051-405f-83b3-0c678f78df49" providerId="ADAL" clId="{0B671710-12AA-4A9C-8982-6D6CBD054718}" dt="2026-10-05T07:55:42.178" v="81" actId="47"/>
        <pc:sldMkLst>
          <pc:docMk/>
          <pc:sldMk cId="3398476909" sldId="299"/>
        </pc:sldMkLst>
      </pc:sldChg>
      <pc:sldChg chg="del">
        <pc:chgData name="Henry Valdemar Vest" userId="f5b1f0ec-4051-405f-83b3-0c678f78df49" providerId="ADAL" clId="{0B671710-12AA-4A9C-8982-6D6CBD054718}" dt="2026-10-05T07:55:43.197" v="82" actId="47"/>
        <pc:sldMkLst>
          <pc:docMk/>
          <pc:sldMk cId="2646280894" sldId="300"/>
        </pc:sldMkLst>
      </pc:sldChg>
      <pc:sldChg chg="del">
        <pc:chgData name="Henry Valdemar Vest" userId="f5b1f0ec-4051-405f-83b3-0c678f78df49" providerId="ADAL" clId="{0B671710-12AA-4A9C-8982-6D6CBD054718}" dt="2026-10-05T07:55:46.379" v="83" actId="47"/>
        <pc:sldMkLst>
          <pc:docMk/>
          <pc:sldMk cId="2184660149" sldId="301"/>
        </pc:sldMkLst>
      </pc:sldChg>
      <pc:sldChg chg="del">
        <pc:chgData name="Henry Valdemar Vest" userId="f5b1f0ec-4051-405f-83b3-0c678f78df49" providerId="ADAL" clId="{0B671710-12AA-4A9C-8982-6D6CBD054718}" dt="2026-10-05T08:01:30.077" v="214" actId="47"/>
        <pc:sldMkLst>
          <pc:docMk/>
          <pc:sldMk cId="3113270036" sldId="302"/>
        </pc:sldMkLst>
      </pc:sldChg>
      <pc:sldChg chg="del">
        <pc:chgData name="Henry Valdemar Vest" userId="f5b1f0ec-4051-405f-83b3-0c678f78df49" providerId="ADAL" clId="{0B671710-12AA-4A9C-8982-6D6CBD054718}" dt="2026-10-05T08:05:02.808" v="418" actId="47"/>
        <pc:sldMkLst>
          <pc:docMk/>
          <pc:sldMk cId="3097857057" sldId="303"/>
        </pc:sldMkLst>
      </pc:sldChg>
      <pc:sldChg chg="del">
        <pc:chgData name="Henry Valdemar Vest" userId="f5b1f0ec-4051-405f-83b3-0c678f78df49" providerId="ADAL" clId="{0B671710-12AA-4A9C-8982-6D6CBD054718}" dt="2026-10-05T07:54:53.299" v="54" actId="47"/>
        <pc:sldMkLst>
          <pc:docMk/>
          <pc:sldMk cId="578074381" sldId="304"/>
        </pc:sldMkLst>
      </pc:sldChg>
      <pc:sldChg chg="del">
        <pc:chgData name="Henry Valdemar Vest" userId="f5b1f0ec-4051-405f-83b3-0c678f78df49" providerId="ADAL" clId="{0B671710-12AA-4A9C-8982-6D6CBD054718}" dt="2026-10-05T07:55:03.315" v="64" actId="47"/>
        <pc:sldMkLst>
          <pc:docMk/>
          <pc:sldMk cId="592025756" sldId="305"/>
        </pc:sldMkLst>
      </pc:sldChg>
      <pc:sldChg chg="del">
        <pc:chgData name="Henry Valdemar Vest" userId="f5b1f0ec-4051-405f-83b3-0c678f78df49" providerId="ADAL" clId="{0B671710-12AA-4A9C-8982-6D6CBD054718}" dt="2026-10-05T07:55:47.282" v="84" actId="47"/>
        <pc:sldMkLst>
          <pc:docMk/>
          <pc:sldMk cId="3537526853" sldId="306"/>
        </pc:sldMkLst>
      </pc:sldChg>
      <pc:sldChg chg="del">
        <pc:chgData name="Henry Valdemar Vest" userId="f5b1f0ec-4051-405f-83b3-0c678f78df49" providerId="ADAL" clId="{0B671710-12AA-4A9C-8982-6D6CBD054718}" dt="2026-10-05T07:55:53.137" v="87" actId="47"/>
        <pc:sldMkLst>
          <pc:docMk/>
          <pc:sldMk cId="1267711225" sldId="307"/>
        </pc:sldMkLst>
      </pc:sldChg>
      <pc:sldChg chg="del">
        <pc:chgData name="Henry Valdemar Vest" userId="f5b1f0ec-4051-405f-83b3-0c678f78df49" providerId="ADAL" clId="{0B671710-12AA-4A9C-8982-6D6CBD054718}" dt="2026-10-05T07:55:58.387" v="90" actId="47"/>
        <pc:sldMkLst>
          <pc:docMk/>
          <pc:sldMk cId="115582161" sldId="308"/>
        </pc:sldMkLst>
      </pc:sldChg>
      <pc:sldChg chg="del">
        <pc:chgData name="Henry Valdemar Vest" userId="f5b1f0ec-4051-405f-83b3-0c678f78df49" providerId="ADAL" clId="{0B671710-12AA-4A9C-8982-6D6CBD054718}" dt="2026-10-05T07:55:50.110" v="85" actId="47"/>
        <pc:sldMkLst>
          <pc:docMk/>
          <pc:sldMk cId="1460092162" sldId="312"/>
        </pc:sldMkLst>
      </pc:sldChg>
      <pc:sldChg chg="del">
        <pc:chgData name="Henry Valdemar Vest" userId="f5b1f0ec-4051-405f-83b3-0c678f78df49" providerId="ADAL" clId="{0B671710-12AA-4A9C-8982-6D6CBD054718}" dt="2026-10-05T07:55:06.729" v="68" actId="47"/>
        <pc:sldMkLst>
          <pc:docMk/>
          <pc:sldMk cId="1304660917" sldId="313"/>
        </pc:sldMkLst>
      </pc:sldChg>
      <pc:sldChg chg="modSp new mod">
        <pc:chgData name="Henry Valdemar Vest" userId="f5b1f0ec-4051-405f-83b3-0c678f78df49" providerId="ADAL" clId="{0B671710-12AA-4A9C-8982-6D6CBD054718}" dt="2026-10-05T07:59:58.040" v="208" actId="20577"/>
        <pc:sldMkLst>
          <pc:docMk/>
          <pc:sldMk cId="2841770413" sldId="314"/>
        </pc:sldMkLst>
        <pc:spChg chg="mod">
          <ac:chgData name="Henry Valdemar Vest" userId="f5b1f0ec-4051-405f-83b3-0c678f78df49" providerId="ADAL" clId="{0B671710-12AA-4A9C-8982-6D6CBD054718}" dt="2026-10-05T07:54:16.603" v="45" actId="20577"/>
          <ac:spMkLst>
            <pc:docMk/>
            <pc:sldMk cId="2841770413" sldId="314"/>
            <ac:spMk id="2" creationId="{F291877D-63C1-3B1B-6C95-430F5E8FBF26}"/>
          </ac:spMkLst>
        </pc:spChg>
        <pc:spChg chg="mod">
          <ac:chgData name="Henry Valdemar Vest" userId="f5b1f0ec-4051-405f-83b3-0c678f78df49" providerId="ADAL" clId="{0B671710-12AA-4A9C-8982-6D6CBD054718}" dt="2026-10-05T07:59:58.040" v="208" actId="20577"/>
          <ac:spMkLst>
            <pc:docMk/>
            <pc:sldMk cId="2841770413" sldId="314"/>
            <ac:spMk id="3" creationId="{43923927-7BC7-B24B-23DD-9077F47C0AF1}"/>
          </ac:spMkLst>
        </pc:spChg>
      </pc:sldChg>
      <pc:sldChg chg="modSp new mod">
        <pc:chgData name="Henry Valdemar Vest" userId="f5b1f0ec-4051-405f-83b3-0c678f78df49" providerId="ADAL" clId="{0B671710-12AA-4A9C-8982-6D6CBD054718}" dt="2026-10-05T08:03:27.317" v="407" actId="207"/>
        <pc:sldMkLst>
          <pc:docMk/>
          <pc:sldMk cId="3774398842" sldId="315"/>
        </pc:sldMkLst>
        <pc:spChg chg="mod">
          <ac:chgData name="Henry Valdemar Vest" userId="f5b1f0ec-4051-405f-83b3-0c678f78df49" providerId="ADAL" clId="{0B671710-12AA-4A9C-8982-6D6CBD054718}" dt="2026-10-05T08:01:51.232" v="231" actId="20577"/>
          <ac:spMkLst>
            <pc:docMk/>
            <pc:sldMk cId="3774398842" sldId="315"/>
            <ac:spMk id="2" creationId="{D6392C44-D8DD-4084-F38F-38EEB57E7D81}"/>
          </ac:spMkLst>
        </pc:spChg>
        <pc:spChg chg="mod">
          <ac:chgData name="Henry Valdemar Vest" userId="f5b1f0ec-4051-405f-83b3-0c678f78df49" providerId="ADAL" clId="{0B671710-12AA-4A9C-8982-6D6CBD054718}" dt="2026-10-05T08:03:27.317" v="407" actId="207"/>
          <ac:spMkLst>
            <pc:docMk/>
            <pc:sldMk cId="3774398842" sldId="315"/>
            <ac:spMk id="3" creationId="{240144FA-059F-6F01-90D9-4B22445F5787}"/>
          </ac:spMkLst>
        </pc:spChg>
      </pc:sldChg>
      <pc:sldChg chg="modSp new mod">
        <pc:chgData name="Henry Valdemar Vest" userId="f5b1f0ec-4051-405f-83b3-0c678f78df49" providerId="ADAL" clId="{0B671710-12AA-4A9C-8982-6D6CBD054718}" dt="2026-10-05T08:06:35.786" v="597" actId="20577"/>
        <pc:sldMkLst>
          <pc:docMk/>
          <pc:sldMk cId="1243355668" sldId="316"/>
        </pc:sldMkLst>
        <pc:spChg chg="mod">
          <ac:chgData name="Henry Valdemar Vest" userId="f5b1f0ec-4051-405f-83b3-0c678f78df49" providerId="ADAL" clId="{0B671710-12AA-4A9C-8982-6D6CBD054718}" dt="2026-10-05T08:05:16.426" v="427" actId="20577"/>
          <ac:spMkLst>
            <pc:docMk/>
            <pc:sldMk cId="1243355668" sldId="316"/>
            <ac:spMk id="2" creationId="{1234F4D2-399A-10CD-0EAB-1D0B1FA83099}"/>
          </ac:spMkLst>
        </pc:spChg>
        <pc:spChg chg="mod">
          <ac:chgData name="Henry Valdemar Vest" userId="f5b1f0ec-4051-405f-83b3-0c678f78df49" providerId="ADAL" clId="{0B671710-12AA-4A9C-8982-6D6CBD054718}" dt="2026-10-05T08:06:35.786" v="597" actId="20577"/>
          <ac:spMkLst>
            <pc:docMk/>
            <pc:sldMk cId="1243355668" sldId="316"/>
            <ac:spMk id="3" creationId="{4EAA7754-B543-5D65-3831-A75653B739E9}"/>
          </ac:spMkLst>
        </pc:spChg>
      </pc:sldChg>
      <pc:sldChg chg="addSp delSp modSp new mod">
        <pc:chgData name="Henry Valdemar Vest" userId="f5b1f0ec-4051-405f-83b3-0c678f78df49" providerId="ADAL" clId="{0B671710-12AA-4A9C-8982-6D6CBD054718}" dt="2026-10-06T08:30:15.197" v="672" actId="20577"/>
        <pc:sldMkLst>
          <pc:docMk/>
          <pc:sldMk cId="3719628241" sldId="317"/>
        </pc:sldMkLst>
        <pc:spChg chg="mod">
          <ac:chgData name="Henry Valdemar Vest" userId="f5b1f0ec-4051-405f-83b3-0c678f78df49" providerId="ADAL" clId="{0B671710-12AA-4A9C-8982-6D6CBD054718}" dt="2026-10-06T08:28:49.286" v="630" actId="20577"/>
          <ac:spMkLst>
            <pc:docMk/>
            <pc:sldMk cId="3719628241" sldId="317"/>
            <ac:spMk id="2" creationId="{E3D3C70F-A007-24B4-752E-DFDF26F2A4A9}"/>
          </ac:spMkLst>
        </pc:spChg>
        <pc:spChg chg="del mod">
          <ac:chgData name="Henry Valdemar Vest" userId="f5b1f0ec-4051-405f-83b3-0c678f78df49" providerId="ADAL" clId="{0B671710-12AA-4A9C-8982-6D6CBD054718}" dt="2026-10-06T08:29:42.942" v="667" actId="26606"/>
          <ac:spMkLst>
            <pc:docMk/>
            <pc:sldMk cId="3719628241" sldId="317"/>
            <ac:spMk id="3" creationId="{276BAE29-BA20-B5E8-0F82-D75EAC6A72B5}"/>
          </ac:spMkLst>
        </pc:spChg>
        <pc:graphicFrameChg chg="add modGraphic">
          <ac:chgData name="Henry Valdemar Vest" userId="f5b1f0ec-4051-405f-83b3-0c678f78df49" providerId="ADAL" clId="{0B671710-12AA-4A9C-8982-6D6CBD054718}" dt="2026-10-06T08:30:15.197" v="672" actId="20577"/>
          <ac:graphicFrameMkLst>
            <pc:docMk/>
            <pc:sldMk cId="3719628241" sldId="317"/>
            <ac:graphicFrameMk id="6" creationId="{E9C9A6E6-FE46-4905-9A66-A6C1E5E43325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3CC3E3-1628-46A7-A491-46593FA96A8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CDD0E5D-D403-48DA-9A80-FEF235269F2D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Opgaver: 1</a:t>
          </a:r>
          <a:endParaRPr lang="en-US" dirty="0"/>
        </a:p>
      </dgm:t>
    </dgm:pt>
    <dgm:pt modelId="{0FE33B4D-6BAF-49EF-BFB3-326D8A1812EC}" type="parTrans" cxnId="{D7906DC9-8709-4CDC-817C-0D65C5808342}">
      <dgm:prSet/>
      <dgm:spPr/>
      <dgm:t>
        <a:bodyPr/>
        <a:lstStyle/>
        <a:p>
          <a:endParaRPr lang="en-US"/>
        </a:p>
      </dgm:t>
    </dgm:pt>
    <dgm:pt modelId="{0AA89A47-7453-40DD-94DE-C277C775B905}" type="sibTrans" cxnId="{D7906DC9-8709-4CDC-817C-0D65C5808342}">
      <dgm:prSet/>
      <dgm:spPr/>
      <dgm:t>
        <a:bodyPr/>
        <a:lstStyle/>
        <a:p>
          <a:endParaRPr lang="en-US"/>
        </a:p>
      </dgm:t>
    </dgm:pt>
    <dgm:pt modelId="{5AF60450-29A5-470A-A1BD-1DBD10547222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15 minutter</a:t>
          </a:r>
          <a:endParaRPr lang="en-US" dirty="0"/>
        </a:p>
      </dgm:t>
    </dgm:pt>
    <dgm:pt modelId="{2255F274-5D2D-4C18-8D77-02AB0AE73609}" type="parTrans" cxnId="{369411E7-04F2-4A9C-8030-84E0C4C9555C}">
      <dgm:prSet/>
      <dgm:spPr/>
      <dgm:t>
        <a:bodyPr/>
        <a:lstStyle/>
        <a:p>
          <a:endParaRPr lang="en-US"/>
        </a:p>
      </dgm:t>
    </dgm:pt>
    <dgm:pt modelId="{59A1316F-330D-45E2-A193-62FE00AB9FD9}" type="sibTrans" cxnId="{369411E7-04F2-4A9C-8030-84E0C4C9555C}">
      <dgm:prSet/>
      <dgm:spPr/>
      <dgm:t>
        <a:bodyPr/>
        <a:lstStyle/>
        <a:p>
          <a:endParaRPr lang="en-US"/>
        </a:p>
      </dgm:t>
    </dgm:pt>
    <dgm:pt modelId="{FF7549F8-767B-45A8-B50D-10C7D25DADCF}" type="pres">
      <dgm:prSet presAssocID="{523CC3E3-1628-46A7-A491-46593FA96A8A}" presName="root" presStyleCnt="0">
        <dgm:presLayoutVars>
          <dgm:dir/>
          <dgm:resizeHandles val="exact"/>
        </dgm:presLayoutVars>
      </dgm:prSet>
      <dgm:spPr/>
    </dgm:pt>
    <dgm:pt modelId="{F90E7462-2FE5-451A-9BAC-D87740E92D56}" type="pres">
      <dgm:prSet presAssocID="{ACDD0E5D-D403-48DA-9A80-FEF235269F2D}" presName="compNode" presStyleCnt="0"/>
      <dgm:spPr/>
    </dgm:pt>
    <dgm:pt modelId="{0F534B65-5EC1-42FF-AB2B-070B8FA4B18E}" type="pres">
      <dgm:prSet presAssocID="{ACDD0E5D-D403-48DA-9A80-FEF235269F2D}" presName="bgRect" presStyleLbl="bgShp" presStyleIdx="0" presStyleCnt="2"/>
      <dgm:spPr/>
    </dgm:pt>
    <dgm:pt modelId="{29061941-6C69-4C7C-A899-D66B1739FC9D}" type="pres">
      <dgm:prSet presAssocID="{ACDD0E5D-D403-48DA-9A80-FEF235269F2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1DAD0EA9-1DB5-49E5-8172-241F4913BD2B}" type="pres">
      <dgm:prSet presAssocID="{ACDD0E5D-D403-48DA-9A80-FEF235269F2D}" presName="spaceRect" presStyleCnt="0"/>
      <dgm:spPr/>
    </dgm:pt>
    <dgm:pt modelId="{6639CCB2-AC24-44BE-ABED-069A8B54B505}" type="pres">
      <dgm:prSet presAssocID="{ACDD0E5D-D403-48DA-9A80-FEF235269F2D}" presName="parTx" presStyleLbl="revTx" presStyleIdx="0" presStyleCnt="2">
        <dgm:presLayoutVars>
          <dgm:chMax val="0"/>
          <dgm:chPref val="0"/>
        </dgm:presLayoutVars>
      </dgm:prSet>
      <dgm:spPr/>
    </dgm:pt>
    <dgm:pt modelId="{1304C17A-3651-4949-A832-8E1A02DB08CF}" type="pres">
      <dgm:prSet presAssocID="{0AA89A47-7453-40DD-94DE-C277C775B905}" presName="sibTrans" presStyleCnt="0"/>
      <dgm:spPr/>
    </dgm:pt>
    <dgm:pt modelId="{76816CEF-8D83-4E51-8D82-72D10E1F23AD}" type="pres">
      <dgm:prSet presAssocID="{5AF60450-29A5-470A-A1BD-1DBD10547222}" presName="compNode" presStyleCnt="0"/>
      <dgm:spPr/>
    </dgm:pt>
    <dgm:pt modelId="{50A63808-BF19-4B58-9665-A3E6F347B581}" type="pres">
      <dgm:prSet presAssocID="{5AF60450-29A5-470A-A1BD-1DBD10547222}" presName="bgRect" presStyleLbl="bgShp" presStyleIdx="1" presStyleCnt="2"/>
      <dgm:spPr/>
    </dgm:pt>
    <dgm:pt modelId="{299158B3-5C8D-4AD8-ADC1-AFFEEA69B165}" type="pres">
      <dgm:prSet presAssocID="{5AF60450-29A5-470A-A1BD-1DBD10547222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62F1D760-6337-4493-9A93-7F28F5FBF8A2}" type="pres">
      <dgm:prSet presAssocID="{5AF60450-29A5-470A-A1BD-1DBD10547222}" presName="spaceRect" presStyleCnt="0"/>
      <dgm:spPr/>
    </dgm:pt>
    <dgm:pt modelId="{5E81403B-D91C-4D7D-B096-7B7EE39D827A}" type="pres">
      <dgm:prSet presAssocID="{5AF60450-29A5-470A-A1BD-1DBD1054722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1297414-CFE9-43AB-92B0-29452F24FBB4}" type="presOf" srcId="{ACDD0E5D-D403-48DA-9A80-FEF235269F2D}" destId="{6639CCB2-AC24-44BE-ABED-069A8B54B505}" srcOrd="0" destOrd="0" presId="urn:microsoft.com/office/officeart/2018/2/layout/IconVerticalSolidList"/>
    <dgm:cxn modelId="{95A04F2A-3DF6-4C30-BF76-6B9CA5F97622}" type="presOf" srcId="{523CC3E3-1628-46A7-A491-46593FA96A8A}" destId="{FF7549F8-767B-45A8-B50D-10C7D25DADCF}" srcOrd="0" destOrd="0" presId="urn:microsoft.com/office/officeart/2018/2/layout/IconVerticalSolidList"/>
    <dgm:cxn modelId="{25256941-D2F4-4499-A632-5A85D0B943F5}" type="presOf" srcId="{5AF60450-29A5-470A-A1BD-1DBD10547222}" destId="{5E81403B-D91C-4D7D-B096-7B7EE39D827A}" srcOrd="0" destOrd="0" presId="urn:microsoft.com/office/officeart/2018/2/layout/IconVerticalSolidList"/>
    <dgm:cxn modelId="{D7906DC9-8709-4CDC-817C-0D65C5808342}" srcId="{523CC3E3-1628-46A7-A491-46593FA96A8A}" destId="{ACDD0E5D-D403-48DA-9A80-FEF235269F2D}" srcOrd="0" destOrd="0" parTransId="{0FE33B4D-6BAF-49EF-BFB3-326D8A1812EC}" sibTransId="{0AA89A47-7453-40DD-94DE-C277C775B905}"/>
    <dgm:cxn modelId="{369411E7-04F2-4A9C-8030-84E0C4C9555C}" srcId="{523CC3E3-1628-46A7-A491-46593FA96A8A}" destId="{5AF60450-29A5-470A-A1BD-1DBD10547222}" srcOrd="1" destOrd="0" parTransId="{2255F274-5D2D-4C18-8D77-02AB0AE73609}" sibTransId="{59A1316F-330D-45E2-A193-62FE00AB9FD9}"/>
    <dgm:cxn modelId="{E554457A-77F9-4BFD-B000-77635927BD93}" type="presParOf" srcId="{FF7549F8-767B-45A8-B50D-10C7D25DADCF}" destId="{F90E7462-2FE5-451A-9BAC-D87740E92D56}" srcOrd="0" destOrd="0" presId="urn:microsoft.com/office/officeart/2018/2/layout/IconVerticalSolidList"/>
    <dgm:cxn modelId="{FC05DDA3-FF54-4486-B1A8-979022C9544F}" type="presParOf" srcId="{F90E7462-2FE5-451A-9BAC-D87740E92D56}" destId="{0F534B65-5EC1-42FF-AB2B-070B8FA4B18E}" srcOrd="0" destOrd="0" presId="urn:microsoft.com/office/officeart/2018/2/layout/IconVerticalSolidList"/>
    <dgm:cxn modelId="{3DAEE7AF-6FE2-4247-9578-78CB6D162680}" type="presParOf" srcId="{F90E7462-2FE5-451A-9BAC-D87740E92D56}" destId="{29061941-6C69-4C7C-A899-D66B1739FC9D}" srcOrd="1" destOrd="0" presId="urn:microsoft.com/office/officeart/2018/2/layout/IconVerticalSolidList"/>
    <dgm:cxn modelId="{D9519101-FB47-4B01-A468-D54C68DF4244}" type="presParOf" srcId="{F90E7462-2FE5-451A-9BAC-D87740E92D56}" destId="{1DAD0EA9-1DB5-49E5-8172-241F4913BD2B}" srcOrd="2" destOrd="0" presId="urn:microsoft.com/office/officeart/2018/2/layout/IconVerticalSolidList"/>
    <dgm:cxn modelId="{CDAB3183-759C-45E3-BB30-C16FBAB94290}" type="presParOf" srcId="{F90E7462-2FE5-451A-9BAC-D87740E92D56}" destId="{6639CCB2-AC24-44BE-ABED-069A8B54B505}" srcOrd="3" destOrd="0" presId="urn:microsoft.com/office/officeart/2018/2/layout/IconVerticalSolidList"/>
    <dgm:cxn modelId="{A0FA81B2-7C2E-46ED-8E97-6CDDCA3572F2}" type="presParOf" srcId="{FF7549F8-767B-45A8-B50D-10C7D25DADCF}" destId="{1304C17A-3651-4949-A832-8E1A02DB08CF}" srcOrd="1" destOrd="0" presId="urn:microsoft.com/office/officeart/2018/2/layout/IconVerticalSolidList"/>
    <dgm:cxn modelId="{AD53EBA3-1E63-43FB-B7D8-E47BE3301FDC}" type="presParOf" srcId="{FF7549F8-767B-45A8-B50D-10C7D25DADCF}" destId="{76816CEF-8D83-4E51-8D82-72D10E1F23AD}" srcOrd="2" destOrd="0" presId="urn:microsoft.com/office/officeart/2018/2/layout/IconVerticalSolidList"/>
    <dgm:cxn modelId="{A1840D2E-92FC-4402-8374-316E935BC5E5}" type="presParOf" srcId="{76816CEF-8D83-4E51-8D82-72D10E1F23AD}" destId="{50A63808-BF19-4B58-9665-A3E6F347B581}" srcOrd="0" destOrd="0" presId="urn:microsoft.com/office/officeart/2018/2/layout/IconVerticalSolidList"/>
    <dgm:cxn modelId="{2F6FF550-52A2-4919-A3F6-50499877F653}" type="presParOf" srcId="{76816CEF-8D83-4E51-8D82-72D10E1F23AD}" destId="{299158B3-5C8D-4AD8-ADC1-AFFEEA69B165}" srcOrd="1" destOrd="0" presId="urn:microsoft.com/office/officeart/2018/2/layout/IconVerticalSolidList"/>
    <dgm:cxn modelId="{24BC8E05-61F7-4629-B95B-EE00E4E08AD0}" type="presParOf" srcId="{76816CEF-8D83-4E51-8D82-72D10E1F23AD}" destId="{62F1D760-6337-4493-9A93-7F28F5FBF8A2}" srcOrd="2" destOrd="0" presId="urn:microsoft.com/office/officeart/2018/2/layout/IconVerticalSolidList"/>
    <dgm:cxn modelId="{B5601538-0FB1-4C7B-B2D9-D65458F41C1A}" type="presParOf" srcId="{76816CEF-8D83-4E51-8D82-72D10E1F23AD}" destId="{5E81403B-D91C-4D7D-B096-7B7EE39D827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4CEB56-72E5-49DA-ABC6-1985C2ECBFF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4B11112-016F-4333-B414-41C68E635C51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Opgaver: 2-3</a:t>
          </a:r>
          <a:endParaRPr lang="en-US" dirty="0"/>
        </a:p>
      </dgm:t>
    </dgm:pt>
    <dgm:pt modelId="{F656140B-E6BB-4D13-91F4-BF787B33424D}" type="parTrans" cxnId="{7B10957D-1CBB-4CB7-864D-526C173FD702}">
      <dgm:prSet/>
      <dgm:spPr/>
      <dgm:t>
        <a:bodyPr/>
        <a:lstStyle/>
        <a:p>
          <a:endParaRPr lang="en-US"/>
        </a:p>
      </dgm:t>
    </dgm:pt>
    <dgm:pt modelId="{8FAC5578-B8E8-4DF9-8C0A-66D007C11E39}" type="sibTrans" cxnId="{7B10957D-1CBB-4CB7-864D-526C173FD702}">
      <dgm:prSet/>
      <dgm:spPr/>
      <dgm:t>
        <a:bodyPr/>
        <a:lstStyle/>
        <a:p>
          <a:endParaRPr lang="en-US"/>
        </a:p>
      </dgm:t>
    </dgm:pt>
    <dgm:pt modelId="{8EA9928E-469A-4FD7-9A7E-1903A5BCD98B}">
      <dgm:prSet/>
      <dgm:spPr/>
      <dgm:t>
        <a:bodyPr/>
        <a:lstStyle/>
        <a:p>
          <a:pPr>
            <a:lnSpc>
              <a:spcPct val="100000"/>
            </a:lnSpc>
          </a:pPr>
          <a:r>
            <a:rPr lang="da-DK"/>
            <a:t>20 min.</a:t>
          </a:r>
          <a:endParaRPr lang="en-US" dirty="0"/>
        </a:p>
      </dgm:t>
    </dgm:pt>
    <dgm:pt modelId="{504EC363-4395-45D5-97E5-CD37E86A44D7}" type="parTrans" cxnId="{2CBA5327-E509-4CFA-92C5-D08F6412E87D}">
      <dgm:prSet/>
      <dgm:spPr/>
      <dgm:t>
        <a:bodyPr/>
        <a:lstStyle/>
        <a:p>
          <a:endParaRPr lang="en-US"/>
        </a:p>
      </dgm:t>
    </dgm:pt>
    <dgm:pt modelId="{5EB11AD9-D632-43A3-A80A-4DD7FF32FE68}" type="sibTrans" cxnId="{2CBA5327-E509-4CFA-92C5-D08F6412E87D}">
      <dgm:prSet/>
      <dgm:spPr/>
      <dgm:t>
        <a:bodyPr/>
        <a:lstStyle/>
        <a:p>
          <a:endParaRPr lang="en-US"/>
        </a:p>
      </dgm:t>
    </dgm:pt>
    <dgm:pt modelId="{D8270253-030B-4837-B1FF-F5D33D8C72D2}" type="pres">
      <dgm:prSet presAssocID="{9B4CEB56-72E5-49DA-ABC6-1985C2ECBFFF}" presName="root" presStyleCnt="0">
        <dgm:presLayoutVars>
          <dgm:dir/>
          <dgm:resizeHandles val="exact"/>
        </dgm:presLayoutVars>
      </dgm:prSet>
      <dgm:spPr/>
    </dgm:pt>
    <dgm:pt modelId="{5820B6E0-B592-406E-9354-8C251C150FBC}" type="pres">
      <dgm:prSet presAssocID="{D4B11112-016F-4333-B414-41C68E635C51}" presName="compNode" presStyleCnt="0"/>
      <dgm:spPr/>
    </dgm:pt>
    <dgm:pt modelId="{D2E9FD85-5E3A-4260-8CFF-74E10DD48F78}" type="pres">
      <dgm:prSet presAssocID="{D4B11112-016F-4333-B414-41C68E635C51}" presName="bgRect" presStyleLbl="bgShp" presStyleIdx="0" presStyleCnt="2"/>
      <dgm:spPr/>
    </dgm:pt>
    <dgm:pt modelId="{855D4AD4-61C2-475F-9725-D72EA61A184C}" type="pres">
      <dgm:prSet presAssocID="{D4B11112-016F-4333-B414-41C68E635C51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ki"/>
        </a:ext>
      </dgm:extLst>
    </dgm:pt>
    <dgm:pt modelId="{AF57463C-DF9E-473D-ABBD-1161C95B07CC}" type="pres">
      <dgm:prSet presAssocID="{D4B11112-016F-4333-B414-41C68E635C51}" presName="spaceRect" presStyleCnt="0"/>
      <dgm:spPr/>
    </dgm:pt>
    <dgm:pt modelId="{B02F849D-F60A-4518-8D93-2155810E8554}" type="pres">
      <dgm:prSet presAssocID="{D4B11112-016F-4333-B414-41C68E635C51}" presName="parTx" presStyleLbl="revTx" presStyleIdx="0" presStyleCnt="2">
        <dgm:presLayoutVars>
          <dgm:chMax val="0"/>
          <dgm:chPref val="0"/>
        </dgm:presLayoutVars>
      </dgm:prSet>
      <dgm:spPr/>
    </dgm:pt>
    <dgm:pt modelId="{4C45CD3D-A063-4696-8D15-004FD41A299B}" type="pres">
      <dgm:prSet presAssocID="{8FAC5578-B8E8-4DF9-8C0A-66D007C11E39}" presName="sibTrans" presStyleCnt="0"/>
      <dgm:spPr/>
    </dgm:pt>
    <dgm:pt modelId="{31D82056-977F-4298-A41D-996CEAB0B19F}" type="pres">
      <dgm:prSet presAssocID="{8EA9928E-469A-4FD7-9A7E-1903A5BCD98B}" presName="compNode" presStyleCnt="0"/>
      <dgm:spPr/>
    </dgm:pt>
    <dgm:pt modelId="{BED7E8D0-723D-40CC-9AB0-E0CEED7BA785}" type="pres">
      <dgm:prSet presAssocID="{8EA9928E-469A-4FD7-9A7E-1903A5BCD98B}" presName="bgRect" presStyleLbl="bgShp" presStyleIdx="1" presStyleCnt="2"/>
      <dgm:spPr/>
    </dgm:pt>
    <dgm:pt modelId="{6B00BA8C-A08C-41B2-88D9-F55BCF01B067}" type="pres">
      <dgm:prSet presAssocID="{8EA9928E-469A-4FD7-9A7E-1903A5BCD98B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23EB3C6F-3981-4113-88FA-080F52B75028}" type="pres">
      <dgm:prSet presAssocID="{8EA9928E-469A-4FD7-9A7E-1903A5BCD98B}" presName="spaceRect" presStyleCnt="0"/>
      <dgm:spPr/>
    </dgm:pt>
    <dgm:pt modelId="{3B10C943-3B01-477D-A093-949053139A82}" type="pres">
      <dgm:prSet presAssocID="{8EA9928E-469A-4FD7-9A7E-1903A5BCD98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E0E041E-39B7-4AF0-B054-785A8A999CC1}" type="presOf" srcId="{8EA9928E-469A-4FD7-9A7E-1903A5BCD98B}" destId="{3B10C943-3B01-477D-A093-949053139A82}" srcOrd="0" destOrd="0" presId="urn:microsoft.com/office/officeart/2018/2/layout/IconVerticalSolidList"/>
    <dgm:cxn modelId="{2CBA5327-E509-4CFA-92C5-D08F6412E87D}" srcId="{9B4CEB56-72E5-49DA-ABC6-1985C2ECBFFF}" destId="{8EA9928E-469A-4FD7-9A7E-1903A5BCD98B}" srcOrd="1" destOrd="0" parTransId="{504EC363-4395-45D5-97E5-CD37E86A44D7}" sibTransId="{5EB11AD9-D632-43A3-A80A-4DD7FF32FE68}"/>
    <dgm:cxn modelId="{E28BD029-ACD6-4B69-AAEE-4B22D4A9FE40}" type="presOf" srcId="{9B4CEB56-72E5-49DA-ABC6-1985C2ECBFFF}" destId="{D8270253-030B-4837-B1FF-F5D33D8C72D2}" srcOrd="0" destOrd="0" presId="urn:microsoft.com/office/officeart/2018/2/layout/IconVerticalSolidList"/>
    <dgm:cxn modelId="{85693A44-BC8E-4CE4-8085-A6450F2C3D9F}" type="presOf" srcId="{D4B11112-016F-4333-B414-41C68E635C51}" destId="{B02F849D-F60A-4518-8D93-2155810E8554}" srcOrd="0" destOrd="0" presId="urn:microsoft.com/office/officeart/2018/2/layout/IconVerticalSolidList"/>
    <dgm:cxn modelId="{7B10957D-1CBB-4CB7-864D-526C173FD702}" srcId="{9B4CEB56-72E5-49DA-ABC6-1985C2ECBFFF}" destId="{D4B11112-016F-4333-B414-41C68E635C51}" srcOrd="0" destOrd="0" parTransId="{F656140B-E6BB-4D13-91F4-BF787B33424D}" sibTransId="{8FAC5578-B8E8-4DF9-8C0A-66D007C11E39}"/>
    <dgm:cxn modelId="{DDC400CA-251F-4B20-9A1B-57D65B647DBE}" type="presParOf" srcId="{D8270253-030B-4837-B1FF-F5D33D8C72D2}" destId="{5820B6E0-B592-406E-9354-8C251C150FBC}" srcOrd="0" destOrd="0" presId="urn:microsoft.com/office/officeart/2018/2/layout/IconVerticalSolidList"/>
    <dgm:cxn modelId="{A7D30320-1B50-4688-961E-BD0CFE22D40D}" type="presParOf" srcId="{5820B6E0-B592-406E-9354-8C251C150FBC}" destId="{D2E9FD85-5E3A-4260-8CFF-74E10DD48F78}" srcOrd="0" destOrd="0" presId="urn:microsoft.com/office/officeart/2018/2/layout/IconVerticalSolidList"/>
    <dgm:cxn modelId="{687C54CF-DF1F-42F2-9F58-72055D5F292C}" type="presParOf" srcId="{5820B6E0-B592-406E-9354-8C251C150FBC}" destId="{855D4AD4-61C2-475F-9725-D72EA61A184C}" srcOrd="1" destOrd="0" presId="urn:microsoft.com/office/officeart/2018/2/layout/IconVerticalSolidList"/>
    <dgm:cxn modelId="{4EE82819-64A1-496B-B8F6-6D985CA361A3}" type="presParOf" srcId="{5820B6E0-B592-406E-9354-8C251C150FBC}" destId="{AF57463C-DF9E-473D-ABBD-1161C95B07CC}" srcOrd="2" destOrd="0" presId="urn:microsoft.com/office/officeart/2018/2/layout/IconVerticalSolidList"/>
    <dgm:cxn modelId="{AE3F9C24-9EB4-47CF-BB35-E2C605A5159E}" type="presParOf" srcId="{5820B6E0-B592-406E-9354-8C251C150FBC}" destId="{B02F849D-F60A-4518-8D93-2155810E8554}" srcOrd="3" destOrd="0" presId="urn:microsoft.com/office/officeart/2018/2/layout/IconVerticalSolidList"/>
    <dgm:cxn modelId="{75E146D0-72FD-4444-856C-346968F1BBF7}" type="presParOf" srcId="{D8270253-030B-4837-B1FF-F5D33D8C72D2}" destId="{4C45CD3D-A063-4696-8D15-004FD41A299B}" srcOrd="1" destOrd="0" presId="urn:microsoft.com/office/officeart/2018/2/layout/IconVerticalSolidList"/>
    <dgm:cxn modelId="{BF7ED279-452B-4714-8C02-A848D9939138}" type="presParOf" srcId="{D8270253-030B-4837-B1FF-F5D33D8C72D2}" destId="{31D82056-977F-4298-A41D-996CEAB0B19F}" srcOrd="2" destOrd="0" presId="urn:microsoft.com/office/officeart/2018/2/layout/IconVerticalSolidList"/>
    <dgm:cxn modelId="{626BC385-6E94-4A68-9EE7-1B9765E1D890}" type="presParOf" srcId="{31D82056-977F-4298-A41D-996CEAB0B19F}" destId="{BED7E8D0-723D-40CC-9AB0-E0CEED7BA785}" srcOrd="0" destOrd="0" presId="urn:microsoft.com/office/officeart/2018/2/layout/IconVerticalSolidList"/>
    <dgm:cxn modelId="{D59E0A01-80B8-435D-987E-999D4013C4C7}" type="presParOf" srcId="{31D82056-977F-4298-A41D-996CEAB0B19F}" destId="{6B00BA8C-A08C-41B2-88D9-F55BCF01B067}" srcOrd="1" destOrd="0" presId="urn:microsoft.com/office/officeart/2018/2/layout/IconVerticalSolidList"/>
    <dgm:cxn modelId="{77287D83-B37C-4323-825B-793CBD57649F}" type="presParOf" srcId="{31D82056-977F-4298-A41D-996CEAB0B19F}" destId="{23EB3C6F-3981-4113-88FA-080F52B75028}" srcOrd="2" destOrd="0" presId="urn:microsoft.com/office/officeart/2018/2/layout/IconVerticalSolidList"/>
    <dgm:cxn modelId="{425775E8-1F14-4005-871C-59FD8CB9C412}" type="presParOf" srcId="{31D82056-977F-4298-A41D-996CEAB0B19F}" destId="{3B10C943-3B01-477D-A093-949053139A8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534B65-5EC1-42FF-AB2B-070B8FA4B18E}">
      <dsp:nvSpPr>
        <dsp:cNvPr id="0" name=""/>
        <dsp:cNvSpPr/>
      </dsp:nvSpPr>
      <dsp:spPr>
        <a:xfrm>
          <a:off x="0" y="855526"/>
          <a:ext cx="6832212" cy="15794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061941-6C69-4C7C-A899-D66B1739FC9D}">
      <dsp:nvSpPr>
        <dsp:cNvPr id="0" name=""/>
        <dsp:cNvSpPr/>
      </dsp:nvSpPr>
      <dsp:spPr>
        <a:xfrm>
          <a:off x="477778" y="1210899"/>
          <a:ext cx="868688" cy="8686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39CCB2-AC24-44BE-ABED-069A8B54B505}">
      <dsp:nvSpPr>
        <dsp:cNvPr id="0" name=""/>
        <dsp:cNvSpPr/>
      </dsp:nvSpPr>
      <dsp:spPr>
        <a:xfrm>
          <a:off x="1824245" y="855526"/>
          <a:ext cx="5007966" cy="157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157" tIns="167157" rIns="167157" bIns="16715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Opgaver: 1</a:t>
          </a:r>
          <a:endParaRPr lang="en-US" sz="2500" kern="1200" dirty="0"/>
        </a:p>
      </dsp:txBody>
      <dsp:txXfrm>
        <a:off x="1824245" y="855526"/>
        <a:ext cx="5007966" cy="1579433"/>
      </dsp:txXfrm>
    </dsp:sp>
    <dsp:sp modelId="{50A63808-BF19-4B58-9665-A3E6F347B581}">
      <dsp:nvSpPr>
        <dsp:cNvPr id="0" name=""/>
        <dsp:cNvSpPr/>
      </dsp:nvSpPr>
      <dsp:spPr>
        <a:xfrm>
          <a:off x="0" y="2829818"/>
          <a:ext cx="6832212" cy="15794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9158B3-5C8D-4AD8-ADC1-AFFEEA69B165}">
      <dsp:nvSpPr>
        <dsp:cNvPr id="0" name=""/>
        <dsp:cNvSpPr/>
      </dsp:nvSpPr>
      <dsp:spPr>
        <a:xfrm>
          <a:off x="477778" y="3185191"/>
          <a:ext cx="868688" cy="8686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81403B-D91C-4D7D-B096-7B7EE39D827A}">
      <dsp:nvSpPr>
        <dsp:cNvPr id="0" name=""/>
        <dsp:cNvSpPr/>
      </dsp:nvSpPr>
      <dsp:spPr>
        <a:xfrm>
          <a:off x="1824245" y="2829818"/>
          <a:ext cx="5007966" cy="157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157" tIns="167157" rIns="167157" bIns="16715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15 minutter</a:t>
          </a:r>
          <a:endParaRPr lang="en-US" sz="2500" kern="1200" dirty="0"/>
        </a:p>
      </dsp:txBody>
      <dsp:txXfrm>
        <a:off x="1824245" y="2829818"/>
        <a:ext cx="5007966" cy="15794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E9FD85-5E3A-4260-8CFF-74E10DD48F78}">
      <dsp:nvSpPr>
        <dsp:cNvPr id="0" name=""/>
        <dsp:cNvSpPr/>
      </dsp:nvSpPr>
      <dsp:spPr>
        <a:xfrm>
          <a:off x="0" y="613863"/>
          <a:ext cx="8915400" cy="11332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5D4AD4-61C2-475F-9725-D72EA61A184C}">
      <dsp:nvSpPr>
        <dsp:cNvPr id="0" name=""/>
        <dsp:cNvSpPr/>
      </dsp:nvSpPr>
      <dsp:spPr>
        <a:xfrm>
          <a:off x="342819" y="868853"/>
          <a:ext cx="623307" cy="6233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2F849D-F60A-4518-8D93-2155810E8554}">
      <dsp:nvSpPr>
        <dsp:cNvPr id="0" name=""/>
        <dsp:cNvSpPr/>
      </dsp:nvSpPr>
      <dsp:spPr>
        <a:xfrm>
          <a:off x="1308946" y="613863"/>
          <a:ext cx="7606453" cy="1133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39" tIns="119939" rIns="119939" bIns="11993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Opgaver: 2-3</a:t>
          </a:r>
          <a:endParaRPr lang="en-US" sz="2500" kern="1200" dirty="0"/>
        </a:p>
      </dsp:txBody>
      <dsp:txXfrm>
        <a:off x="1308946" y="613863"/>
        <a:ext cx="7606453" cy="1133286"/>
      </dsp:txXfrm>
    </dsp:sp>
    <dsp:sp modelId="{BED7E8D0-723D-40CC-9AB0-E0CEED7BA785}">
      <dsp:nvSpPr>
        <dsp:cNvPr id="0" name=""/>
        <dsp:cNvSpPr/>
      </dsp:nvSpPr>
      <dsp:spPr>
        <a:xfrm>
          <a:off x="0" y="2030471"/>
          <a:ext cx="8915400" cy="11332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00BA8C-A08C-41B2-88D9-F55BCF01B067}">
      <dsp:nvSpPr>
        <dsp:cNvPr id="0" name=""/>
        <dsp:cNvSpPr/>
      </dsp:nvSpPr>
      <dsp:spPr>
        <a:xfrm>
          <a:off x="342819" y="2285461"/>
          <a:ext cx="623307" cy="6233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10C943-3B01-477D-A093-949053139A82}">
      <dsp:nvSpPr>
        <dsp:cNvPr id="0" name=""/>
        <dsp:cNvSpPr/>
      </dsp:nvSpPr>
      <dsp:spPr>
        <a:xfrm>
          <a:off x="1308946" y="2030471"/>
          <a:ext cx="7606453" cy="1133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39" tIns="119939" rIns="119939" bIns="11993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20 min.</a:t>
          </a:r>
          <a:endParaRPr lang="en-US" sz="2500" kern="1200" dirty="0"/>
        </a:p>
      </dsp:txBody>
      <dsp:txXfrm>
        <a:off x="1308946" y="2030471"/>
        <a:ext cx="7606453" cy="11332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380B4-6112-413F-98F3-E7360829E0EA}" type="datetimeFigureOut">
              <a:rPr lang="da-DK" smtClean="0"/>
              <a:t>06-10-2026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1961AD-E93C-45C0-B1BC-18666C2D0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79799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0E07C-A575-4384-B33E-B2295A69A4A1}" type="datetime1">
              <a:rPr lang="da-DK" smtClean="0"/>
              <a:t>06-10-2026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AAE307F-44DD-448E-8EEA-6C451DB3EF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94173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6C8CB-A077-43A7-9A3A-D194C0DDB072}" type="datetime1">
              <a:rPr lang="da-DK" smtClean="0"/>
              <a:t>06-10-2026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307F-44DD-448E-8EEA-6C451DB3EF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77958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B7156-93F9-4B68-B3C4-17E6CA98CEFD}" type="datetime1">
              <a:rPr lang="da-DK" smtClean="0"/>
              <a:t>06-10-2026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AAE307F-44DD-448E-8EEA-6C451DB3EF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43233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416F3-17E7-4425-BFEF-D3EB0AA47033}" type="datetime1">
              <a:rPr lang="da-DK" smtClean="0"/>
              <a:t>06-10-2026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AAE307F-44DD-448E-8EEA-6C451DB3EF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42173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20D4-FFC2-4CA3-B5E1-E00DB0BA9AC5}" type="datetime1">
              <a:rPr lang="da-DK" smtClean="0"/>
              <a:t>06-10-2026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AAE307F-44DD-448E-8EEA-6C451DB3EF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54540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C4C13-9B90-483C-98DD-1D35E13DFB7C}" type="datetime1">
              <a:rPr lang="da-DK" smtClean="0"/>
              <a:t>06-10-2026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307F-44DD-448E-8EEA-6C451DB3EF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44782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9BCDA-B859-4940-8385-A37BB4AB2F71}" type="datetime1">
              <a:rPr lang="da-DK" smtClean="0"/>
              <a:t>06-10-2026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307F-44DD-448E-8EEA-6C451DB3EF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49867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D36C1-A79D-4A84-BCE1-629249C6B907}" type="datetime1">
              <a:rPr lang="da-DK" smtClean="0"/>
              <a:t>06-10-2026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307F-44DD-448E-8EEA-6C451DB3EF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98952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3C61-C4A9-4691-9E47-7218FB679EB6}" type="datetime1">
              <a:rPr lang="da-DK" smtClean="0"/>
              <a:t>06-10-2026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AAE307F-44DD-448E-8EEA-6C451DB3EF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93201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CA88B-DFB7-423F-B6B0-CB3E75F96FA5}" type="datetime1">
              <a:rPr lang="da-DK" smtClean="0"/>
              <a:t>06-10-2026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AAE307F-44DD-448E-8EEA-6C451DB3EF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52330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EF48-5FB6-4EF0-828A-B9C34FBAE108}" type="datetime1">
              <a:rPr lang="da-DK" smtClean="0"/>
              <a:t>06-10-2026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AAE307F-44DD-448E-8EEA-6C451DB3EF58}" type="slidenum">
              <a:rPr lang="da-DK" smtClean="0"/>
              <a:t>‹nr.›</a:t>
            </a:fld>
            <a:endParaRPr lang="da-DK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2956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AC8B5-F344-4EAB-8E8B-175E8DCBA007}" type="datetime1">
              <a:rPr lang="da-DK" smtClean="0"/>
              <a:t>06-10-2026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AAE307F-44DD-448E-8EEA-6C451DB3EF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927760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rt med citat og nav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2AAE-01D1-4D82-95C5-C24AF606DF31}" type="datetime1">
              <a:rPr lang="da-DK" smtClean="0"/>
              <a:t>06-10-2026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AAE307F-44DD-448E-8EEA-6C451DB3EF58}" type="slidenum">
              <a:rPr lang="da-DK" smtClean="0"/>
              <a:t>‹nr.›</a:t>
            </a:fld>
            <a:endParaRPr lang="da-DK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8404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dt eller fal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84EE8-E709-4E93-9634-D76A268DC52C}" type="datetime1">
              <a:rPr lang="da-DK" smtClean="0"/>
              <a:t>06-10-2026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AAE307F-44DD-448E-8EEA-6C451DB3EF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17905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E61DE-16D2-4B1C-9003-AD685D61C9E7}" type="datetime1">
              <a:rPr lang="da-DK" smtClean="0"/>
              <a:t>06-10-2026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307F-44DD-448E-8EEA-6C451DB3EF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050025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67E52-EAA0-45A3-9450-A2B8E17E2DD0}" type="datetime1">
              <a:rPr lang="da-DK" smtClean="0"/>
              <a:t>06-10-2026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307F-44DD-448E-8EEA-6C451DB3EF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9806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11072-818B-4EAB-BED4-F22C32343C68}" type="datetime1">
              <a:rPr lang="da-DK" smtClean="0"/>
              <a:t>06-10-2026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AAE307F-44DD-448E-8EEA-6C451DB3EF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7020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da-dk/foto/eksplosion-farverig-fejring-festival-949592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da-dk/foto/aften-eksplosion-farve-farverig-1585237/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0C978E-3493-47B2-8FEF-32C506963F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redoxkemi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55025915-85B4-4571-BD3A-F49F21F7CF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Kemi C for HF – kapitel 16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26A480F-B2F8-49D2-84AD-EF605E059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307F-44DD-448E-8EEA-6C451DB3EF58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71881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91877D-63C1-3B1B-6C95-430F5E8FB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Eksempler på </a:t>
            </a:r>
            <a:r>
              <a:rPr lang="da-DK" dirty="0" err="1"/>
              <a:t>redox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3923927-7BC7-B24B-23DD-9077F47C0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Et æble der bliver brunt</a:t>
            </a:r>
          </a:p>
          <a:p>
            <a:r>
              <a:rPr lang="da-DK" dirty="0"/>
              <a:t>Træ der brænder</a:t>
            </a:r>
          </a:p>
          <a:p>
            <a:r>
              <a:rPr lang="da-DK" dirty="0"/>
              <a:t>Jern der ruster</a:t>
            </a:r>
          </a:p>
          <a:p>
            <a:r>
              <a:rPr lang="da-DK" dirty="0"/>
              <a:t>Metal der opløses i syre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80474D5-A757-F284-33FA-61904531D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307F-44DD-448E-8EEA-6C451DB3EF58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41770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B21961-6FFE-DA31-844D-1FFEDDB29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Redox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ED2E8F8-690B-6B44-D267-31DA98D64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Redoxreaktioner har en del ligheder med </a:t>
            </a:r>
            <a:r>
              <a:rPr lang="da-DK" dirty="0" err="1"/>
              <a:t>syrebase</a:t>
            </a:r>
            <a:r>
              <a:rPr lang="da-DK" dirty="0"/>
              <a:t>-reaktioner</a:t>
            </a:r>
          </a:p>
          <a:p>
            <a:r>
              <a:rPr lang="da-DK" dirty="0"/>
              <a:t>Ved en </a:t>
            </a:r>
            <a:r>
              <a:rPr lang="da-DK" dirty="0" err="1"/>
              <a:t>syrebase</a:t>
            </a:r>
            <a:r>
              <a:rPr lang="da-DK" dirty="0"/>
              <a:t>-reaktion overføres </a:t>
            </a:r>
            <a:r>
              <a:rPr lang="da-DK" dirty="0" err="1"/>
              <a:t>hydroner</a:t>
            </a:r>
            <a:endParaRPr lang="da-DK" dirty="0"/>
          </a:p>
          <a:p>
            <a:r>
              <a:rPr lang="da-DK" dirty="0"/>
              <a:t>Ved en redoxreaktion overføres der i stedet elektroner</a:t>
            </a:r>
          </a:p>
          <a:p>
            <a:r>
              <a:rPr lang="da-DK" dirty="0" err="1"/>
              <a:t>Redox</a:t>
            </a:r>
            <a:r>
              <a:rPr lang="da-DK" dirty="0"/>
              <a:t> = elektronoverførsel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CD4E820-2B00-10AB-2A54-16A098D1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307F-44DD-448E-8EEA-6C451DB3EF58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55776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27737A0-D7E0-4415-8E90-FD4F69E76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06CE375-B39D-4C51-A858-F4A383311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4EA8B46-395C-41F6-BE09-548B108098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BC7EDC6D-8B00-48D9-B8FD-9B5285FBCE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DE4BD3C3-5C1B-4305-BFA1-9054820BDD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635ED79-E821-4CFD-9F97-D6137E5DC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2FD5F9A-0D1B-4304-AC95-EA6A4E70E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9BB96F9-6F99-413C-909E-6FCF017C1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CCAEE3F-DFD6-4F56-91DF-94C715261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9965128-6557-433B-B75B-BDF307311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ACA7D22-11B5-4768-B195-51BF6E7C1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10AD997-8BE7-4F95-8B7C-4E59DA1AC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E270B5A-1647-4C9C-BA5F-6BC559F869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7D8AB18-1DD7-4D60-B9FA-190B47BB2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AE3C8994-22F6-4B7D-B50B-80ECD1E2A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DDCDE2FF-5BFC-4807-AB1E-D6928F8F4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63EF93F1-6EAF-4409-A623-76533740E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ED3B5256-3F5C-4FDE-8A9A-5A124E92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ED5D4282-BFB9-4BFC-A20D-18E1C4EEA6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3E6394EB-0752-433A-BA70-AF42B45F17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DF27BE5F-DA8D-4260-9D0D-69E9CE146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9A6E5CBE-AE54-40B7-9A00-E3975FEAC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6C307890-5461-4D51-ADA6-A3DA6D35B8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3F9B7E4B-6412-4B97-AD48-30B1F61F3B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D345D359-869B-4305-B7D7-0B5C4FDEC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2F688B27-AEB8-45BD-9597-78A97EE0D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4EB21FA6-8B6A-4699-8408-91E699800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41" name="Freeform 6">
            <a:extLst>
              <a:ext uri="{FF2B5EF4-FFF2-40B4-BE49-F238E27FC236}">
                <a16:creationId xmlns:a16="http://schemas.microsoft.com/office/drawing/2014/main" id="{BA1AABB7-0FD0-4445-8B8B-7A0C680C5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da-DK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9ADC701B-596E-48F0-91BF-962B1E13D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ABA1EC3-E45F-4BD3-8628-53E8502D0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57608" y="228600"/>
            <a:ext cx="2851523" cy="6638625"/>
            <a:chOff x="2487613" y="285750"/>
            <a:chExt cx="2428875" cy="5654676"/>
          </a:xfrm>
        </p:grpSpPr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C3799E95-1512-48EF-8D91-8C417A2CD8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A89D676F-5A7F-4E7F-9647-223879ED27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48" name="Freeform 13">
              <a:extLst>
                <a:ext uri="{FF2B5EF4-FFF2-40B4-BE49-F238E27FC236}">
                  <a16:creationId xmlns:a16="http://schemas.microsoft.com/office/drawing/2014/main" id="{17655D08-3D35-4AEF-97C3-6540E6892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49" name="Freeform 14">
              <a:extLst>
                <a:ext uri="{FF2B5EF4-FFF2-40B4-BE49-F238E27FC236}">
                  <a16:creationId xmlns:a16="http://schemas.microsoft.com/office/drawing/2014/main" id="{502BFDA5-7A19-418C-AC30-F16DD3E20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50" name="Freeform 15">
              <a:extLst>
                <a:ext uri="{FF2B5EF4-FFF2-40B4-BE49-F238E27FC236}">
                  <a16:creationId xmlns:a16="http://schemas.microsoft.com/office/drawing/2014/main" id="{3F494C14-BCA7-418A-AC44-08F1A91096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8B51F346-6369-4B39-B1A3-863A232A7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7DD281D8-6ACB-489E-A96A-321871054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0A1AB519-50A9-482B-9B43-7E44BBB50D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46C5E30A-6059-4D2D-9276-10EBFE729A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D193FEF9-1BAD-4179-94AD-15CF69A327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C4267CBA-6543-4EFD-A139-19968C241E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F34D8CE0-01F3-4C62-8595-C2E8E9AA3B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ABDB3AF-7560-4ADF-997D-A0D2CDA82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84823" y="-786"/>
            <a:ext cx="2356675" cy="6854040"/>
            <a:chOff x="6627813" y="194833"/>
            <a:chExt cx="1952625" cy="5678918"/>
          </a:xfrm>
        </p:grpSpPr>
        <p:sp>
          <p:nvSpPr>
            <p:cNvPr id="60" name="Freeform 27">
              <a:extLst>
                <a:ext uri="{FF2B5EF4-FFF2-40B4-BE49-F238E27FC236}">
                  <a16:creationId xmlns:a16="http://schemas.microsoft.com/office/drawing/2014/main" id="{54830178-BBFE-4903-8178-84A57ACF8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61" name="Freeform 28">
              <a:extLst>
                <a:ext uri="{FF2B5EF4-FFF2-40B4-BE49-F238E27FC236}">
                  <a16:creationId xmlns:a16="http://schemas.microsoft.com/office/drawing/2014/main" id="{EE362E11-FAAF-4852-AA28-A4B91ED6B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8EFD817F-6C0E-4169-BDFB-F8E7EDE4EA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63" name="Freeform 30">
              <a:extLst>
                <a:ext uri="{FF2B5EF4-FFF2-40B4-BE49-F238E27FC236}">
                  <a16:creationId xmlns:a16="http://schemas.microsoft.com/office/drawing/2014/main" id="{F9277F77-9D8B-4347-8343-5E647AAB6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64" name="Freeform 31">
              <a:extLst>
                <a:ext uri="{FF2B5EF4-FFF2-40B4-BE49-F238E27FC236}">
                  <a16:creationId xmlns:a16="http://schemas.microsoft.com/office/drawing/2014/main" id="{1E562C36-B066-4162-9DC1-21CAF0595A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65" name="Freeform 32">
              <a:extLst>
                <a:ext uri="{FF2B5EF4-FFF2-40B4-BE49-F238E27FC236}">
                  <a16:creationId xmlns:a16="http://schemas.microsoft.com/office/drawing/2014/main" id="{B097627A-2A87-4131-BA7E-3D53AD3C6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66" name="Freeform 33">
              <a:extLst>
                <a:ext uri="{FF2B5EF4-FFF2-40B4-BE49-F238E27FC236}">
                  <a16:creationId xmlns:a16="http://schemas.microsoft.com/office/drawing/2014/main" id="{37CC53B4-54A7-4355-96DF-50E018F22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67" name="Freeform 34">
              <a:extLst>
                <a:ext uri="{FF2B5EF4-FFF2-40B4-BE49-F238E27FC236}">
                  <a16:creationId xmlns:a16="http://schemas.microsoft.com/office/drawing/2014/main" id="{D060E1F6-3EA6-44C0-B59E-565F28FE6F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68" name="Freeform 35">
              <a:extLst>
                <a:ext uri="{FF2B5EF4-FFF2-40B4-BE49-F238E27FC236}">
                  <a16:creationId xmlns:a16="http://schemas.microsoft.com/office/drawing/2014/main" id="{0675B693-DD27-4414-B3BC-86D409B1C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69" name="Freeform 36">
              <a:extLst>
                <a:ext uri="{FF2B5EF4-FFF2-40B4-BE49-F238E27FC236}">
                  <a16:creationId xmlns:a16="http://schemas.microsoft.com/office/drawing/2014/main" id="{507E4452-CFBF-47E8-AA3A-1B1BBFFDB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70" name="Freeform 37">
              <a:extLst>
                <a:ext uri="{FF2B5EF4-FFF2-40B4-BE49-F238E27FC236}">
                  <a16:creationId xmlns:a16="http://schemas.microsoft.com/office/drawing/2014/main" id="{762119DC-722F-4687-B5A1-B0A8033027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71" name="Freeform 38">
              <a:extLst>
                <a:ext uri="{FF2B5EF4-FFF2-40B4-BE49-F238E27FC236}">
                  <a16:creationId xmlns:a16="http://schemas.microsoft.com/office/drawing/2014/main" id="{8C06626A-CC64-456A-8345-B7C4A5A4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1D0B49F6-CBC8-AD33-2475-476D6E725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5066" y="2514600"/>
            <a:ext cx="5681134" cy="22627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/>
              <a:t>Demonstrationsforsøg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6D20FB7-0E35-DA3A-4FBF-7DBBAF4DB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5066" y="4777379"/>
            <a:ext cx="5681134" cy="11262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Afbrænding af magnesium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DA338EF-A814-4ABB-B3A1-E378E3572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57599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75" name="Freeform 33">
            <a:extLst>
              <a:ext uri="{FF2B5EF4-FFF2-40B4-BE49-F238E27FC236}">
                <a16:creationId xmlns:a16="http://schemas.microsoft.com/office/drawing/2014/main" id="{CC6E446C-B30B-4DEB-9491-23B89EF98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657599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da-DK"/>
          </a:p>
        </p:txBody>
      </p:sp>
      <p:pic>
        <p:nvPicPr>
          <p:cNvPr id="6" name="Billede 5" descr="Et billede, der indeholder Nytårsaften, Nytårsdag, Nytår, sky&#10;&#10;Automatisk genereret beskrivelse">
            <a:extLst>
              <a:ext uri="{FF2B5EF4-FFF2-40B4-BE49-F238E27FC236}">
                <a16:creationId xmlns:a16="http://schemas.microsoft.com/office/drawing/2014/main" id="{06E51386-AF36-9B77-5F8A-781CBCAEC22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2005" r="32166" b="-1"/>
          <a:stretch/>
        </p:blipFill>
        <p:spPr>
          <a:xfrm>
            <a:off x="20" y="10"/>
            <a:ext cx="3681027" cy="6857990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8CFB852-58AF-DCCD-FCA8-EA1338C37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89411" y="4529540"/>
            <a:ext cx="7797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fld id="{4AAE307F-44DD-448E-8EEA-6C451DB3EF58}" type="slidenum">
              <a:rPr lang="en-US" sz="1900" smtClean="0"/>
              <a:pPr defTabSz="914400"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64823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8A2FE7-0E38-4B3A-A6C6-BCCC9B713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Afbrænding af magnesium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B093250-9B06-441C-8161-B2AABA084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5840413" cy="3777622"/>
          </a:xfrm>
        </p:spPr>
        <p:txBody>
          <a:bodyPr/>
          <a:lstStyle/>
          <a:p>
            <a:r>
              <a:rPr lang="da-DK" dirty="0"/>
              <a:t>Magnesium er et blødt metal der kan brænde</a:t>
            </a:r>
          </a:p>
          <a:p>
            <a:r>
              <a:rPr lang="da-DK" dirty="0"/>
              <a:t>Ved forbrændingen forbruges der </a:t>
            </a:r>
            <a:r>
              <a:rPr lang="da-DK" dirty="0" err="1"/>
              <a:t>dioxygen</a:t>
            </a:r>
            <a:r>
              <a:rPr lang="da-DK" dirty="0"/>
              <a:t> og der dannes magnesiumoxid:</a:t>
            </a:r>
          </a:p>
          <a:p>
            <a:r>
              <a:rPr lang="da-DK"/>
              <a:t>2Mg</a:t>
            </a:r>
            <a:r>
              <a:rPr lang="da-DK" dirty="0"/>
              <a:t>(s) + O</a:t>
            </a:r>
            <a:r>
              <a:rPr lang="da-DK" baseline="-25000" dirty="0"/>
              <a:t>2</a:t>
            </a:r>
            <a:r>
              <a:rPr lang="da-DK" dirty="0"/>
              <a:t>(g) </a:t>
            </a:r>
            <a:r>
              <a:rPr lang="da-DK"/>
              <a:t>⟶ 2MgO</a:t>
            </a:r>
            <a:r>
              <a:rPr lang="da-DK" dirty="0"/>
              <a:t>(s)</a:t>
            </a:r>
          </a:p>
          <a:p>
            <a:r>
              <a:rPr lang="da-DK" dirty="0" err="1"/>
              <a:t>MgO</a:t>
            </a:r>
            <a:r>
              <a:rPr lang="da-DK" dirty="0"/>
              <a:t> består af ionerne Mg</a:t>
            </a:r>
            <a:r>
              <a:rPr lang="da-DK" baseline="30000" dirty="0"/>
              <a:t>2+</a:t>
            </a:r>
            <a:r>
              <a:rPr lang="da-DK" dirty="0"/>
              <a:t> og O</a:t>
            </a:r>
            <a:r>
              <a:rPr lang="da-DK" baseline="30000" dirty="0"/>
              <a:t>2-</a:t>
            </a:r>
          </a:p>
          <a:p>
            <a:r>
              <a:rPr lang="da-DK" dirty="0"/>
              <a:t>Magnesium står i 2. hovedgruppe og oxygen i 6. hovedgruppe</a:t>
            </a:r>
          </a:p>
          <a:p>
            <a:r>
              <a:rPr lang="da-DK" dirty="0"/>
              <a:t>Elektroner er altså blevet overført fra magnesium til oxygen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062CF832-AFE6-4C78-9AD7-3B01DED87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9348" y="2362200"/>
            <a:ext cx="3100200" cy="3114040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2305969-4C5D-47F4-B99C-82484CCE1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307F-44DD-448E-8EEA-6C451DB3EF58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10123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1C4529-68BB-4FA7-A93E-72D3D02F4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Afbrænding </a:t>
            </a:r>
            <a:r>
              <a:rPr lang="da-DK"/>
              <a:t>af magnesium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102D683-625D-49D6-A6D4-68AB16EF6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Vi kan dele reaktionen op i to:</a:t>
            </a:r>
          </a:p>
          <a:p>
            <a:r>
              <a:rPr lang="da-DK" dirty="0"/>
              <a:t>En delreaktion hvor magnesium afgiver elektroner:</a:t>
            </a:r>
          </a:p>
          <a:p>
            <a:r>
              <a:rPr lang="da-DK" dirty="0"/>
              <a:t>Mg ⟶ Mg</a:t>
            </a:r>
            <a:r>
              <a:rPr lang="da-DK" baseline="30000" dirty="0"/>
              <a:t>2+</a:t>
            </a:r>
            <a:r>
              <a:rPr lang="da-DK" dirty="0"/>
              <a:t> + 2e</a:t>
            </a:r>
            <a:r>
              <a:rPr lang="da-DK" baseline="30000" dirty="0"/>
              <a:t>-</a:t>
            </a:r>
            <a:endParaRPr lang="da-DK" dirty="0"/>
          </a:p>
          <a:p>
            <a:r>
              <a:rPr lang="da-DK" dirty="0"/>
              <a:t>En delreaktion hvor oxygen modtager elektroner:</a:t>
            </a:r>
          </a:p>
          <a:p>
            <a:r>
              <a:rPr lang="da-DK" dirty="0"/>
              <a:t>O + 2e</a:t>
            </a:r>
            <a:r>
              <a:rPr lang="da-DK" baseline="30000" dirty="0"/>
              <a:t>-</a:t>
            </a:r>
            <a:r>
              <a:rPr lang="da-DK" dirty="0"/>
              <a:t> ⟶ O</a:t>
            </a:r>
            <a:r>
              <a:rPr lang="da-DK" baseline="30000" dirty="0"/>
              <a:t>2-</a:t>
            </a:r>
          </a:p>
          <a:p>
            <a:r>
              <a:rPr lang="da-DK" dirty="0"/>
              <a:t>Dog var der 2 atomer af hver slags, så vi ganger op med 2:</a:t>
            </a:r>
          </a:p>
          <a:p>
            <a:r>
              <a:rPr lang="da-DK" dirty="0"/>
              <a:t>1. delreaktion: 2Mg ⟶ 2Mg</a:t>
            </a:r>
            <a:r>
              <a:rPr lang="da-DK" baseline="30000" dirty="0"/>
              <a:t>2+</a:t>
            </a:r>
            <a:r>
              <a:rPr lang="da-DK" dirty="0"/>
              <a:t> + 4e</a:t>
            </a:r>
            <a:r>
              <a:rPr lang="da-DK" baseline="30000" dirty="0"/>
              <a:t>-</a:t>
            </a:r>
            <a:endParaRPr lang="da-DK" dirty="0"/>
          </a:p>
          <a:p>
            <a:r>
              <a:rPr lang="da-DK" dirty="0"/>
              <a:t>2. delreaktion: O</a:t>
            </a:r>
            <a:r>
              <a:rPr lang="da-DK" baseline="-25000" dirty="0"/>
              <a:t>2</a:t>
            </a:r>
            <a:r>
              <a:rPr lang="da-DK" dirty="0"/>
              <a:t> + 4e</a:t>
            </a:r>
            <a:r>
              <a:rPr lang="da-DK" baseline="30000" dirty="0"/>
              <a:t>-</a:t>
            </a:r>
            <a:r>
              <a:rPr lang="da-DK" dirty="0"/>
              <a:t> ⟶ 2O</a:t>
            </a:r>
            <a:r>
              <a:rPr lang="da-DK" baseline="30000" dirty="0"/>
              <a:t>2-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5EA5220-CBE4-4AD4-88F8-6BE13FCAA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307F-44DD-448E-8EEA-6C451DB3EF58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04021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FF5A5A-08EA-45F4-A318-7478C44A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Redox</a:t>
            </a:r>
            <a:r>
              <a:rPr lang="da-DK" dirty="0"/>
              <a:t> = reduktion + oxidation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369C487-B92D-478C-89FD-D9CC16D3A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1. delreaktion: 2Mg ⟶ 2Mg</a:t>
            </a:r>
            <a:r>
              <a:rPr lang="da-DK" baseline="30000" dirty="0"/>
              <a:t>2+</a:t>
            </a:r>
            <a:r>
              <a:rPr lang="da-DK" dirty="0"/>
              <a:t> + 4e</a:t>
            </a:r>
            <a:r>
              <a:rPr lang="da-DK" baseline="30000" dirty="0"/>
              <a:t>-</a:t>
            </a:r>
            <a:endParaRPr lang="da-DK" dirty="0"/>
          </a:p>
          <a:p>
            <a:r>
              <a:rPr lang="da-DK" dirty="0"/>
              <a:t>2. delreaktion: O</a:t>
            </a:r>
            <a:r>
              <a:rPr lang="da-DK" baseline="-25000" dirty="0"/>
              <a:t>2</a:t>
            </a:r>
            <a:r>
              <a:rPr lang="da-DK" dirty="0"/>
              <a:t> + 4e</a:t>
            </a:r>
            <a:r>
              <a:rPr lang="da-DK" baseline="30000" dirty="0"/>
              <a:t>-</a:t>
            </a:r>
            <a:r>
              <a:rPr lang="da-DK" dirty="0"/>
              <a:t> ⟶ 2O</a:t>
            </a:r>
            <a:r>
              <a:rPr lang="da-DK" baseline="30000" dirty="0"/>
              <a:t>2-</a:t>
            </a:r>
          </a:p>
          <a:p>
            <a:endParaRPr lang="da-DK" dirty="0"/>
          </a:p>
          <a:p>
            <a:r>
              <a:rPr lang="da-DK" dirty="0"/>
              <a:t>Den første delreaktion hvor der afgives elektroner, kaldes for en </a:t>
            </a:r>
            <a:r>
              <a:rPr lang="da-DK" dirty="0">
                <a:solidFill>
                  <a:srgbClr val="FF0000"/>
                </a:solidFill>
              </a:rPr>
              <a:t>oxidation</a:t>
            </a:r>
          </a:p>
          <a:p>
            <a:r>
              <a:rPr lang="da-DK" dirty="0"/>
              <a:t>Ordet oxidation har en historisk oprindelse, der indgår ikke nødvendigvis oxygen i en oxidation</a:t>
            </a:r>
          </a:p>
          <a:p>
            <a:r>
              <a:rPr lang="da-DK" dirty="0"/>
              <a:t>Den anden delreaktion hvor der optages elektroner, kaldes for en </a:t>
            </a:r>
            <a:r>
              <a:rPr lang="da-DK" dirty="0">
                <a:solidFill>
                  <a:srgbClr val="FF0000"/>
                </a:solidFill>
              </a:rPr>
              <a:t>reduktion</a:t>
            </a:r>
          </a:p>
          <a:p>
            <a:r>
              <a:rPr lang="da-DK" dirty="0"/>
              <a:t>Navnet har ligeledes en historisk oprindelse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4FC9B94-7732-47B1-8A47-142AAFD0A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307F-44DD-448E-8EEA-6C451DB3EF58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15861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A4CA4A-A3BD-40A4-8A88-64E8B0E11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Redox</a:t>
            </a:r>
            <a:r>
              <a:rPr lang="da-DK" dirty="0"/>
              <a:t> = reduktion + oxidation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D3A2EB9-6218-4558-BE2E-F93A38585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>
                <a:solidFill>
                  <a:srgbClr val="FF0000"/>
                </a:solidFill>
              </a:rPr>
              <a:t>Oxidation</a:t>
            </a:r>
            <a:r>
              <a:rPr lang="da-DK" dirty="0"/>
              <a:t>: en reaktion hvor der afgives elektroner</a:t>
            </a:r>
          </a:p>
          <a:p>
            <a:r>
              <a:rPr lang="da-DK" dirty="0">
                <a:solidFill>
                  <a:srgbClr val="FF0000"/>
                </a:solidFill>
              </a:rPr>
              <a:t>Reduktion</a:t>
            </a:r>
            <a:r>
              <a:rPr lang="da-DK" dirty="0"/>
              <a:t>: en reaktion hvor der optages elektroner</a:t>
            </a:r>
          </a:p>
          <a:p>
            <a:r>
              <a:rPr lang="da-DK" dirty="0"/>
              <a:t>Foregår altid i par – elektroner eksisterer ikke frit, men afgives og optages</a:t>
            </a:r>
          </a:p>
          <a:p>
            <a:r>
              <a:rPr lang="da-DK" dirty="0" err="1">
                <a:solidFill>
                  <a:srgbClr val="FF0000"/>
                </a:solidFill>
              </a:rPr>
              <a:t>Redox</a:t>
            </a:r>
            <a:r>
              <a:rPr lang="da-DK" dirty="0"/>
              <a:t> = </a:t>
            </a:r>
            <a:r>
              <a:rPr lang="da-DK" dirty="0">
                <a:solidFill>
                  <a:srgbClr val="FF0000"/>
                </a:solidFill>
              </a:rPr>
              <a:t>red</a:t>
            </a:r>
            <a:r>
              <a:rPr lang="da-DK" dirty="0"/>
              <a:t>uktion + </a:t>
            </a:r>
            <a:r>
              <a:rPr lang="da-DK" dirty="0">
                <a:solidFill>
                  <a:srgbClr val="FF0000"/>
                </a:solidFill>
              </a:rPr>
              <a:t>ox</a:t>
            </a:r>
            <a:r>
              <a:rPr lang="da-DK" dirty="0"/>
              <a:t>idation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1B86C67-4E86-408A-8195-1A2020D70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307F-44DD-448E-8EEA-6C451DB3EF58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25359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392C44-D8DD-4084-F38F-38EEB57E7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Elektronregnskab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40144FA-059F-6F01-90D9-4B22445F5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Elektroner eksisterer ikke frit</a:t>
            </a:r>
          </a:p>
          <a:p>
            <a:r>
              <a:rPr lang="da-DK" dirty="0"/>
              <a:t>Lige så mange elektroner der afgives ved oxidationen, lige så mange elektroner skal der optages ved reduktionen</a:t>
            </a:r>
          </a:p>
          <a:p>
            <a:r>
              <a:rPr lang="da-DK" dirty="0"/>
              <a:t>1. delreaktion: 2 Mg ⟶ 2Mg</a:t>
            </a:r>
            <a:r>
              <a:rPr lang="da-DK" baseline="30000" dirty="0"/>
              <a:t>2+</a:t>
            </a:r>
            <a:r>
              <a:rPr lang="da-DK" dirty="0"/>
              <a:t> + </a:t>
            </a:r>
            <a:r>
              <a:rPr lang="da-DK" dirty="0">
                <a:solidFill>
                  <a:srgbClr val="FF0000"/>
                </a:solidFill>
              </a:rPr>
              <a:t>4e</a:t>
            </a:r>
            <a:r>
              <a:rPr lang="da-DK" baseline="30000" dirty="0">
                <a:solidFill>
                  <a:srgbClr val="FF0000"/>
                </a:solidFill>
              </a:rPr>
              <a:t>-</a:t>
            </a:r>
            <a:endParaRPr lang="da-DK" dirty="0">
              <a:solidFill>
                <a:srgbClr val="FF0000"/>
              </a:solidFill>
            </a:endParaRPr>
          </a:p>
          <a:p>
            <a:r>
              <a:rPr lang="da-DK" dirty="0"/>
              <a:t>2. delreaktion: O</a:t>
            </a:r>
            <a:r>
              <a:rPr lang="da-DK" baseline="-25000" dirty="0"/>
              <a:t>2</a:t>
            </a:r>
            <a:r>
              <a:rPr lang="da-DK" dirty="0"/>
              <a:t> + </a:t>
            </a:r>
            <a:r>
              <a:rPr lang="da-DK" dirty="0">
                <a:solidFill>
                  <a:srgbClr val="FF0000"/>
                </a:solidFill>
              </a:rPr>
              <a:t>4e</a:t>
            </a:r>
            <a:r>
              <a:rPr lang="da-DK" baseline="30000" dirty="0">
                <a:solidFill>
                  <a:srgbClr val="FF0000"/>
                </a:solidFill>
              </a:rPr>
              <a:t>-</a:t>
            </a:r>
            <a:r>
              <a:rPr lang="da-DK" dirty="0"/>
              <a:t> ⟶ 2O</a:t>
            </a:r>
            <a:r>
              <a:rPr lang="da-DK" baseline="30000" dirty="0"/>
              <a:t>2-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8CA29FF-3AF9-303F-FB92-597140476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307F-44DD-448E-8EEA-6C451DB3EF58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74398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BB01FB5-37B9-4EBD-AF40-DE68D3CA4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EABF80-D5EA-4ADA-B686-0FB73B668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da-DK" sz="3200">
                <a:solidFill>
                  <a:schemeClr val="bg1"/>
                </a:solidFill>
              </a:rPr>
              <a:t>Opgaver</a:t>
            </a:r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06AF6A9A-0638-4916-AD29-9FC8FC07A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da-DK"/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14586C35-F729-4636-9107-94C983261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518" y="3265737"/>
            <a:ext cx="77976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AAE307F-44DD-448E-8EEA-6C451DB3EF58}" type="slidenum">
              <a:rPr lang="da-DK" sz="19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da-DK" sz="1900">
              <a:solidFill>
                <a:srgbClr val="FFFFFF"/>
              </a:solidFill>
            </a:endParaRP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9057B2B-0D8C-47F2-836B-2E7DD462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Pladsholder til indhold 2">
            <a:extLst>
              <a:ext uri="{FF2B5EF4-FFF2-40B4-BE49-F238E27FC236}">
                <a16:creationId xmlns:a16="http://schemas.microsoft.com/office/drawing/2014/main" id="{D13CD3FF-74CF-4D4C-AB75-0CA266A28E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8588593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9923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F305C72-8769-4E0F-B31D-F4B1C9DC9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2583CFC-05A3-4743-9A2E-7C2095B8D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36169" y="228600"/>
            <a:ext cx="2851523" cy="6638625"/>
            <a:chOff x="2487613" y="285750"/>
            <a:chExt cx="2428875" cy="5654676"/>
          </a:xfrm>
        </p:grpSpPr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9A751892-92F2-4CB4-BCAB-6D0AAF8F1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5934046E-4D7C-4AA6-8633-29944553F1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421462AB-19D6-42DB-A850-F35B82C7B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208D8C07-9637-45D3-9E40-7C5C400778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883C90A1-D75A-4818-9F01-B4BF19D74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8808F87B-C4B8-4084-BD89-E41A1A44E7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E7FC0B23-1372-4455-98CE-E0FC7FF99A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D14B79DD-45AC-487C-B361-0312B3C85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CDA09C7F-7AF3-4B6C-BC42-92780A682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2" name="Freeform 20">
              <a:extLst>
                <a:ext uri="{FF2B5EF4-FFF2-40B4-BE49-F238E27FC236}">
                  <a16:creationId xmlns:a16="http://schemas.microsoft.com/office/drawing/2014/main" id="{FF7EBDD4-71BF-4FAF-B00B-444F9AE20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3" name="Freeform 21">
              <a:extLst>
                <a:ext uri="{FF2B5EF4-FFF2-40B4-BE49-F238E27FC236}">
                  <a16:creationId xmlns:a16="http://schemas.microsoft.com/office/drawing/2014/main" id="{AF5E4290-F8B0-440E-A418-613A1552D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4" name="Freeform 22">
              <a:extLst>
                <a:ext uri="{FF2B5EF4-FFF2-40B4-BE49-F238E27FC236}">
                  <a16:creationId xmlns:a16="http://schemas.microsoft.com/office/drawing/2014/main" id="{FF0BF04A-FCC8-42BF-AD17-10F0ACB44D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06F0A57-55BB-457C-9C8C-3DEE71009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77117" y="-786"/>
            <a:ext cx="2356675" cy="6854040"/>
            <a:chOff x="6627813" y="194833"/>
            <a:chExt cx="1952625" cy="5678918"/>
          </a:xfrm>
        </p:grpSpPr>
        <p:sp>
          <p:nvSpPr>
            <p:cNvPr id="37" name="Freeform 27">
              <a:extLst>
                <a:ext uri="{FF2B5EF4-FFF2-40B4-BE49-F238E27FC236}">
                  <a16:creationId xmlns:a16="http://schemas.microsoft.com/office/drawing/2014/main" id="{60DB408E-A426-4658-B39D-0BBF09463E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8" name="Freeform 28">
              <a:extLst>
                <a:ext uri="{FF2B5EF4-FFF2-40B4-BE49-F238E27FC236}">
                  <a16:creationId xmlns:a16="http://schemas.microsoft.com/office/drawing/2014/main" id="{BEFFABCA-CAA4-45E4-A7D4-DB3D2C864D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9" name="Freeform 29">
              <a:extLst>
                <a:ext uri="{FF2B5EF4-FFF2-40B4-BE49-F238E27FC236}">
                  <a16:creationId xmlns:a16="http://schemas.microsoft.com/office/drawing/2014/main" id="{99494AF8-97E4-4473-AA6E-B4AB1279E8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40" name="Freeform 30">
              <a:extLst>
                <a:ext uri="{FF2B5EF4-FFF2-40B4-BE49-F238E27FC236}">
                  <a16:creationId xmlns:a16="http://schemas.microsoft.com/office/drawing/2014/main" id="{D05C67DC-0E54-4C69-90BE-8374C7E97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41" name="Freeform 31">
              <a:extLst>
                <a:ext uri="{FF2B5EF4-FFF2-40B4-BE49-F238E27FC236}">
                  <a16:creationId xmlns:a16="http://schemas.microsoft.com/office/drawing/2014/main" id="{B2B38B94-E895-4324-B699-EEF28E052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41E77CC3-723C-4C87-A1BA-D8E35B801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CC5757E8-4CBE-4EA3-98AF-96361C9183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51E4772B-9FB7-4AC7-B352-C444891670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7F853444-696F-4B42-8C91-1F6EDD53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CD1A3085-30B0-496B-B9D3-55280769A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1B2519D7-F51F-4583-9B50-41B493C148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6E1141E0-4F4D-4B40-BDB5-B2DD0FAEB3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C5E0C91A-3F1D-43D7-9AB4-5D0A17D5C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5704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52" name="Freeform 11">
            <a:extLst>
              <a:ext uri="{FF2B5EF4-FFF2-40B4-BE49-F238E27FC236}">
                <a16:creationId xmlns:a16="http://schemas.microsoft.com/office/drawing/2014/main" id="{3A6C27A1-A438-4EC6-93BF-EC26F29BB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4645704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da-DK"/>
          </a:p>
        </p:txBody>
      </p:sp>
      <p:pic>
        <p:nvPicPr>
          <p:cNvPr id="8" name="Billede 7" descr="Et billede, der indeholder fyrværkeri, Nytår, Nytårsdag, Nytårsaften&#10;&#10;Automatisk genereret beskrivelse">
            <a:extLst>
              <a:ext uri="{FF2B5EF4-FFF2-40B4-BE49-F238E27FC236}">
                <a16:creationId xmlns:a16="http://schemas.microsoft.com/office/drawing/2014/main" id="{52121FB2-867E-64F8-07AB-F0F758426F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6595" r="28088" b="-2"/>
          <a:stretch/>
        </p:blipFill>
        <p:spPr>
          <a:xfrm>
            <a:off x="-1554" y="1731"/>
            <a:ext cx="4655850" cy="6858000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08470E3-28AB-B98A-EABD-BA13B1FF4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81705" y="787782"/>
            <a:ext cx="77976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AAE307F-44DD-448E-8EEA-6C451DB3EF58}" type="slidenum">
              <a:rPr lang="da-DK" sz="1900" smtClean="0"/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da-DK" sz="190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FF9AF8D-4F9C-9196-C8C9-1AD81788E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191" y="2133600"/>
            <a:ext cx="5066419" cy="3777622"/>
          </a:xfrm>
        </p:spPr>
        <p:txBody>
          <a:bodyPr>
            <a:normAutofit/>
          </a:bodyPr>
          <a:lstStyle/>
          <a:p>
            <a:pPr>
              <a:buClr>
                <a:srgbClr val="F4B261"/>
              </a:buClr>
            </a:pPr>
            <a:r>
              <a:rPr lang="da-DK" sz="3200" dirty="0">
                <a:solidFill>
                  <a:srgbClr val="FF0000"/>
                </a:solidFill>
              </a:rPr>
              <a:t>Demonstrationsforsøg</a:t>
            </a:r>
          </a:p>
          <a:p>
            <a:pPr>
              <a:buClr>
                <a:srgbClr val="F4B261"/>
              </a:buClr>
            </a:pPr>
            <a:r>
              <a:rPr lang="da-DK" sz="3200" dirty="0"/>
              <a:t>Zink og kobber</a:t>
            </a:r>
          </a:p>
        </p:txBody>
      </p:sp>
    </p:spTree>
    <p:extLst>
      <p:ext uri="{BB962C8B-B14F-4D97-AF65-F5344CB8AC3E}">
        <p14:creationId xmlns:p14="http://schemas.microsoft.com/office/powerpoint/2010/main" val="1909695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323356-2497-4985-BEE5-FAEE39D1C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Spændingsrækken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E1C5341-A4EB-470F-9DC4-7292D98E6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Hvis et stykke zink kommer ned i en opløsning med kobber(2+)ioner (fx CuSO</a:t>
            </a:r>
            <a:r>
              <a:rPr lang="da-DK" baseline="-25000" dirty="0"/>
              <a:t>4</a:t>
            </a:r>
            <a:r>
              <a:rPr lang="da-DK" dirty="0"/>
              <a:t>) sker der en reaktion</a:t>
            </a:r>
          </a:p>
          <a:p>
            <a:r>
              <a:rPr lang="da-DK" dirty="0"/>
              <a:t>Zink går i opløsning og den blå farve i kobbersulfatopløsningen forsvinder</a:t>
            </a:r>
          </a:p>
          <a:p>
            <a:r>
              <a:rPr lang="da-DK" dirty="0"/>
              <a:t>Reaktionen er: </a:t>
            </a:r>
            <a:r>
              <a:rPr lang="da-DK" dirty="0" err="1"/>
              <a:t>Zn</a:t>
            </a:r>
            <a:r>
              <a:rPr lang="da-DK" dirty="0"/>
              <a:t>(s) + Cu</a:t>
            </a:r>
            <a:r>
              <a:rPr lang="da-DK" baseline="30000" dirty="0"/>
              <a:t>2+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⟶ Zn</a:t>
            </a:r>
            <a:r>
              <a:rPr lang="da-DK" baseline="30000" dirty="0"/>
              <a:t>2+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Cu(s)</a:t>
            </a:r>
          </a:p>
          <a:p>
            <a:r>
              <a:rPr lang="da-DK" dirty="0"/>
              <a:t>Delt op i oxidation og reduktion:</a:t>
            </a:r>
          </a:p>
          <a:p>
            <a:r>
              <a:rPr lang="da-DK" dirty="0"/>
              <a:t>Oxidation: </a:t>
            </a:r>
            <a:r>
              <a:rPr lang="da-DK" dirty="0" err="1"/>
              <a:t>Zn</a:t>
            </a:r>
            <a:r>
              <a:rPr lang="da-DK" dirty="0"/>
              <a:t> ⟶ Zn</a:t>
            </a:r>
            <a:r>
              <a:rPr lang="da-DK" baseline="30000" dirty="0"/>
              <a:t>2+</a:t>
            </a:r>
            <a:r>
              <a:rPr lang="da-DK" dirty="0"/>
              <a:t> + 2e</a:t>
            </a:r>
            <a:r>
              <a:rPr lang="da-DK" baseline="30000" dirty="0"/>
              <a:t>-</a:t>
            </a:r>
          </a:p>
          <a:p>
            <a:r>
              <a:rPr lang="da-DK" dirty="0"/>
              <a:t>Reduktion: Cu</a:t>
            </a:r>
            <a:r>
              <a:rPr lang="da-DK" baseline="30000" dirty="0"/>
              <a:t>2+</a:t>
            </a:r>
            <a:r>
              <a:rPr lang="da-DK" dirty="0"/>
              <a:t> + 2e</a:t>
            </a:r>
            <a:r>
              <a:rPr lang="da-DK" baseline="30000" dirty="0"/>
              <a:t>-</a:t>
            </a:r>
            <a:r>
              <a:rPr lang="da-DK" dirty="0"/>
              <a:t> ⟶ Cu</a:t>
            </a:r>
          </a:p>
          <a:p>
            <a:r>
              <a:rPr lang="da-DK" dirty="0"/>
              <a:t>Zink har en større tilbøjelighed end kobber til at afgive elektroner og optræde på ionform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A56FE2F-2728-4822-A241-E0C7CDF8A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307F-44DD-448E-8EEA-6C451DB3EF58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7581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7DB295-DEEA-4F98-B66F-3692D47A2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Spændingsrækken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2B2921D-FA7C-4984-8F2E-8D25DA157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Spændingsrækken viser metallerne stillet op i rækkefølge, sorteret efter tilbøjelighed til at afgive elektroner (og dermed optræde på ionform)</a:t>
            </a:r>
          </a:p>
          <a:p>
            <a:r>
              <a:rPr lang="da-DK" dirty="0"/>
              <a:t>Metallerne til venstre er reaktionsvillige – de afgiver let elektroner og blive til ioner, de optræder i kemiske forbindelser</a:t>
            </a:r>
          </a:p>
          <a:p>
            <a:r>
              <a:rPr lang="da-DK" dirty="0"/>
              <a:t>Metallerne til højre er reaktionstræge – de afgiver nødigt elektroner og optræder i ren form</a:t>
            </a:r>
          </a:p>
        </p:txBody>
      </p:sp>
      <p:pic>
        <p:nvPicPr>
          <p:cNvPr id="5" name="Billede 4" descr="Et billede, der indeholder tekst, ur&#10;&#10;Automatisk genereret beskrivelse">
            <a:extLst>
              <a:ext uri="{FF2B5EF4-FFF2-40B4-BE49-F238E27FC236}">
                <a16:creationId xmlns:a16="http://schemas.microsoft.com/office/drawing/2014/main" id="{233058DD-E3B5-4157-89FC-D1758143D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212" y="4450842"/>
            <a:ext cx="8961234" cy="1320038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BE91A75-2AF1-47FB-839D-00CA12262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307F-44DD-448E-8EEA-6C451DB3EF58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78586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0CD4EF-6B9A-4974-9680-D0A332EE0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Spændingsrækken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4675C9F-63E1-4592-A6A8-39E03FA18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Spændingsrækken er en relativ skala</a:t>
            </a:r>
          </a:p>
          <a:p>
            <a:r>
              <a:rPr lang="da-DK" dirty="0"/>
              <a:t>Zink er mere reaktionsvillig end jern der igen er mere reaktionsvillig end bly</a:t>
            </a:r>
          </a:p>
          <a:p>
            <a:endParaRPr lang="da-DK" dirty="0"/>
          </a:p>
          <a:p>
            <a:endParaRPr lang="da-DK" dirty="0"/>
          </a:p>
        </p:txBody>
      </p:sp>
      <p:pic>
        <p:nvPicPr>
          <p:cNvPr id="7" name="Billede 6" descr="Et billede, der indeholder tekst, ur&#10;&#10;Automatisk genereret beskrivelse">
            <a:extLst>
              <a:ext uri="{FF2B5EF4-FFF2-40B4-BE49-F238E27FC236}">
                <a16:creationId xmlns:a16="http://schemas.microsoft.com/office/drawing/2014/main" id="{1C7491E2-88C8-4A8D-8D1C-59AC4A8E5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68" y="3986852"/>
            <a:ext cx="8845488" cy="1302988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A8C2190-6CBC-4A44-A61C-71A6703E0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307F-44DD-448E-8EEA-6C451DB3EF58}" type="slidenum">
              <a:rPr lang="da-DK" smtClean="0"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81818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BAA519-6958-49FE-8294-24E84E24C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Hydrogen i spændingsrækken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CD33CB8-E8F7-45DA-AAA5-8DDE32CC2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Hvis vi i et salt (ionforbindelse) erstatter metallet med hydrogen (H) får vi en syre</a:t>
            </a:r>
          </a:p>
          <a:p>
            <a:r>
              <a:rPr lang="da-DK" dirty="0"/>
              <a:t>Fx NaCl ⟶ </a:t>
            </a:r>
            <a:r>
              <a:rPr lang="da-DK" dirty="0" err="1"/>
              <a:t>HCl</a:t>
            </a:r>
            <a:r>
              <a:rPr lang="da-DK" dirty="0"/>
              <a:t> (saltsyre)</a:t>
            </a:r>
          </a:p>
          <a:p>
            <a:r>
              <a:rPr lang="da-DK" dirty="0"/>
              <a:t>De metaller der står til venstre for hydrogen i spændingsrækken kan opløses i syre:</a:t>
            </a:r>
          </a:p>
          <a:p>
            <a:r>
              <a:rPr lang="da-DK" dirty="0" err="1"/>
              <a:t>Zn</a:t>
            </a:r>
            <a:r>
              <a:rPr lang="da-DK" dirty="0"/>
              <a:t>(s) + 2H</a:t>
            </a:r>
            <a:r>
              <a:rPr lang="da-DK" baseline="30000" dirty="0"/>
              <a:t>+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⟶ Zn</a:t>
            </a:r>
            <a:r>
              <a:rPr lang="da-DK" baseline="30000" dirty="0"/>
              <a:t>2+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H</a:t>
            </a:r>
            <a:r>
              <a:rPr lang="da-DK" baseline="-25000" dirty="0"/>
              <a:t>2</a:t>
            </a:r>
            <a:r>
              <a:rPr lang="da-DK" dirty="0"/>
              <a:t>(g)</a:t>
            </a:r>
          </a:p>
          <a:p>
            <a:r>
              <a:rPr lang="da-DK" dirty="0"/>
              <a:t>(H</a:t>
            </a:r>
            <a:r>
              <a:rPr lang="da-DK" baseline="30000" dirty="0"/>
              <a:t>+</a:t>
            </a:r>
            <a:r>
              <a:rPr lang="da-DK" dirty="0"/>
              <a:t> kan ses som en forkortelse for H</a:t>
            </a:r>
            <a:r>
              <a:rPr lang="da-DK" baseline="-25000" dirty="0"/>
              <a:t>3</a:t>
            </a:r>
            <a:r>
              <a:rPr lang="da-DK" dirty="0"/>
              <a:t>O</a:t>
            </a:r>
            <a:r>
              <a:rPr lang="da-DK" baseline="30000" dirty="0"/>
              <a:t>+</a:t>
            </a:r>
            <a:r>
              <a:rPr lang="da-DK" dirty="0"/>
              <a:t>)</a:t>
            </a:r>
          </a:p>
          <a:p>
            <a:r>
              <a:rPr lang="da-DK" dirty="0"/>
              <a:t>Et metal til højre for hydrogen i spændingsrækken kan </a:t>
            </a:r>
            <a:r>
              <a:rPr lang="da-DK" dirty="0">
                <a:solidFill>
                  <a:srgbClr val="FF0000"/>
                </a:solidFill>
              </a:rPr>
              <a:t>IKKE</a:t>
            </a:r>
            <a:r>
              <a:rPr lang="da-DK" dirty="0"/>
              <a:t> opløses i syre</a:t>
            </a:r>
          </a:p>
          <a:p>
            <a:r>
              <a:rPr lang="da-DK" dirty="0"/>
              <a:t>Følgende reaktion vil IKKE finde sted</a:t>
            </a:r>
          </a:p>
          <a:p>
            <a:r>
              <a:rPr lang="da-DK" strike="sngStrike" dirty="0"/>
              <a:t>Cu(s) + 2 H</a:t>
            </a:r>
            <a:r>
              <a:rPr lang="da-DK" strike="sngStrike" baseline="30000" dirty="0"/>
              <a:t>+</a:t>
            </a:r>
            <a:r>
              <a:rPr lang="da-DK" strike="sngStrike" dirty="0"/>
              <a:t>(</a:t>
            </a:r>
            <a:r>
              <a:rPr lang="da-DK" strike="sngStrike" dirty="0" err="1"/>
              <a:t>aq</a:t>
            </a:r>
            <a:r>
              <a:rPr lang="da-DK" strike="sngStrike" dirty="0"/>
              <a:t>) ⟶ Cu</a:t>
            </a:r>
            <a:r>
              <a:rPr lang="da-DK" strike="sngStrike" baseline="30000" dirty="0"/>
              <a:t>2+</a:t>
            </a:r>
            <a:r>
              <a:rPr lang="da-DK" strike="sngStrike" dirty="0"/>
              <a:t>(</a:t>
            </a:r>
            <a:r>
              <a:rPr lang="da-DK" strike="sngStrike" dirty="0" err="1"/>
              <a:t>aq</a:t>
            </a:r>
            <a:r>
              <a:rPr lang="da-DK" strike="sngStrike" dirty="0"/>
              <a:t>) + H</a:t>
            </a:r>
            <a:r>
              <a:rPr lang="da-DK" strike="sngStrike" baseline="-25000" dirty="0"/>
              <a:t>2</a:t>
            </a:r>
            <a:r>
              <a:rPr lang="da-DK" strike="sngStrike" dirty="0"/>
              <a:t>(g)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0B08921-24A0-42FD-AAFE-23D9755D9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307F-44DD-448E-8EEA-6C451DB3EF58}" type="slidenum">
              <a:rPr lang="da-DK" smtClean="0"/>
              <a:t>15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5006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1B6795-320A-4BFE-88D4-55E88A7E3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Forbrænding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871CFE9-9421-45C8-9873-5F80FC4FE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Forbrændingsreaktioner er alle redoxreaktioner</a:t>
            </a:r>
          </a:p>
          <a:p>
            <a:r>
              <a:rPr lang="da-DK" dirty="0"/>
              <a:t>Men redoxreaktioner er ikke nødvendigvis forbrændingsreaktioner</a:t>
            </a:r>
          </a:p>
          <a:p>
            <a:r>
              <a:rPr lang="da-DK" dirty="0"/>
              <a:t>Forbrændingsreaktioner er med andre ord en subklasse af redoxreaktioner</a:t>
            </a:r>
          </a:p>
          <a:p>
            <a:r>
              <a:rPr lang="da-DK" dirty="0"/>
              <a:t>CH</a:t>
            </a:r>
            <a:r>
              <a:rPr lang="da-DK" baseline="-25000" dirty="0"/>
              <a:t>4</a:t>
            </a:r>
            <a:r>
              <a:rPr lang="da-DK" dirty="0"/>
              <a:t>(g) + 2 O</a:t>
            </a:r>
            <a:r>
              <a:rPr lang="da-DK" baseline="-25000" dirty="0"/>
              <a:t>2</a:t>
            </a:r>
            <a:r>
              <a:rPr lang="da-DK" dirty="0"/>
              <a:t>(g) ⟶ CO</a:t>
            </a:r>
            <a:r>
              <a:rPr lang="da-DK" baseline="-25000" dirty="0"/>
              <a:t>2</a:t>
            </a:r>
            <a:r>
              <a:rPr lang="da-DK" dirty="0"/>
              <a:t>(g) + 2 H</a:t>
            </a:r>
            <a:r>
              <a:rPr lang="da-DK" baseline="-25000" dirty="0"/>
              <a:t>2</a:t>
            </a:r>
            <a:r>
              <a:rPr lang="da-DK" dirty="0"/>
              <a:t>O(g)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ADE82D3-AF14-4643-A360-3963C7F4A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307F-44DD-448E-8EEA-6C451DB3EF58}" type="slidenum">
              <a:rPr lang="da-DK" smtClean="0"/>
              <a:t>16</a:t>
            </a:fld>
            <a:endParaRPr lang="da-DK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E3196165-47C8-1158-C39A-CEE2299211C1}"/>
              </a:ext>
            </a:extLst>
          </p:cNvPr>
          <p:cNvSpPr/>
          <p:nvPr/>
        </p:nvSpPr>
        <p:spPr>
          <a:xfrm>
            <a:off x="3068320" y="4145280"/>
            <a:ext cx="6268720" cy="14528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39F385F3-1C11-3ED5-990D-C65FA5526AAA}"/>
              </a:ext>
            </a:extLst>
          </p:cNvPr>
          <p:cNvSpPr/>
          <p:nvPr/>
        </p:nvSpPr>
        <p:spPr>
          <a:xfrm>
            <a:off x="6096000" y="4334943"/>
            <a:ext cx="3027680" cy="10598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6819BF78-FB9F-5DEF-AA88-2B9E6D7CBC69}"/>
              </a:ext>
            </a:extLst>
          </p:cNvPr>
          <p:cNvSpPr txBox="1"/>
          <p:nvPr/>
        </p:nvSpPr>
        <p:spPr>
          <a:xfrm>
            <a:off x="6075680" y="4334943"/>
            <a:ext cx="224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Forbrænding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118B2F6F-E1A0-3611-66A2-10A617D8FCC8}"/>
              </a:ext>
            </a:extLst>
          </p:cNvPr>
          <p:cNvSpPr txBox="1"/>
          <p:nvPr/>
        </p:nvSpPr>
        <p:spPr>
          <a:xfrm>
            <a:off x="3393440" y="432816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Redox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58483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D3C70F-A007-24B4-752E-DFDF26F2A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E9C9A6E6-FE46-4905-9A66-A6C1E5E433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2537817"/>
              </p:ext>
            </p:extLst>
          </p:nvPr>
        </p:nvGraphicFramePr>
        <p:xfrm>
          <a:off x="2589212" y="2133600"/>
          <a:ext cx="8915400" cy="377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E9224DE-35CF-5B19-374A-7E7408B0F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307F-44DD-448E-8EEA-6C451DB3EF58}" type="slidenum">
              <a:rPr lang="da-DK" smtClean="0"/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19628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34F4D2-399A-10CD-0EAB-1D0B1FA83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Oversigt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EAA7754-B543-5D65-3831-A75653B73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Oxidation: afgivelse af elektroner</a:t>
            </a:r>
          </a:p>
          <a:p>
            <a:r>
              <a:rPr lang="da-DK" dirty="0"/>
              <a:t>Reduktion: optagelse af elektroner</a:t>
            </a:r>
          </a:p>
          <a:p>
            <a:r>
              <a:rPr lang="da-DK" dirty="0" err="1">
                <a:solidFill>
                  <a:srgbClr val="FF0000"/>
                </a:solidFill>
              </a:rPr>
              <a:t>Redox</a:t>
            </a:r>
            <a:r>
              <a:rPr lang="da-DK" dirty="0"/>
              <a:t> = </a:t>
            </a:r>
            <a:r>
              <a:rPr lang="da-DK" dirty="0">
                <a:solidFill>
                  <a:srgbClr val="FF0000"/>
                </a:solidFill>
              </a:rPr>
              <a:t>red</a:t>
            </a:r>
            <a:r>
              <a:rPr lang="da-DK" dirty="0"/>
              <a:t>uktion + </a:t>
            </a:r>
            <a:r>
              <a:rPr lang="da-DK" dirty="0">
                <a:solidFill>
                  <a:srgbClr val="FF0000"/>
                </a:solidFill>
              </a:rPr>
              <a:t>ox</a:t>
            </a:r>
            <a:r>
              <a:rPr lang="da-DK" dirty="0"/>
              <a:t>idation</a:t>
            </a:r>
          </a:p>
          <a:p>
            <a:r>
              <a:rPr lang="da-DK" dirty="0"/>
              <a:t>Delreaktioner</a:t>
            </a:r>
          </a:p>
          <a:p>
            <a:r>
              <a:rPr lang="da-DK" dirty="0"/>
              <a:t>Elektronregnskab</a:t>
            </a:r>
          </a:p>
          <a:p>
            <a:r>
              <a:rPr lang="da-DK" dirty="0"/>
              <a:t>Spændingsrækken</a:t>
            </a:r>
          </a:p>
          <a:p>
            <a:r>
              <a:rPr lang="da-DK" dirty="0"/>
              <a:t>Forbrænding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AD57C36-63F7-7168-1A4A-DCEF2EAB1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307F-44DD-448E-8EEA-6C451DB3EF58}" type="slidenum">
              <a:rPr lang="da-DK" smtClean="0"/>
              <a:t>18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43355668"/>
      </p:ext>
    </p:extLst>
  </p:cSld>
  <p:clrMapOvr>
    <a:masterClrMapping/>
  </p:clrMapOvr>
</p:sld>
</file>

<file path=ppt/theme/theme1.xml><?xml version="1.0" encoding="utf-8"?>
<a:theme xmlns:a="http://schemas.openxmlformats.org/drawingml/2006/main" name="Visk">
  <a:themeElements>
    <a:clrScheme name="Visk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Visk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Visk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Visk</Template>
  <TotalTime>926</TotalTime>
  <Words>725</Words>
  <Application>Microsoft Office PowerPoint</Application>
  <PresentationFormat>Widescreen</PresentationFormat>
  <Paragraphs>113</Paragraphs>
  <Slides>18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18</vt:i4>
      </vt:variant>
    </vt:vector>
  </HeadingPairs>
  <TitlesOfParts>
    <vt:vector size="23" baseType="lpstr">
      <vt:lpstr>Arial</vt:lpstr>
      <vt:lpstr>Calibri</vt:lpstr>
      <vt:lpstr>Century Gothic</vt:lpstr>
      <vt:lpstr>Wingdings 3</vt:lpstr>
      <vt:lpstr>Visk</vt:lpstr>
      <vt:lpstr>redoxkemi</vt:lpstr>
      <vt:lpstr>Eksempler på redox</vt:lpstr>
      <vt:lpstr>Redox</vt:lpstr>
      <vt:lpstr>Demonstrationsforsøg</vt:lpstr>
      <vt:lpstr>Afbrænding af magnesium</vt:lpstr>
      <vt:lpstr>Afbrænding af magnesium</vt:lpstr>
      <vt:lpstr>Redox = reduktion + oxidation</vt:lpstr>
      <vt:lpstr>Redox = reduktion + oxidation</vt:lpstr>
      <vt:lpstr>Elektronregnskab</vt:lpstr>
      <vt:lpstr>Opgaver</vt:lpstr>
      <vt:lpstr>PowerPoint-præsentation</vt:lpstr>
      <vt:lpstr>Spændingsrækken</vt:lpstr>
      <vt:lpstr>Spændingsrækken</vt:lpstr>
      <vt:lpstr>Spændingsrækken</vt:lpstr>
      <vt:lpstr>Hydrogen i spændingsrækken</vt:lpstr>
      <vt:lpstr>Forbrænding</vt:lpstr>
      <vt:lpstr>Opgaver</vt:lpstr>
      <vt:lpstr>Oversigt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redoxkemi</dc:title>
  <dc:creator>Henry Vest</dc:creator>
  <cp:lastModifiedBy>Henry Valdemar Vest</cp:lastModifiedBy>
  <cp:revision>77</cp:revision>
  <dcterms:created xsi:type="dcterms:W3CDTF">2021-02-24T08:31:58Z</dcterms:created>
  <dcterms:modified xsi:type="dcterms:W3CDTF">2026-10-06T08:30:17Z</dcterms:modified>
</cp:coreProperties>
</file>