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59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addSld modSld">
      <pc:chgData name="Henry Valdemar Vest" userId="f5b1f0ec-4051-405f-83b3-0c678f78df49" providerId="ADAL" clId="{0B671710-12AA-4A9C-8982-6D6CBD054718}" dt="2026-09-28T07:46:04.174" v="350" actId="20577"/>
      <pc:docMkLst>
        <pc:docMk/>
      </pc:docMkLst>
      <pc:sldChg chg="addSp">
        <pc:chgData name="Henry Valdemar Vest" userId="f5b1f0ec-4051-405f-83b3-0c678f78df49" providerId="ADAL" clId="{0B671710-12AA-4A9C-8982-6D6CBD054718}" dt="2026-09-24T11:20:59.711" v="0"/>
        <pc:sldMkLst>
          <pc:docMk/>
          <pc:sldMk cId="3496599076" sldId="259"/>
        </pc:sldMkLst>
        <pc:picChg chg="add">
          <ac:chgData name="Henry Valdemar Vest" userId="f5b1f0ec-4051-405f-83b3-0c678f78df49" providerId="ADAL" clId="{0B671710-12AA-4A9C-8982-6D6CBD054718}" dt="2026-09-24T11:20:59.711" v="0"/>
          <ac:picMkLst>
            <pc:docMk/>
            <pc:sldMk cId="3496599076" sldId="259"/>
            <ac:picMk id="4" creationId="{DEA4ED63-5594-07A5-B164-1488DF9C90BA}"/>
          </ac:picMkLst>
        </pc:picChg>
      </pc:sldChg>
      <pc:sldChg chg="modSp">
        <pc:chgData name="Henry Valdemar Vest" userId="f5b1f0ec-4051-405f-83b3-0c678f78df49" providerId="ADAL" clId="{0B671710-12AA-4A9C-8982-6D6CBD054718}" dt="2026-09-24T12:53:40.054" v="297" actId="20577"/>
        <pc:sldMkLst>
          <pc:docMk/>
          <pc:sldMk cId="2469235322" sldId="263"/>
        </pc:sldMkLst>
        <pc:spChg chg="mod">
          <ac:chgData name="Henry Valdemar Vest" userId="f5b1f0ec-4051-405f-83b3-0c678f78df49" providerId="ADAL" clId="{0B671710-12AA-4A9C-8982-6D6CBD054718}" dt="2026-09-24T12:53:40.054" v="297" actId="20577"/>
          <ac:spMkLst>
            <pc:docMk/>
            <pc:sldMk cId="2469235322" sldId="263"/>
            <ac:spMk id="3" creationId="{D9A56AAA-669F-6B8A-97FE-20524E1A775D}"/>
          </ac:spMkLst>
        </pc:spChg>
      </pc:sldChg>
      <pc:sldChg chg="modSp">
        <pc:chgData name="Henry Valdemar Vest" userId="f5b1f0ec-4051-405f-83b3-0c678f78df49" providerId="ADAL" clId="{0B671710-12AA-4A9C-8982-6D6CBD054718}" dt="2026-09-24T11:46:25.635" v="99"/>
        <pc:sldMkLst>
          <pc:docMk/>
          <pc:sldMk cId="820505462" sldId="266"/>
        </pc:sldMkLst>
        <pc:spChg chg="mod">
          <ac:chgData name="Henry Valdemar Vest" userId="f5b1f0ec-4051-405f-83b3-0c678f78df49" providerId="ADAL" clId="{0B671710-12AA-4A9C-8982-6D6CBD054718}" dt="2026-09-24T11:46:01.169" v="97"/>
          <ac:spMkLst>
            <pc:docMk/>
            <pc:sldMk cId="820505462" sldId="266"/>
            <ac:spMk id="2" creationId="{C25552DF-C5BD-DF74-9A1E-4CF94EC92D83}"/>
          </ac:spMkLst>
        </pc:spChg>
        <pc:spChg chg="mod">
          <ac:chgData name="Henry Valdemar Vest" userId="f5b1f0ec-4051-405f-83b3-0c678f78df49" providerId="ADAL" clId="{0B671710-12AA-4A9C-8982-6D6CBD054718}" dt="2026-09-24T11:46:25.635" v="99"/>
          <ac:spMkLst>
            <pc:docMk/>
            <pc:sldMk cId="820505462" sldId="266"/>
            <ac:spMk id="3" creationId="{D1E7EBE6-B90A-92F9-D46A-96F75B3F8189}"/>
          </ac:spMkLst>
        </pc:spChg>
      </pc:sldChg>
      <pc:sldChg chg="modSp">
        <pc:chgData name="Henry Valdemar Vest" userId="f5b1f0ec-4051-405f-83b3-0c678f78df49" providerId="ADAL" clId="{0B671710-12AA-4A9C-8982-6D6CBD054718}" dt="2026-09-24T11:59:18.166" v="212" actId="20577"/>
        <pc:sldMkLst>
          <pc:docMk/>
          <pc:sldMk cId="2052793053" sldId="269"/>
        </pc:sldMkLst>
        <pc:spChg chg="mod">
          <ac:chgData name="Henry Valdemar Vest" userId="f5b1f0ec-4051-405f-83b3-0c678f78df49" providerId="ADAL" clId="{0B671710-12AA-4A9C-8982-6D6CBD054718}" dt="2026-09-24T11:59:18.166" v="212" actId="20577"/>
          <ac:spMkLst>
            <pc:docMk/>
            <pc:sldMk cId="2052793053" sldId="269"/>
            <ac:spMk id="3" creationId="{C9263DB9-1F82-5323-52D1-0152DAB494E0}"/>
          </ac:spMkLst>
        </pc:spChg>
      </pc:sldChg>
      <pc:sldChg chg="modSp">
        <pc:chgData name="Henry Valdemar Vest" userId="f5b1f0ec-4051-405f-83b3-0c678f78df49" providerId="ADAL" clId="{0B671710-12AA-4A9C-8982-6D6CBD054718}" dt="2026-09-24T12:51:01.096" v="288" actId="20577"/>
        <pc:sldMkLst>
          <pc:docMk/>
          <pc:sldMk cId="2900669301" sldId="270"/>
        </pc:sldMkLst>
        <pc:spChg chg="mod">
          <ac:chgData name="Henry Valdemar Vest" userId="f5b1f0ec-4051-405f-83b3-0c678f78df49" providerId="ADAL" clId="{0B671710-12AA-4A9C-8982-6D6CBD054718}" dt="2026-09-24T12:51:01.096" v="288" actId="20577"/>
          <ac:spMkLst>
            <pc:docMk/>
            <pc:sldMk cId="2900669301" sldId="270"/>
            <ac:spMk id="3" creationId="{10E1DA83-B87A-ED2B-6E91-C82977548655}"/>
          </ac:spMkLst>
        </pc:spChg>
      </pc:sldChg>
      <pc:sldChg chg="modSp">
        <pc:chgData name="Henry Valdemar Vest" userId="f5b1f0ec-4051-405f-83b3-0c678f78df49" providerId="ADAL" clId="{0B671710-12AA-4A9C-8982-6D6CBD054718}" dt="2026-09-24T13:16:18.885" v="300"/>
        <pc:sldMkLst>
          <pc:docMk/>
          <pc:sldMk cId="1853453773" sldId="271"/>
        </pc:sldMkLst>
        <pc:graphicFrameChg chg="mod">
          <ac:chgData name="Henry Valdemar Vest" userId="f5b1f0ec-4051-405f-83b3-0c678f78df49" providerId="ADAL" clId="{0B671710-12AA-4A9C-8982-6D6CBD054718}" dt="2026-09-24T13:16:18.885" v="300"/>
          <ac:graphicFrameMkLst>
            <pc:docMk/>
            <pc:sldMk cId="1853453773" sldId="271"/>
            <ac:graphicFrameMk id="6" creationId="{3D075324-6317-E714-05C5-E99F055785FB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28T07:46:04.174" v="350" actId="20577"/>
        <pc:sldMkLst>
          <pc:docMk/>
          <pc:sldMk cId="2891260669" sldId="272"/>
        </pc:sldMkLst>
        <pc:spChg chg="mod">
          <ac:chgData name="Henry Valdemar Vest" userId="f5b1f0ec-4051-405f-83b3-0c678f78df49" providerId="ADAL" clId="{0B671710-12AA-4A9C-8982-6D6CBD054718}" dt="2026-09-28T07:45:46.916" v="309" actId="20577"/>
          <ac:spMkLst>
            <pc:docMk/>
            <pc:sldMk cId="2891260669" sldId="272"/>
            <ac:spMk id="2" creationId="{BA363526-F0F9-6E96-CF03-158F0201887C}"/>
          </ac:spMkLst>
        </pc:spChg>
        <pc:spChg chg="mod">
          <ac:chgData name="Henry Valdemar Vest" userId="f5b1f0ec-4051-405f-83b3-0c678f78df49" providerId="ADAL" clId="{0B671710-12AA-4A9C-8982-6D6CBD054718}" dt="2026-09-28T07:46:04.174" v="350" actId="20577"/>
          <ac:spMkLst>
            <pc:docMk/>
            <pc:sldMk cId="2891260669" sldId="272"/>
            <ac:spMk id="3" creationId="{092714EC-C0D2-01E2-3082-699D28F430C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8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28C50F-1F32-4C0B-985F-49DF8EB03165}" type="doc">
      <dgm:prSet loTypeId="urn:microsoft.com/office/officeart/2018/2/layout/IconVerticalSolidList" loCatId="icon" qsTypeId="urn:microsoft.com/office/officeart/2005/8/quickstyle/simple1#34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2C1DF0C-7144-4E02-82EA-A5E252071961}">
      <dgm:prSet/>
      <dgm:spPr/>
      <dgm:t>
        <a:bodyPr/>
        <a:lstStyle/>
        <a:p>
          <a:r>
            <a:rPr lang="da-DK" dirty="0"/>
            <a:t>Masseprocent angiver hvor meget af et stof der er i en blanding</a:t>
          </a:r>
          <a:endParaRPr lang="en-US" dirty="0"/>
        </a:p>
      </dgm:t>
    </dgm:pt>
    <dgm:pt modelId="{F978DDE8-2E4D-4AB2-A5E1-BABEBB8DD2CF}" type="parTrans" cxnId="{1EF79890-0419-4B3E-BDA2-0A0A3BC99A35}">
      <dgm:prSet/>
      <dgm:spPr/>
      <dgm:t>
        <a:bodyPr/>
        <a:lstStyle/>
        <a:p>
          <a:endParaRPr lang="en-US"/>
        </a:p>
      </dgm:t>
    </dgm:pt>
    <dgm:pt modelId="{419AE7A2-A88C-44BD-96FF-44601F2AA31E}" type="sibTrans" cxnId="{1EF79890-0419-4B3E-BDA2-0A0A3BC99A35}">
      <dgm:prSet/>
      <dgm:spPr/>
      <dgm:t>
        <a:bodyPr/>
        <a:lstStyle/>
        <a:p>
          <a:endParaRPr lang="en-US"/>
        </a:p>
      </dgm:t>
    </dgm:pt>
    <dgm:pt modelId="{CA2E753F-7943-4D0C-979F-417271D5679F}">
      <dgm:prSet/>
      <dgm:spPr/>
      <dgm:t>
        <a:bodyPr/>
        <a:lstStyle/>
        <a:p>
          <a:r>
            <a:rPr lang="da-DK"/>
            <a:t>Fx kunne der på en pakke smør stå at det indeholder 1 % smør</a:t>
          </a:r>
          <a:endParaRPr lang="en-US"/>
        </a:p>
      </dgm:t>
    </dgm:pt>
    <dgm:pt modelId="{DE84E00D-C4E1-476A-B5D6-A5AAC7051E2F}" type="parTrans" cxnId="{8F0F9EB2-1E0B-47F3-9307-5A9FFCAE7C43}">
      <dgm:prSet/>
      <dgm:spPr/>
      <dgm:t>
        <a:bodyPr/>
        <a:lstStyle/>
        <a:p>
          <a:endParaRPr lang="en-US"/>
        </a:p>
      </dgm:t>
    </dgm:pt>
    <dgm:pt modelId="{04909674-0A13-4E7E-8518-27E75C4E406A}" type="sibTrans" cxnId="{8F0F9EB2-1E0B-47F3-9307-5A9FFCAE7C43}">
      <dgm:prSet/>
      <dgm:spPr/>
      <dgm:t>
        <a:bodyPr/>
        <a:lstStyle/>
        <a:p>
          <a:endParaRPr lang="en-US"/>
        </a:p>
      </dgm:t>
    </dgm:pt>
    <dgm:pt modelId="{4C6696A5-8312-46DB-993F-CA6F43ACB827}">
      <dgm:prSet/>
      <dgm:spPr/>
      <dgm:t>
        <a:bodyPr/>
        <a:lstStyle/>
        <a:p>
          <a:r>
            <a:rPr lang="da-DK"/>
            <a:t>Det betyder at for hver 100 g smør, vil der være 1 g salt</a:t>
          </a:r>
          <a:endParaRPr lang="en-US"/>
        </a:p>
      </dgm:t>
    </dgm:pt>
    <dgm:pt modelId="{F7D81474-203D-41FC-B805-28342E58B05E}" type="parTrans" cxnId="{CE8A5CEC-95C4-468D-98A2-5BDC83BBC6B4}">
      <dgm:prSet/>
      <dgm:spPr/>
      <dgm:t>
        <a:bodyPr/>
        <a:lstStyle/>
        <a:p>
          <a:endParaRPr lang="en-US"/>
        </a:p>
      </dgm:t>
    </dgm:pt>
    <dgm:pt modelId="{3D57B5BF-F3CD-4CA1-B293-229181F49CA0}" type="sibTrans" cxnId="{CE8A5CEC-95C4-468D-98A2-5BDC83BBC6B4}">
      <dgm:prSet/>
      <dgm:spPr/>
      <dgm:t>
        <a:bodyPr/>
        <a:lstStyle/>
        <a:p>
          <a:endParaRPr lang="en-US"/>
        </a:p>
      </dgm:t>
    </dgm:pt>
    <dgm:pt modelId="{08F70A00-DE76-491D-824A-9F5694A1CF6B}" type="pres">
      <dgm:prSet presAssocID="{6028C50F-1F32-4C0B-985F-49DF8EB03165}" presName="root" presStyleCnt="0">
        <dgm:presLayoutVars>
          <dgm:dir/>
          <dgm:resizeHandles val="exact"/>
        </dgm:presLayoutVars>
      </dgm:prSet>
      <dgm:spPr/>
    </dgm:pt>
    <dgm:pt modelId="{7F9C7ADA-05BE-4E7A-911B-F3F80F712082}" type="pres">
      <dgm:prSet presAssocID="{62C1DF0C-7144-4E02-82EA-A5E252071961}" presName="compNode" presStyleCnt="0"/>
      <dgm:spPr/>
    </dgm:pt>
    <dgm:pt modelId="{39222EDD-261B-45D8-BF54-FA2F739B3F5A}" type="pres">
      <dgm:prSet presAssocID="{62C1DF0C-7144-4E02-82EA-A5E252071961}" presName="bgRect" presStyleLbl="bgShp" presStyleIdx="0" presStyleCnt="3"/>
      <dgm:spPr/>
    </dgm:pt>
    <dgm:pt modelId="{C0E119D1-0D14-45B4-A461-1E875823ACEC}" type="pres">
      <dgm:prSet presAssocID="{62C1DF0C-7144-4E02-82EA-A5E2520719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åndklæde"/>
        </a:ext>
      </dgm:extLst>
    </dgm:pt>
    <dgm:pt modelId="{F58ACB95-48EE-42E8-8D2C-64F0214BF7E7}" type="pres">
      <dgm:prSet presAssocID="{62C1DF0C-7144-4E02-82EA-A5E252071961}" presName="spaceRect" presStyleCnt="0"/>
      <dgm:spPr/>
    </dgm:pt>
    <dgm:pt modelId="{C8684981-C4CD-407E-806F-357E6345AB41}" type="pres">
      <dgm:prSet presAssocID="{62C1DF0C-7144-4E02-82EA-A5E252071961}" presName="parTx" presStyleLbl="revTx" presStyleIdx="0" presStyleCnt="3">
        <dgm:presLayoutVars>
          <dgm:chMax val="0"/>
          <dgm:chPref val="0"/>
        </dgm:presLayoutVars>
      </dgm:prSet>
      <dgm:spPr/>
    </dgm:pt>
    <dgm:pt modelId="{81C64088-C2E6-4C28-A68B-F614D66AA8F7}" type="pres">
      <dgm:prSet presAssocID="{419AE7A2-A88C-44BD-96FF-44601F2AA31E}" presName="sibTrans" presStyleCnt="0"/>
      <dgm:spPr/>
    </dgm:pt>
    <dgm:pt modelId="{019A6546-777C-470C-9E02-720990E908B4}" type="pres">
      <dgm:prSet presAssocID="{CA2E753F-7943-4D0C-979F-417271D5679F}" presName="compNode" presStyleCnt="0"/>
      <dgm:spPr/>
    </dgm:pt>
    <dgm:pt modelId="{E2CA6A73-C797-49BE-97F1-E5FDEF55F6ED}" type="pres">
      <dgm:prSet presAssocID="{CA2E753F-7943-4D0C-979F-417271D5679F}" presName="bgRect" presStyleLbl="bgShp" presStyleIdx="1" presStyleCnt="3"/>
      <dgm:spPr/>
    </dgm:pt>
    <dgm:pt modelId="{CCC26908-92C2-4CE5-84E4-C1B1A3019C4B}" type="pres">
      <dgm:prSet presAssocID="{CA2E753F-7943-4D0C-979F-417271D5679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"/>
        </a:ext>
      </dgm:extLst>
    </dgm:pt>
    <dgm:pt modelId="{328CF5E0-479C-4F71-BF77-47678E7247EE}" type="pres">
      <dgm:prSet presAssocID="{CA2E753F-7943-4D0C-979F-417271D5679F}" presName="spaceRect" presStyleCnt="0"/>
      <dgm:spPr/>
    </dgm:pt>
    <dgm:pt modelId="{2EF50ABE-20A6-44B7-987E-730EB5A315A8}" type="pres">
      <dgm:prSet presAssocID="{CA2E753F-7943-4D0C-979F-417271D5679F}" presName="parTx" presStyleLbl="revTx" presStyleIdx="1" presStyleCnt="3">
        <dgm:presLayoutVars>
          <dgm:chMax val="0"/>
          <dgm:chPref val="0"/>
        </dgm:presLayoutVars>
      </dgm:prSet>
      <dgm:spPr/>
    </dgm:pt>
    <dgm:pt modelId="{36902B8E-AF08-4FFF-898C-1FC71F2F64B9}" type="pres">
      <dgm:prSet presAssocID="{04909674-0A13-4E7E-8518-27E75C4E406A}" presName="sibTrans" presStyleCnt="0"/>
      <dgm:spPr/>
    </dgm:pt>
    <dgm:pt modelId="{55BA7343-5BB7-4606-84DD-DCBC3F970D94}" type="pres">
      <dgm:prSet presAssocID="{4C6696A5-8312-46DB-993F-CA6F43ACB827}" presName="compNode" presStyleCnt="0"/>
      <dgm:spPr/>
    </dgm:pt>
    <dgm:pt modelId="{C2B50A09-2BA6-4651-969F-FE0DFC441E6C}" type="pres">
      <dgm:prSet presAssocID="{4C6696A5-8312-46DB-993F-CA6F43ACB827}" presName="bgRect" presStyleLbl="bgShp" presStyleIdx="2" presStyleCnt="3"/>
      <dgm:spPr/>
    </dgm:pt>
    <dgm:pt modelId="{1EEE24D1-A058-4676-8D71-0B5903255D54}" type="pres">
      <dgm:prSet presAssocID="{4C6696A5-8312-46DB-993F-CA6F43ACB82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uer"/>
        </a:ext>
      </dgm:extLst>
    </dgm:pt>
    <dgm:pt modelId="{2943613A-37FC-4C20-B4BD-8311A995F9C6}" type="pres">
      <dgm:prSet presAssocID="{4C6696A5-8312-46DB-993F-CA6F43ACB827}" presName="spaceRect" presStyleCnt="0"/>
      <dgm:spPr/>
    </dgm:pt>
    <dgm:pt modelId="{EBE65954-C1DA-4896-893C-6BA36629531D}" type="pres">
      <dgm:prSet presAssocID="{4C6696A5-8312-46DB-993F-CA6F43ACB8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1A0424A-ED94-4B79-ABEC-D7D6C9BF9CF8}" type="presOf" srcId="{6028C50F-1F32-4C0B-985F-49DF8EB03165}" destId="{08F70A00-DE76-491D-824A-9F5694A1CF6B}" srcOrd="0" destOrd="0" presId="urn:microsoft.com/office/officeart/2018/2/layout/IconVerticalSolidList"/>
    <dgm:cxn modelId="{3E85897C-503E-4F48-9CAB-1AAA63553AED}" type="presOf" srcId="{CA2E753F-7943-4D0C-979F-417271D5679F}" destId="{2EF50ABE-20A6-44B7-987E-730EB5A315A8}" srcOrd="0" destOrd="0" presId="urn:microsoft.com/office/officeart/2018/2/layout/IconVerticalSolidList"/>
    <dgm:cxn modelId="{469D4288-49AA-410A-9F51-2BF2FC583F05}" type="presOf" srcId="{62C1DF0C-7144-4E02-82EA-A5E252071961}" destId="{C8684981-C4CD-407E-806F-357E6345AB41}" srcOrd="0" destOrd="0" presId="urn:microsoft.com/office/officeart/2018/2/layout/IconVerticalSolidList"/>
    <dgm:cxn modelId="{1EF79890-0419-4B3E-BDA2-0A0A3BC99A35}" srcId="{6028C50F-1F32-4C0B-985F-49DF8EB03165}" destId="{62C1DF0C-7144-4E02-82EA-A5E252071961}" srcOrd="0" destOrd="0" parTransId="{F978DDE8-2E4D-4AB2-A5E1-BABEBB8DD2CF}" sibTransId="{419AE7A2-A88C-44BD-96FF-44601F2AA31E}"/>
    <dgm:cxn modelId="{8F0F9EB2-1E0B-47F3-9307-5A9FFCAE7C43}" srcId="{6028C50F-1F32-4C0B-985F-49DF8EB03165}" destId="{CA2E753F-7943-4D0C-979F-417271D5679F}" srcOrd="1" destOrd="0" parTransId="{DE84E00D-C4E1-476A-B5D6-A5AAC7051E2F}" sibTransId="{04909674-0A13-4E7E-8518-27E75C4E406A}"/>
    <dgm:cxn modelId="{21A1F2CE-C373-4B34-A442-E250FD42B07A}" type="presOf" srcId="{4C6696A5-8312-46DB-993F-CA6F43ACB827}" destId="{EBE65954-C1DA-4896-893C-6BA36629531D}" srcOrd="0" destOrd="0" presId="urn:microsoft.com/office/officeart/2018/2/layout/IconVerticalSolidList"/>
    <dgm:cxn modelId="{CE8A5CEC-95C4-468D-98A2-5BDC83BBC6B4}" srcId="{6028C50F-1F32-4C0B-985F-49DF8EB03165}" destId="{4C6696A5-8312-46DB-993F-CA6F43ACB827}" srcOrd="2" destOrd="0" parTransId="{F7D81474-203D-41FC-B805-28342E58B05E}" sibTransId="{3D57B5BF-F3CD-4CA1-B293-229181F49CA0}"/>
    <dgm:cxn modelId="{4C6B7A1D-85C5-4D9A-A44B-B067C4BF2F1F}" type="presParOf" srcId="{08F70A00-DE76-491D-824A-9F5694A1CF6B}" destId="{7F9C7ADA-05BE-4E7A-911B-F3F80F712082}" srcOrd="0" destOrd="0" presId="urn:microsoft.com/office/officeart/2018/2/layout/IconVerticalSolidList"/>
    <dgm:cxn modelId="{5B4841DC-09B6-4CEF-9D65-C390932D7BBD}" type="presParOf" srcId="{7F9C7ADA-05BE-4E7A-911B-F3F80F712082}" destId="{39222EDD-261B-45D8-BF54-FA2F739B3F5A}" srcOrd="0" destOrd="0" presId="urn:microsoft.com/office/officeart/2018/2/layout/IconVerticalSolidList"/>
    <dgm:cxn modelId="{7BFE626B-674E-4DBE-A47C-A18653F0E16D}" type="presParOf" srcId="{7F9C7ADA-05BE-4E7A-911B-F3F80F712082}" destId="{C0E119D1-0D14-45B4-A461-1E875823ACEC}" srcOrd="1" destOrd="0" presId="urn:microsoft.com/office/officeart/2018/2/layout/IconVerticalSolidList"/>
    <dgm:cxn modelId="{E0CE31F1-24B4-4E27-99B8-10EFEDF7E076}" type="presParOf" srcId="{7F9C7ADA-05BE-4E7A-911B-F3F80F712082}" destId="{F58ACB95-48EE-42E8-8D2C-64F0214BF7E7}" srcOrd="2" destOrd="0" presId="urn:microsoft.com/office/officeart/2018/2/layout/IconVerticalSolidList"/>
    <dgm:cxn modelId="{EEFB2392-3F4D-4FF7-B0DA-47D7249A81BB}" type="presParOf" srcId="{7F9C7ADA-05BE-4E7A-911B-F3F80F712082}" destId="{C8684981-C4CD-407E-806F-357E6345AB41}" srcOrd="3" destOrd="0" presId="urn:microsoft.com/office/officeart/2018/2/layout/IconVerticalSolidList"/>
    <dgm:cxn modelId="{4C56C56F-7A08-441D-8AED-B7EF476AF895}" type="presParOf" srcId="{08F70A00-DE76-491D-824A-9F5694A1CF6B}" destId="{81C64088-C2E6-4C28-A68B-F614D66AA8F7}" srcOrd="1" destOrd="0" presId="urn:microsoft.com/office/officeart/2018/2/layout/IconVerticalSolidList"/>
    <dgm:cxn modelId="{17A5C4F1-BE24-45DD-80D3-ED859564526C}" type="presParOf" srcId="{08F70A00-DE76-491D-824A-9F5694A1CF6B}" destId="{019A6546-777C-470C-9E02-720990E908B4}" srcOrd="2" destOrd="0" presId="urn:microsoft.com/office/officeart/2018/2/layout/IconVerticalSolidList"/>
    <dgm:cxn modelId="{705CD40A-25CB-4575-8FB3-DF21EC6A30CE}" type="presParOf" srcId="{019A6546-777C-470C-9E02-720990E908B4}" destId="{E2CA6A73-C797-49BE-97F1-E5FDEF55F6ED}" srcOrd="0" destOrd="0" presId="urn:microsoft.com/office/officeart/2018/2/layout/IconVerticalSolidList"/>
    <dgm:cxn modelId="{577D8C80-7193-4141-957B-F44B1CC59F8B}" type="presParOf" srcId="{019A6546-777C-470C-9E02-720990E908B4}" destId="{CCC26908-92C2-4CE5-84E4-C1B1A3019C4B}" srcOrd="1" destOrd="0" presId="urn:microsoft.com/office/officeart/2018/2/layout/IconVerticalSolidList"/>
    <dgm:cxn modelId="{1553DD96-226B-4DE1-98BC-1BB1BF29B81A}" type="presParOf" srcId="{019A6546-777C-470C-9E02-720990E908B4}" destId="{328CF5E0-479C-4F71-BF77-47678E7247EE}" srcOrd="2" destOrd="0" presId="urn:microsoft.com/office/officeart/2018/2/layout/IconVerticalSolidList"/>
    <dgm:cxn modelId="{4423ACD3-BD3C-4E88-9694-62FC52F9383E}" type="presParOf" srcId="{019A6546-777C-470C-9E02-720990E908B4}" destId="{2EF50ABE-20A6-44B7-987E-730EB5A315A8}" srcOrd="3" destOrd="0" presId="urn:microsoft.com/office/officeart/2018/2/layout/IconVerticalSolidList"/>
    <dgm:cxn modelId="{56E573E2-3E3B-46EB-AB63-5DEABBE9F300}" type="presParOf" srcId="{08F70A00-DE76-491D-824A-9F5694A1CF6B}" destId="{36902B8E-AF08-4FFF-898C-1FC71F2F64B9}" srcOrd="3" destOrd="0" presId="urn:microsoft.com/office/officeart/2018/2/layout/IconVerticalSolidList"/>
    <dgm:cxn modelId="{C2ADA22A-4907-48A2-B047-EB8A4E705AD3}" type="presParOf" srcId="{08F70A00-DE76-491D-824A-9F5694A1CF6B}" destId="{55BA7343-5BB7-4606-84DD-DCBC3F970D94}" srcOrd="4" destOrd="0" presId="urn:microsoft.com/office/officeart/2018/2/layout/IconVerticalSolidList"/>
    <dgm:cxn modelId="{35BE7D4D-C83D-4D80-9649-65B5A4E5A5B1}" type="presParOf" srcId="{55BA7343-5BB7-4606-84DD-DCBC3F970D94}" destId="{C2B50A09-2BA6-4651-969F-FE0DFC441E6C}" srcOrd="0" destOrd="0" presId="urn:microsoft.com/office/officeart/2018/2/layout/IconVerticalSolidList"/>
    <dgm:cxn modelId="{927CEBCB-36C3-4F91-9758-C0D650DBCEC2}" type="presParOf" srcId="{55BA7343-5BB7-4606-84DD-DCBC3F970D94}" destId="{1EEE24D1-A058-4676-8D71-0B5903255D54}" srcOrd="1" destOrd="0" presId="urn:microsoft.com/office/officeart/2018/2/layout/IconVerticalSolidList"/>
    <dgm:cxn modelId="{CC2F9074-3255-455E-A8E4-E113CF3C0760}" type="presParOf" srcId="{55BA7343-5BB7-4606-84DD-DCBC3F970D94}" destId="{2943613A-37FC-4C20-B4BD-8311A995F9C6}" srcOrd="2" destOrd="0" presId="urn:microsoft.com/office/officeart/2018/2/layout/IconVerticalSolidList"/>
    <dgm:cxn modelId="{B8A00A9E-4F1A-4FD4-ADB1-3880905AE7F5}" type="presParOf" srcId="{55BA7343-5BB7-4606-84DD-DCBC3F970D94}" destId="{EBE65954-C1DA-4896-893C-6BA3662953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731251-0CE3-458B-9F37-037FE21BCC86}" type="doc">
      <dgm:prSet loTypeId="urn:microsoft.com/office/officeart/2018/2/layout/IconVerticalSolidList" loCatId="icon" qsTypeId="urn:microsoft.com/office/officeart/2005/8/quickstyle/simple1#6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D397AA-FD28-455C-80E6-8BB9414A876E}">
      <dgm:prSet/>
      <dgm:spPr/>
      <dgm:t>
        <a:bodyPr/>
        <a:lstStyle/>
        <a:p>
          <a:r>
            <a:rPr lang="da-DK"/>
            <a:t>Vi bruger symbolet c</a:t>
          </a:r>
          <a:r>
            <a:rPr lang="da-DK" baseline="-25000"/>
            <a:t>masse%</a:t>
          </a:r>
          <a:r>
            <a:rPr lang="da-DK"/>
            <a:t> for masseprocent</a:t>
          </a:r>
          <a:endParaRPr lang="en-US"/>
        </a:p>
      </dgm:t>
    </dgm:pt>
    <dgm:pt modelId="{5154A731-2B15-4B02-A12F-A88273131731}" type="parTrans" cxnId="{928A91C2-C02B-46AF-95D0-473180AE89D2}">
      <dgm:prSet/>
      <dgm:spPr/>
      <dgm:t>
        <a:bodyPr/>
        <a:lstStyle/>
        <a:p>
          <a:endParaRPr lang="en-US"/>
        </a:p>
      </dgm:t>
    </dgm:pt>
    <dgm:pt modelId="{B18CEDF2-32C8-4EA3-9F01-8456BDAFD682}" type="sibTrans" cxnId="{928A91C2-C02B-46AF-95D0-473180AE89D2}">
      <dgm:prSet/>
      <dgm:spPr/>
      <dgm:t>
        <a:bodyPr/>
        <a:lstStyle/>
        <a:p>
          <a:endParaRPr lang="en-US"/>
        </a:p>
      </dgm:t>
    </dgm:pt>
    <dgm:pt modelId="{411FBE20-A477-4AC7-80FA-2D4307F1672B}">
      <dgm:prSet/>
      <dgm:spPr/>
      <dgm:t>
        <a:bodyPr/>
        <a:lstStyle/>
        <a:p>
          <a:r>
            <a:rPr lang="da-DK"/>
            <a:t>Masseprocent måles i procent (%)</a:t>
          </a:r>
          <a:endParaRPr lang="en-US"/>
        </a:p>
      </dgm:t>
    </dgm:pt>
    <dgm:pt modelId="{C2820121-7768-4186-91F0-2B554E87869B}" type="parTrans" cxnId="{D74966D2-6AD1-4D55-847B-2897DF2AF276}">
      <dgm:prSet/>
      <dgm:spPr/>
      <dgm:t>
        <a:bodyPr/>
        <a:lstStyle/>
        <a:p>
          <a:endParaRPr lang="en-US"/>
        </a:p>
      </dgm:t>
    </dgm:pt>
    <dgm:pt modelId="{FB4BC85B-CAE5-478D-81E4-EB41752330BA}" type="sibTrans" cxnId="{D74966D2-6AD1-4D55-847B-2897DF2AF276}">
      <dgm:prSet/>
      <dgm:spPr/>
      <dgm:t>
        <a:bodyPr/>
        <a:lstStyle/>
        <a:p>
          <a:endParaRPr lang="en-US"/>
        </a:p>
      </dgm:t>
    </dgm:pt>
    <dgm:pt modelId="{1399B578-51DE-473A-963E-F9B6F04DB9FF}">
      <dgm:prSet/>
      <dgm:spPr/>
      <dgm:t>
        <a:bodyPr/>
        <a:lstStyle/>
        <a:p>
          <a:r>
            <a:rPr lang="da-DK"/>
            <a:t>Fx c</a:t>
          </a:r>
          <a:r>
            <a:rPr lang="da-DK" baseline="-25000"/>
            <a:t>masse% </a:t>
          </a:r>
          <a:r>
            <a:rPr lang="da-DK"/>
            <a:t>= 3,4 %</a:t>
          </a:r>
          <a:endParaRPr lang="en-US"/>
        </a:p>
      </dgm:t>
    </dgm:pt>
    <dgm:pt modelId="{85A4E038-48FD-4354-B992-E7F39259C94D}" type="parTrans" cxnId="{792DBF67-7768-4B46-BB57-22F8F88303DC}">
      <dgm:prSet/>
      <dgm:spPr/>
      <dgm:t>
        <a:bodyPr/>
        <a:lstStyle/>
        <a:p>
          <a:endParaRPr lang="en-US"/>
        </a:p>
      </dgm:t>
    </dgm:pt>
    <dgm:pt modelId="{18489FF2-8FAF-4BF9-8A7B-FAA8C3D8FB72}" type="sibTrans" cxnId="{792DBF67-7768-4B46-BB57-22F8F88303DC}">
      <dgm:prSet/>
      <dgm:spPr/>
      <dgm:t>
        <a:bodyPr/>
        <a:lstStyle/>
        <a:p>
          <a:endParaRPr lang="en-US"/>
        </a:p>
      </dgm:t>
    </dgm:pt>
    <dgm:pt modelId="{985CED98-7EAC-4F9A-AA0C-A8956D2C3DB2}" type="pres">
      <dgm:prSet presAssocID="{E2731251-0CE3-458B-9F37-037FE21BCC86}" presName="root" presStyleCnt="0">
        <dgm:presLayoutVars>
          <dgm:dir/>
          <dgm:resizeHandles val="exact"/>
        </dgm:presLayoutVars>
      </dgm:prSet>
      <dgm:spPr/>
    </dgm:pt>
    <dgm:pt modelId="{9100F4E1-3B45-4B8C-8E87-B9F24EE86406}" type="pres">
      <dgm:prSet presAssocID="{E5D397AA-FD28-455C-80E6-8BB9414A876E}" presName="compNode" presStyleCnt="0"/>
      <dgm:spPr/>
    </dgm:pt>
    <dgm:pt modelId="{B2589836-8181-4222-8CF9-B7E741C5BDAA}" type="pres">
      <dgm:prSet presAssocID="{E5D397AA-FD28-455C-80E6-8BB9414A876E}" presName="bgRect" presStyleLbl="bgShp" presStyleIdx="0" presStyleCnt="3"/>
      <dgm:spPr/>
    </dgm:pt>
    <dgm:pt modelId="{EAEDE42B-299F-42B4-9FA2-9D2D2E13FE73}" type="pres">
      <dgm:prSet presAssocID="{E5D397AA-FD28-455C-80E6-8BB9414A876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dertekster"/>
        </a:ext>
      </dgm:extLst>
    </dgm:pt>
    <dgm:pt modelId="{56518988-4309-4A13-9FA2-8D695BE246EA}" type="pres">
      <dgm:prSet presAssocID="{E5D397AA-FD28-455C-80E6-8BB9414A876E}" presName="spaceRect" presStyleCnt="0"/>
      <dgm:spPr/>
    </dgm:pt>
    <dgm:pt modelId="{75491B1B-8377-4594-ABDD-1EC602B924E5}" type="pres">
      <dgm:prSet presAssocID="{E5D397AA-FD28-455C-80E6-8BB9414A876E}" presName="parTx" presStyleLbl="revTx" presStyleIdx="0" presStyleCnt="3">
        <dgm:presLayoutVars>
          <dgm:chMax val="0"/>
          <dgm:chPref val="0"/>
        </dgm:presLayoutVars>
      </dgm:prSet>
      <dgm:spPr/>
    </dgm:pt>
    <dgm:pt modelId="{CFF440B4-23A7-40A6-A60E-51271CE09A9C}" type="pres">
      <dgm:prSet presAssocID="{B18CEDF2-32C8-4EA3-9F01-8456BDAFD682}" presName="sibTrans" presStyleCnt="0"/>
      <dgm:spPr/>
    </dgm:pt>
    <dgm:pt modelId="{C893F9E0-319B-4539-9528-75E1A1A1D89D}" type="pres">
      <dgm:prSet presAssocID="{411FBE20-A477-4AC7-80FA-2D4307F1672B}" presName="compNode" presStyleCnt="0"/>
      <dgm:spPr/>
    </dgm:pt>
    <dgm:pt modelId="{16B29F57-E576-4167-9D51-9BF765483D3E}" type="pres">
      <dgm:prSet presAssocID="{411FBE20-A477-4AC7-80FA-2D4307F1672B}" presName="bgRect" presStyleLbl="bgShp" presStyleIdx="1" presStyleCnt="3"/>
      <dgm:spPr/>
    </dgm:pt>
    <dgm:pt modelId="{902C77C0-41B5-4569-BB0B-921920F512D1}" type="pres">
      <dgm:prSet presAssocID="{411FBE20-A477-4AC7-80FA-2D4307F1672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"/>
        </a:ext>
      </dgm:extLst>
    </dgm:pt>
    <dgm:pt modelId="{D2DBC1FE-DB62-424E-9141-18DEDB392FED}" type="pres">
      <dgm:prSet presAssocID="{411FBE20-A477-4AC7-80FA-2D4307F1672B}" presName="spaceRect" presStyleCnt="0"/>
      <dgm:spPr/>
    </dgm:pt>
    <dgm:pt modelId="{1EBB0660-1536-4222-BD97-A846721C7FEC}" type="pres">
      <dgm:prSet presAssocID="{411FBE20-A477-4AC7-80FA-2D4307F1672B}" presName="parTx" presStyleLbl="revTx" presStyleIdx="1" presStyleCnt="3">
        <dgm:presLayoutVars>
          <dgm:chMax val="0"/>
          <dgm:chPref val="0"/>
        </dgm:presLayoutVars>
      </dgm:prSet>
      <dgm:spPr/>
    </dgm:pt>
    <dgm:pt modelId="{46B95790-72F6-4916-AF25-1E8335B8580A}" type="pres">
      <dgm:prSet presAssocID="{FB4BC85B-CAE5-478D-81E4-EB41752330BA}" presName="sibTrans" presStyleCnt="0"/>
      <dgm:spPr/>
    </dgm:pt>
    <dgm:pt modelId="{E9502A83-4448-4B15-83BE-89C4A6454D38}" type="pres">
      <dgm:prSet presAssocID="{1399B578-51DE-473A-963E-F9B6F04DB9FF}" presName="compNode" presStyleCnt="0"/>
      <dgm:spPr/>
    </dgm:pt>
    <dgm:pt modelId="{3668E7A7-D27A-45E0-B746-2CE045163842}" type="pres">
      <dgm:prSet presAssocID="{1399B578-51DE-473A-963E-F9B6F04DB9FF}" presName="bgRect" presStyleLbl="bgShp" presStyleIdx="2" presStyleCnt="3"/>
      <dgm:spPr/>
    </dgm:pt>
    <dgm:pt modelId="{8D8E1E1B-3774-4936-8C84-83005A5AC296}" type="pres">
      <dgm:prSet presAssocID="{1399B578-51DE-473A-963E-F9B6F04DB9F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24564397-994C-4DDD-8C44-98676310BE00}" type="pres">
      <dgm:prSet presAssocID="{1399B578-51DE-473A-963E-F9B6F04DB9FF}" presName="spaceRect" presStyleCnt="0"/>
      <dgm:spPr/>
    </dgm:pt>
    <dgm:pt modelId="{BD3F98BE-EEC2-4097-813D-30A9BD2FABC2}" type="pres">
      <dgm:prSet presAssocID="{1399B578-51DE-473A-963E-F9B6F04DB9F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51B3F0D-E815-4CCF-8086-F9988559EBBA}" type="presOf" srcId="{411FBE20-A477-4AC7-80FA-2D4307F1672B}" destId="{1EBB0660-1536-4222-BD97-A846721C7FEC}" srcOrd="0" destOrd="0" presId="urn:microsoft.com/office/officeart/2018/2/layout/IconVerticalSolidList"/>
    <dgm:cxn modelId="{792DBF67-7768-4B46-BB57-22F8F88303DC}" srcId="{E2731251-0CE3-458B-9F37-037FE21BCC86}" destId="{1399B578-51DE-473A-963E-F9B6F04DB9FF}" srcOrd="2" destOrd="0" parTransId="{85A4E038-48FD-4354-B992-E7F39259C94D}" sibTransId="{18489FF2-8FAF-4BF9-8A7B-FAA8C3D8FB72}"/>
    <dgm:cxn modelId="{3254BA80-2286-4F8E-A9AB-A4FEE432228F}" type="presOf" srcId="{E2731251-0CE3-458B-9F37-037FE21BCC86}" destId="{985CED98-7EAC-4F9A-AA0C-A8956D2C3DB2}" srcOrd="0" destOrd="0" presId="urn:microsoft.com/office/officeart/2018/2/layout/IconVerticalSolidList"/>
    <dgm:cxn modelId="{4BD2149A-EE9F-4C93-9D3D-D9FA6D657327}" type="presOf" srcId="{E5D397AA-FD28-455C-80E6-8BB9414A876E}" destId="{75491B1B-8377-4594-ABDD-1EC602B924E5}" srcOrd="0" destOrd="0" presId="urn:microsoft.com/office/officeart/2018/2/layout/IconVerticalSolidList"/>
    <dgm:cxn modelId="{33EC0BBE-410A-456E-B6C8-7785670B8555}" type="presOf" srcId="{1399B578-51DE-473A-963E-F9B6F04DB9FF}" destId="{BD3F98BE-EEC2-4097-813D-30A9BD2FABC2}" srcOrd="0" destOrd="0" presId="urn:microsoft.com/office/officeart/2018/2/layout/IconVerticalSolidList"/>
    <dgm:cxn modelId="{928A91C2-C02B-46AF-95D0-473180AE89D2}" srcId="{E2731251-0CE3-458B-9F37-037FE21BCC86}" destId="{E5D397AA-FD28-455C-80E6-8BB9414A876E}" srcOrd="0" destOrd="0" parTransId="{5154A731-2B15-4B02-A12F-A88273131731}" sibTransId="{B18CEDF2-32C8-4EA3-9F01-8456BDAFD682}"/>
    <dgm:cxn modelId="{D74966D2-6AD1-4D55-847B-2897DF2AF276}" srcId="{E2731251-0CE3-458B-9F37-037FE21BCC86}" destId="{411FBE20-A477-4AC7-80FA-2D4307F1672B}" srcOrd="1" destOrd="0" parTransId="{C2820121-7768-4186-91F0-2B554E87869B}" sibTransId="{FB4BC85B-CAE5-478D-81E4-EB41752330BA}"/>
    <dgm:cxn modelId="{B56D7DDB-C8EB-498F-8DD6-EA44AFD54D45}" type="presParOf" srcId="{985CED98-7EAC-4F9A-AA0C-A8956D2C3DB2}" destId="{9100F4E1-3B45-4B8C-8E87-B9F24EE86406}" srcOrd="0" destOrd="0" presId="urn:microsoft.com/office/officeart/2018/2/layout/IconVerticalSolidList"/>
    <dgm:cxn modelId="{14EF0766-E851-43F3-88CA-F54BBAB382B5}" type="presParOf" srcId="{9100F4E1-3B45-4B8C-8E87-B9F24EE86406}" destId="{B2589836-8181-4222-8CF9-B7E741C5BDAA}" srcOrd="0" destOrd="0" presId="urn:microsoft.com/office/officeart/2018/2/layout/IconVerticalSolidList"/>
    <dgm:cxn modelId="{015E69A6-3D9E-47DD-8CE9-DF16E9FCBF76}" type="presParOf" srcId="{9100F4E1-3B45-4B8C-8E87-B9F24EE86406}" destId="{EAEDE42B-299F-42B4-9FA2-9D2D2E13FE73}" srcOrd="1" destOrd="0" presId="urn:microsoft.com/office/officeart/2018/2/layout/IconVerticalSolidList"/>
    <dgm:cxn modelId="{10188406-A875-4416-8AA7-B85C26F07EC9}" type="presParOf" srcId="{9100F4E1-3B45-4B8C-8E87-B9F24EE86406}" destId="{56518988-4309-4A13-9FA2-8D695BE246EA}" srcOrd="2" destOrd="0" presId="urn:microsoft.com/office/officeart/2018/2/layout/IconVerticalSolidList"/>
    <dgm:cxn modelId="{C31A6572-E3E2-4E52-8342-AC5228405AB4}" type="presParOf" srcId="{9100F4E1-3B45-4B8C-8E87-B9F24EE86406}" destId="{75491B1B-8377-4594-ABDD-1EC602B924E5}" srcOrd="3" destOrd="0" presId="urn:microsoft.com/office/officeart/2018/2/layout/IconVerticalSolidList"/>
    <dgm:cxn modelId="{C7139D71-A8DA-41CD-B7FF-96185EB8664D}" type="presParOf" srcId="{985CED98-7EAC-4F9A-AA0C-A8956D2C3DB2}" destId="{CFF440B4-23A7-40A6-A60E-51271CE09A9C}" srcOrd="1" destOrd="0" presId="urn:microsoft.com/office/officeart/2018/2/layout/IconVerticalSolidList"/>
    <dgm:cxn modelId="{AFB47D1C-5853-4F33-B3F5-B0A0D55688D0}" type="presParOf" srcId="{985CED98-7EAC-4F9A-AA0C-A8956D2C3DB2}" destId="{C893F9E0-319B-4539-9528-75E1A1A1D89D}" srcOrd="2" destOrd="0" presId="urn:microsoft.com/office/officeart/2018/2/layout/IconVerticalSolidList"/>
    <dgm:cxn modelId="{7303AD8F-58CB-4147-AD97-8999AD99C95C}" type="presParOf" srcId="{C893F9E0-319B-4539-9528-75E1A1A1D89D}" destId="{16B29F57-E576-4167-9D51-9BF765483D3E}" srcOrd="0" destOrd="0" presId="urn:microsoft.com/office/officeart/2018/2/layout/IconVerticalSolidList"/>
    <dgm:cxn modelId="{E9574C14-B225-49AF-B6C7-BCF398675A12}" type="presParOf" srcId="{C893F9E0-319B-4539-9528-75E1A1A1D89D}" destId="{902C77C0-41B5-4569-BB0B-921920F512D1}" srcOrd="1" destOrd="0" presId="urn:microsoft.com/office/officeart/2018/2/layout/IconVerticalSolidList"/>
    <dgm:cxn modelId="{96D20278-7A84-4E65-A791-F6A0D9F18AE7}" type="presParOf" srcId="{C893F9E0-319B-4539-9528-75E1A1A1D89D}" destId="{D2DBC1FE-DB62-424E-9141-18DEDB392FED}" srcOrd="2" destOrd="0" presId="urn:microsoft.com/office/officeart/2018/2/layout/IconVerticalSolidList"/>
    <dgm:cxn modelId="{6D69DF33-6411-4D4D-A63B-79786CD8BBFB}" type="presParOf" srcId="{C893F9E0-319B-4539-9528-75E1A1A1D89D}" destId="{1EBB0660-1536-4222-BD97-A846721C7FEC}" srcOrd="3" destOrd="0" presId="urn:microsoft.com/office/officeart/2018/2/layout/IconVerticalSolidList"/>
    <dgm:cxn modelId="{42C744B6-D9FB-4628-B289-AEEBCC728C8A}" type="presParOf" srcId="{985CED98-7EAC-4F9A-AA0C-A8956D2C3DB2}" destId="{46B95790-72F6-4916-AF25-1E8335B8580A}" srcOrd="3" destOrd="0" presId="urn:microsoft.com/office/officeart/2018/2/layout/IconVerticalSolidList"/>
    <dgm:cxn modelId="{4450EB69-4518-477C-8C31-27C92441FC8E}" type="presParOf" srcId="{985CED98-7EAC-4F9A-AA0C-A8956D2C3DB2}" destId="{E9502A83-4448-4B15-83BE-89C4A6454D38}" srcOrd="4" destOrd="0" presId="urn:microsoft.com/office/officeart/2018/2/layout/IconVerticalSolidList"/>
    <dgm:cxn modelId="{29CD7304-09DA-44A8-B8B8-38C1BBB42739}" type="presParOf" srcId="{E9502A83-4448-4B15-83BE-89C4A6454D38}" destId="{3668E7A7-D27A-45E0-B746-2CE045163842}" srcOrd="0" destOrd="0" presId="urn:microsoft.com/office/officeart/2018/2/layout/IconVerticalSolidList"/>
    <dgm:cxn modelId="{97C45F56-E752-4C74-A661-F0F6CB34F628}" type="presParOf" srcId="{E9502A83-4448-4B15-83BE-89C4A6454D38}" destId="{8D8E1E1B-3774-4936-8C84-83005A5AC296}" srcOrd="1" destOrd="0" presId="urn:microsoft.com/office/officeart/2018/2/layout/IconVerticalSolidList"/>
    <dgm:cxn modelId="{E93BC3BF-53D2-40F2-A567-CBAE17C0430E}" type="presParOf" srcId="{E9502A83-4448-4B15-83BE-89C4A6454D38}" destId="{24564397-994C-4DDD-8C44-98676310BE00}" srcOrd="2" destOrd="0" presId="urn:microsoft.com/office/officeart/2018/2/layout/IconVerticalSolidList"/>
    <dgm:cxn modelId="{93A34146-9138-4AEB-8EEF-005E390CA0DF}" type="presParOf" srcId="{E9502A83-4448-4B15-83BE-89C4A6454D38}" destId="{BD3F98BE-EEC2-4097-813D-30A9BD2FAB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10546C-14DD-44B6-9C16-18903CE45DA0}" type="doc">
      <dgm:prSet loTypeId="urn:microsoft.com/office/officeart/2018/2/layout/IconLabelList" loCatId="icon" qsTypeId="urn:microsoft.com/office/officeart/2005/8/quickstyle/simple1#71" qsCatId="simple" csTypeId="urn:microsoft.com/office/officeart/2005/8/colors/accent1_2#30" csCatId="accent1" phldr="1"/>
      <dgm:spPr/>
      <dgm:t>
        <a:bodyPr/>
        <a:lstStyle/>
        <a:p>
          <a:endParaRPr lang="en-US"/>
        </a:p>
      </dgm:t>
    </dgm:pt>
    <dgm:pt modelId="{F32F4725-5484-4DB9-B840-4CD7AA65195C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1</a:t>
          </a:r>
          <a:endParaRPr lang="en-US" dirty="0"/>
        </a:p>
      </dgm:t>
    </dgm:pt>
    <dgm:pt modelId="{4C825FC6-EF33-4769-89B3-908B56DE9974}" type="parTrans" cxnId="{A2517FBD-035F-4111-9D67-B5EC2DB73E6D}">
      <dgm:prSet/>
      <dgm:spPr/>
      <dgm:t>
        <a:bodyPr/>
        <a:lstStyle/>
        <a:p>
          <a:endParaRPr lang="en-US"/>
        </a:p>
      </dgm:t>
    </dgm:pt>
    <dgm:pt modelId="{7F7E7963-B770-47BE-92A8-4D245EDC8A2A}" type="sibTrans" cxnId="{A2517FBD-035F-4111-9D67-B5EC2DB73E6D}">
      <dgm:prSet/>
      <dgm:spPr/>
      <dgm:t>
        <a:bodyPr/>
        <a:lstStyle/>
        <a:p>
          <a:endParaRPr lang="en-US"/>
        </a:p>
      </dgm:t>
    </dgm:pt>
    <dgm:pt modelId="{52DBA76D-C0F7-4679-AFF0-69802EABD915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10 min.</a:t>
          </a:r>
          <a:endParaRPr lang="en-US" dirty="0"/>
        </a:p>
      </dgm:t>
    </dgm:pt>
    <dgm:pt modelId="{CB099B92-CE4A-470F-A359-CB173398DA4B}" type="parTrans" cxnId="{8E15229E-82DC-4EB0-82F1-F836EB3501E7}">
      <dgm:prSet/>
      <dgm:spPr/>
      <dgm:t>
        <a:bodyPr/>
        <a:lstStyle/>
        <a:p>
          <a:endParaRPr lang="en-US"/>
        </a:p>
      </dgm:t>
    </dgm:pt>
    <dgm:pt modelId="{002BE7B3-BE4A-4310-9C01-5715CC63C3D8}" type="sibTrans" cxnId="{8E15229E-82DC-4EB0-82F1-F836EB3501E7}">
      <dgm:prSet/>
      <dgm:spPr/>
      <dgm:t>
        <a:bodyPr/>
        <a:lstStyle/>
        <a:p>
          <a:endParaRPr lang="en-US"/>
        </a:p>
      </dgm:t>
    </dgm:pt>
    <dgm:pt modelId="{64A17764-E8C9-4342-91E8-44070B5122AE}" type="pres">
      <dgm:prSet presAssocID="{BB10546C-14DD-44B6-9C16-18903CE45DA0}" presName="root" presStyleCnt="0">
        <dgm:presLayoutVars>
          <dgm:dir/>
          <dgm:resizeHandles val="exact"/>
        </dgm:presLayoutVars>
      </dgm:prSet>
      <dgm:spPr/>
    </dgm:pt>
    <dgm:pt modelId="{9623AD21-2AFE-4403-8D98-63A53DFBED43}" type="pres">
      <dgm:prSet presAssocID="{F32F4725-5484-4DB9-B840-4CD7AA65195C}" presName="compNode" presStyleCnt="0"/>
      <dgm:spPr/>
    </dgm:pt>
    <dgm:pt modelId="{AF18792E-4BA3-4588-85AF-1F1BCFEE37A0}" type="pres">
      <dgm:prSet presAssocID="{F32F4725-5484-4DB9-B840-4CD7AA65195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9585822E-266D-454E-8DC0-CEF9B6854D6F}" type="pres">
      <dgm:prSet presAssocID="{F32F4725-5484-4DB9-B840-4CD7AA65195C}" presName="spaceRect" presStyleCnt="0"/>
      <dgm:spPr/>
    </dgm:pt>
    <dgm:pt modelId="{C902A864-9778-421C-81DD-1EC77387DA15}" type="pres">
      <dgm:prSet presAssocID="{F32F4725-5484-4DB9-B840-4CD7AA65195C}" presName="textRect" presStyleLbl="revTx" presStyleIdx="0" presStyleCnt="2">
        <dgm:presLayoutVars>
          <dgm:chMax val="1"/>
          <dgm:chPref val="1"/>
        </dgm:presLayoutVars>
      </dgm:prSet>
      <dgm:spPr/>
    </dgm:pt>
    <dgm:pt modelId="{8B10B927-B6D0-49A6-BE9A-F8F8523B214D}" type="pres">
      <dgm:prSet presAssocID="{7F7E7963-B770-47BE-92A8-4D245EDC8A2A}" presName="sibTrans" presStyleCnt="0"/>
      <dgm:spPr/>
    </dgm:pt>
    <dgm:pt modelId="{3D018F02-DB5A-4ED7-9A46-94F33105A88B}" type="pres">
      <dgm:prSet presAssocID="{52DBA76D-C0F7-4679-AFF0-69802EABD915}" presName="compNode" presStyleCnt="0"/>
      <dgm:spPr/>
    </dgm:pt>
    <dgm:pt modelId="{F1ACB821-8392-4FE7-BBD7-D8F8DB467D1A}" type="pres">
      <dgm:prSet presAssocID="{52DBA76D-C0F7-4679-AFF0-69802EABD91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83D9DC47-5EE0-4689-9C68-04A6C07C8DDB}" type="pres">
      <dgm:prSet presAssocID="{52DBA76D-C0F7-4679-AFF0-69802EABD915}" presName="spaceRect" presStyleCnt="0"/>
      <dgm:spPr/>
    </dgm:pt>
    <dgm:pt modelId="{D2A70CCB-EAC2-417B-B929-F51703C77660}" type="pres">
      <dgm:prSet presAssocID="{52DBA76D-C0F7-4679-AFF0-69802EABD91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F1E4F06-F6B6-48C6-A9AB-864175BBB3E3}" type="presOf" srcId="{52DBA76D-C0F7-4679-AFF0-69802EABD915}" destId="{D2A70CCB-EAC2-417B-B929-F51703C77660}" srcOrd="0" destOrd="0" presId="urn:microsoft.com/office/officeart/2018/2/layout/IconLabelList"/>
    <dgm:cxn modelId="{F9337997-4128-48EA-8E84-738A1D236D82}" type="presOf" srcId="{BB10546C-14DD-44B6-9C16-18903CE45DA0}" destId="{64A17764-E8C9-4342-91E8-44070B5122AE}" srcOrd="0" destOrd="0" presId="urn:microsoft.com/office/officeart/2018/2/layout/IconLabelList"/>
    <dgm:cxn modelId="{8E15229E-82DC-4EB0-82F1-F836EB3501E7}" srcId="{BB10546C-14DD-44B6-9C16-18903CE45DA0}" destId="{52DBA76D-C0F7-4679-AFF0-69802EABD915}" srcOrd="1" destOrd="0" parTransId="{CB099B92-CE4A-470F-A359-CB173398DA4B}" sibTransId="{002BE7B3-BE4A-4310-9C01-5715CC63C3D8}"/>
    <dgm:cxn modelId="{A2517FBD-035F-4111-9D67-B5EC2DB73E6D}" srcId="{BB10546C-14DD-44B6-9C16-18903CE45DA0}" destId="{F32F4725-5484-4DB9-B840-4CD7AA65195C}" srcOrd="0" destOrd="0" parTransId="{4C825FC6-EF33-4769-89B3-908B56DE9974}" sibTransId="{7F7E7963-B770-47BE-92A8-4D245EDC8A2A}"/>
    <dgm:cxn modelId="{12DAC7DF-61DB-43F4-977E-82483BF16A15}" type="presOf" srcId="{F32F4725-5484-4DB9-B840-4CD7AA65195C}" destId="{C902A864-9778-421C-81DD-1EC77387DA15}" srcOrd="0" destOrd="0" presId="urn:microsoft.com/office/officeart/2018/2/layout/IconLabelList"/>
    <dgm:cxn modelId="{AE4A277B-45D6-479E-B71D-A1E2847A1C70}" type="presParOf" srcId="{64A17764-E8C9-4342-91E8-44070B5122AE}" destId="{9623AD21-2AFE-4403-8D98-63A53DFBED43}" srcOrd="0" destOrd="0" presId="urn:microsoft.com/office/officeart/2018/2/layout/IconLabelList"/>
    <dgm:cxn modelId="{41A6E10D-C53E-4036-9F47-1C660BE1AC5D}" type="presParOf" srcId="{9623AD21-2AFE-4403-8D98-63A53DFBED43}" destId="{AF18792E-4BA3-4588-85AF-1F1BCFEE37A0}" srcOrd="0" destOrd="0" presId="urn:microsoft.com/office/officeart/2018/2/layout/IconLabelList"/>
    <dgm:cxn modelId="{8B034E8D-945F-470E-9138-91F74F88332E}" type="presParOf" srcId="{9623AD21-2AFE-4403-8D98-63A53DFBED43}" destId="{9585822E-266D-454E-8DC0-CEF9B6854D6F}" srcOrd="1" destOrd="0" presId="urn:microsoft.com/office/officeart/2018/2/layout/IconLabelList"/>
    <dgm:cxn modelId="{A4BFBC25-DF14-49CD-ABB9-05A4A3466E40}" type="presParOf" srcId="{9623AD21-2AFE-4403-8D98-63A53DFBED43}" destId="{C902A864-9778-421C-81DD-1EC77387DA15}" srcOrd="2" destOrd="0" presId="urn:microsoft.com/office/officeart/2018/2/layout/IconLabelList"/>
    <dgm:cxn modelId="{D99610CE-4FE2-4ED9-8D7B-6F6EB0975058}" type="presParOf" srcId="{64A17764-E8C9-4342-91E8-44070B5122AE}" destId="{8B10B927-B6D0-49A6-BE9A-F8F8523B214D}" srcOrd="1" destOrd="0" presId="urn:microsoft.com/office/officeart/2018/2/layout/IconLabelList"/>
    <dgm:cxn modelId="{A22E692B-65D6-488D-8AA9-47AB7E5AA823}" type="presParOf" srcId="{64A17764-E8C9-4342-91E8-44070B5122AE}" destId="{3D018F02-DB5A-4ED7-9A46-94F33105A88B}" srcOrd="2" destOrd="0" presId="urn:microsoft.com/office/officeart/2018/2/layout/IconLabelList"/>
    <dgm:cxn modelId="{4DF7B4D3-BBF5-48F7-A1CF-CB9D34DA02EE}" type="presParOf" srcId="{3D018F02-DB5A-4ED7-9A46-94F33105A88B}" destId="{F1ACB821-8392-4FE7-BBD7-D8F8DB467D1A}" srcOrd="0" destOrd="0" presId="urn:microsoft.com/office/officeart/2018/2/layout/IconLabelList"/>
    <dgm:cxn modelId="{6BEF1601-377C-4245-8184-805F2EA75A06}" type="presParOf" srcId="{3D018F02-DB5A-4ED7-9A46-94F33105A88B}" destId="{83D9DC47-5EE0-4689-9C68-04A6C07C8DDB}" srcOrd="1" destOrd="0" presId="urn:microsoft.com/office/officeart/2018/2/layout/IconLabelList"/>
    <dgm:cxn modelId="{8DCC30D4-666F-466F-A885-9146C0AC668A}" type="presParOf" srcId="{3D018F02-DB5A-4ED7-9A46-94F33105A88B}" destId="{D2A70CCB-EAC2-417B-B929-F51703C776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02062B-1E52-4054-BC31-4A94D88328DA}" type="doc">
      <dgm:prSet loTypeId="urn:microsoft.com/office/officeart/2018/2/layout/IconVerticalSolidList" loCatId="icon" qsTypeId="urn:microsoft.com/office/officeart/2005/8/quickstyle/simple1#99" qsCatId="simple" csTypeId="urn:microsoft.com/office/officeart/2005/8/colors/accent1_2#48" csCatId="accent1" phldr="1"/>
      <dgm:spPr/>
      <dgm:t>
        <a:bodyPr/>
        <a:lstStyle/>
        <a:p>
          <a:endParaRPr lang="en-US"/>
        </a:p>
      </dgm:t>
    </dgm:pt>
    <dgm:pt modelId="{EDAA2426-0AC8-4374-80FB-AA5F183FE2AD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2</a:t>
          </a:r>
          <a:endParaRPr lang="en-US" dirty="0"/>
        </a:p>
      </dgm:t>
    </dgm:pt>
    <dgm:pt modelId="{1B4AC696-2060-4F51-9BB9-2CA82B04AD0F}" type="parTrans" cxnId="{F38AFD78-ACD7-46C1-B9A2-669B34A424E8}">
      <dgm:prSet/>
      <dgm:spPr/>
      <dgm:t>
        <a:bodyPr/>
        <a:lstStyle/>
        <a:p>
          <a:endParaRPr lang="en-US"/>
        </a:p>
      </dgm:t>
    </dgm:pt>
    <dgm:pt modelId="{28204A70-7791-4BB8-B2A5-1071221025E0}" type="sibTrans" cxnId="{F38AFD78-ACD7-46C1-B9A2-669B34A424E8}">
      <dgm:prSet/>
      <dgm:spPr/>
      <dgm:t>
        <a:bodyPr/>
        <a:lstStyle/>
        <a:p>
          <a:endParaRPr lang="en-US"/>
        </a:p>
      </dgm:t>
    </dgm:pt>
    <dgm:pt modelId="{6FA3DACE-4371-4813-BF9E-F6B05D5FC3DD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10 min.</a:t>
          </a:r>
          <a:endParaRPr lang="en-US" dirty="0"/>
        </a:p>
      </dgm:t>
    </dgm:pt>
    <dgm:pt modelId="{C296033F-19A1-4A23-BC5B-11B1821EA6BD}" type="parTrans" cxnId="{A56440E3-D085-42A9-98C4-15D5E3531796}">
      <dgm:prSet/>
      <dgm:spPr/>
      <dgm:t>
        <a:bodyPr/>
        <a:lstStyle/>
        <a:p>
          <a:endParaRPr lang="en-US"/>
        </a:p>
      </dgm:t>
    </dgm:pt>
    <dgm:pt modelId="{38B804DE-B7FD-4ADF-A89F-B95012DE5FED}" type="sibTrans" cxnId="{A56440E3-D085-42A9-98C4-15D5E3531796}">
      <dgm:prSet/>
      <dgm:spPr/>
      <dgm:t>
        <a:bodyPr/>
        <a:lstStyle/>
        <a:p>
          <a:endParaRPr lang="en-US"/>
        </a:p>
      </dgm:t>
    </dgm:pt>
    <dgm:pt modelId="{5AE1B6B2-D023-487E-9AC1-09A526F99296}" type="pres">
      <dgm:prSet presAssocID="{3E02062B-1E52-4054-BC31-4A94D88328DA}" presName="root" presStyleCnt="0">
        <dgm:presLayoutVars>
          <dgm:dir/>
          <dgm:resizeHandles val="exact"/>
        </dgm:presLayoutVars>
      </dgm:prSet>
      <dgm:spPr/>
    </dgm:pt>
    <dgm:pt modelId="{D770C521-90CF-4225-A7E7-EDE61660A8EF}" type="pres">
      <dgm:prSet presAssocID="{EDAA2426-0AC8-4374-80FB-AA5F183FE2AD}" presName="compNode" presStyleCnt="0"/>
      <dgm:spPr/>
    </dgm:pt>
    <dgm:pt modelId="{7791BE3D-2844-4DF3-8BCD-38D161A8EEB6}" type="pres">
      <dgm:prSet presAssocID="{EDAA2426-0AC8-4374-80FB-AA5F183FE2AD}" presName="bgRect" presStyleLbl="bgShp" presStyleIdx="0" presStyleCnt="2"/>
      <dgm:spPr/>
    </dgm:pt>
    <dgm:pt modelId="{081EC4AB-9C8F-408C-933C-6E6AE65B3C04}" type="pres">
      <dgm:prSet presAssocID="{EDAA2426-0AC8-4374-80FB-AA5F183FE2A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FCC9C467-1292-4839-87D7-C026354DA285}" type="pres">
      <dgm:prSet presAssocID="{EDAA2426-0AC8-4374-80FB-AA5F183FE2AD}" presName="spaceRect" presStyleCnt="0"/>
      <dgm:spPr/>
    </dgm:pt>
    <dgm:pt modelId="{8DE32342-3F0A-4C87-84AC-4B1BC673D30F}" type="pres">
      <dgm:prSet presAssocID="{EDAA2426-0AC8-4374-80FB-AA5F183FE2AD}" presName="parTx" presStyleLbl="revTx" presStyleIdx="0" presStyleCnt="2">
        <dgm:presLayoutVars>
          <dgm:chMax val="0"/>
          <dgm:chPref val="0"/>
        </dgm:presLayoutVars>
      </dgm:prSet>
      <dgm:spPr/>
    </dgm:pt>
    <dgm:pt modelId="{DF9014B5-BFBC-4A97-888F-56118CFFD02E}" type="pres">
      <dgm:prSet presAssocID="{28204A70-7791-4BB8-B2A5-1071221025E0}" presName="sibTrans" presStyleCnt="0"/>
      <dgm:spPr/>
    </dgm:pt>
    <dgm:pt modelId="{EAF1CEA3-0196-490D-AB36-5C56FA5DB3D5}" type="pres">
      <dgm:prSet presAssocID="{6FA3DACE-4371-4813-BF9E-F6B05D5FC3DD}" presName="compNode" presStyleCnt="0"/>
      <dgm:spPr/>
    </dgm:pt>
    <dgm:pt modelId="{04430356-9EDD-4D0E-B301-225612AE8E24}" type="pres">
      <dgm:prSet presAssocID="{6FA3DACE-4371-4813-BF9E-F6B05D5FC3DD}" presName="bgRect" presStyleLbl="bgShp" presStyleIdx="1" presStyleCnt="2"/>
      <dgm:spPr/>
    </dgm:pt>
    <dgm:pt modelId="{A4BD4D73-5248-437A-836C-5F2F6EAF9595}" type="pres">
      <dgm:prSet presAssocID="{6FA3DACE-4371-4813-BF9E-F6B05D5FC3D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46683228-4913-4A09-9E1E-7E7C518D7927}" type="pres">
      <dgm:prSet presAssocID="{6FA3DACE-4371-4813-BF9E-F6B05D5FC3DD}" presName="spaceRect" presStyleCnt="0"/>
      <dgm:spPr/>
    </dgm:pt>
    <dgm:pt modelId="{A04381B8-0B53-4243-9DB9-AAE762CB1777}" type="pres">
      <dgm:prSet presAssocID="{6FA3DACE-4371-4813-BF9E-F6B05D5FC3D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C8E3C5B-7687-43D7-992D-608C6F1E3307}" type="presOf" srcId="{3E02062B-1E52-4054-BC31-4A94D88328DA}" destId="{5AE1B6B2-D023-487E-9AC1-09A526F99296}" srcOrd="0" destOrd="0" presId="urn:microsoft.com/office/officeart/2018/2/layout/IconVerticalSolidList"/>
    <dgm:cxn modelId="{31D71E41-FC68-4CC8-92EF-E4D9FC94757B}" type="presOf" srcId="{6FA3DACE-4371-4813-BF9E-F6B05D5FC3DD}" destId="{A04381B8-0B53-4243-9DB9-AAE762CB1777}" srcOrd="0" destOrd="0" presId="urn:microsoft.com/office/officeart/2018/2/layout/IconVerticalSolidList"/>
    <dgm:cxn modelId="{F38AFD78-ACD7-46C1-B9A2-669B34A424E8}" srcId="{3E02062B-1E52-4054-BC31-4A94D88328DA}" destId="{EDAA2426-0AC8-4374-80FB-AA5F183FE2AD}" srcOrd="0" destOrd="0" parTransId="{1B4AC696-2060-4F51-9BB9-2CA82B04AD0F}" sibTransId="{28204A70-7791-4BB8-B2A5-1071221025E0}"/>
    <dgm:cxn modelId="{F040B0C9-3062-4B34-A52D-93FFFE0ABBE1}" type="presOf" srcId="{EDAA2426-0AC8-4374-80FB-AA5F183FE2AD}" destId="{8DE32342-3F0A-4C87-84AC-4B1BC673D30F}" srcOrd="0" destOrd="0" presId="urn:microsoft.com/office/officeart/2018/2/layout/IconVerticalSolidList"/>
    <dgm:cxn modelId="{A56440E3-D085-42A9-98C4-15D5E3531796}" srcId="{3E02062B-1E52-4054-BC31-4A94D88328DA}" destId="{6FA3DACE-4371-4813-BF9E-F6B05D5FC3DD}" srcOrd="1" destOrd="0" parTransId="{C296033F-19A1-4A23-BC5B-11B1821EA6BD}" sibTransId="{38B804DE-B7FD-4ADF-A89F-B95012DE5FED}"/>
    <dgm:cxn modelId="{B5B93E7B-6185-4FC3-A60E-4186FB0FC1BE}" type="presParOf" srcId="{5AE1B6B2-D023-487E-9AC1-09A526F99296}" destId="{D770C521-90CF-4225-A7E7-EDE61660A8EF}" srcOrd="0" destOrd="0" presId="urn:microsoft.com/office/officeart/2018/2/layout/IconVerticalSolidList"/>
    <dgm:cxn modelId="{C4674389-BE26-422E-AF78-8FA4BC179EC5}" type="presParOf" srcId="{D770C521-90CF-4225-A7E7-EDE61660A8EF}" destId="{7791BE3D-2844-4DF3-8BCD-38D161A8EEB6}" srcOrd="0" destOrd="0" presId="urn:microsoft.com/office/officeart/2018/2/layout/IconVerticalSolidList"/>
    <dgm:cxn modelId="{3000BEC0-04AB-4B4F-9287-09D6B980BAE6}" type="presParOf" srcId="{D770C521-90CF-4225-A7E7-EDE61660A8EF}" destId="{081EC4AB-9C8F-408C-933C-6E6AE65B3C04}" srcOrd="1" destOrd="0" presId="urn:microsoft.com/office/officeart/2018/2/layout/IconVerticalSolidList"/>
    <dgm:cxn modelId="{80C7C97C-2D46-4384-A3AF-BFEF268E8164}" type="presParOf" srcId="{D770C521-90CF-4225-A7E7-EDE61660A8EF}" destId="{FCC9C467-1292-4839-87D7-C026354DA285}" srcOrd="2" destOrd="0" presId="urn:microsoft.com/office/officeart/2018/2/layout/IconVerticalSolidList"/>
    <dgm:cxn modelId="{3FF56FB4-0AEE-465C-BC8B-4A1B6EC06AF7}" type="presParOf" srcId="{D770C521-90CF-4225-A7E7-EDE61660A8EF}" destId="{8DE32342-3F0A-4C87-84AC-4B1BC673D30F}" srcOrd="3" destOrd="0" presId="urn:microsoft.com/office/officeart/2018/2/layout/IconVerticalSolidList"/>
    <dgm:cxn modelId="{A08440A9-248A-4544-B76E-633D96424031}" type="presParOf" srcId="{5AE1B6B2-D023-487E-9AC1-09A526F99296}" destId="{DF9014B5-BFBC-4A97-888F-56118CFFD02E}" srcOrd="1" destOrd="0" presId="urn:microsoft.com/office/officeart/2018/2/layout/IconVerticalSolidList"/>
    <dgm:cxn modelId="{43F79014-8A52-484F-8850-71855CCFCF81}" type="presParOf" srcId="{5AE1B6B2-D023-487E-9AC1-09A526F99296}" destId="{EAF1CEA3-0196-490D-AB36-5C56FA5DB3D5}" srcOrd="2" destOrd="0" presId="urn:microsoft.com/office/officeart/2018/2/layout/IconVerticalSolidList"/>
    <dgm:cxn modelId="{65B48ADC-D094-40E4-BB36-D7B5EEB418E4}" type="presParOf" srcId="{EAF1CEA3-0196-490D-AB36-5C56FA5DB3D5}" destId="{04430356-9EDD-4D0E-B301-225612AE8E24}" srcOrd="0" destOrd="0" presId="urn:microsoft.com/office/officeart/2018/2/layout/IconVerticalSolidList"/>
    <dgm:cxn modelId="{28A34519-E39F-4B4C-A24C-49DA40D3DAF9}" type="presParOf" srcId="{EAF1CEA3-0196-490D-AB36-5C56FA5DB3D5}" destId="{A4BD4D73-5248-437A-836C-5F2F6EAF9595}" srcOrd="1" destOrd="0" presId="urn:microsoft.com/office/officeart/2018/2/layout/IconVerticalSolidList"/>
    <dgm:cxn modelId="{6FAEA06C-6048-4F03-93D7-7B4C86862547}" type="presParOf" srcId="{EAF1CEA3-0196-490D-AB36-5C56FA5DB3D5}" destId="{46683228-4913-4A09-9E1E-7E7C518D7927}" srcOrd="2" destOrd="0" presId="urn:microsoft.com/office/officeart/2018/2/layout/IconVerticalSolidList"/>
    <dgm:cxn modelId="{19892882-91FB-4652-A5F6-3E26CD899645}" type="presParOf" srcId="{EAF1CEA3-0196-490D-AB36-5C56FA5DB3D5}" destId="{A04381B8-0B53-4243-9DB9-AAE762CB17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7884C5-42EE-4786-B795-13F4EB33BF71}" type="doc">
      <dgm:prSet loTypeId="urn:microsoft.com/office/officeart/2005/8/layout/vList2" loCatId="list" qsTypeId="urn:microsoft.com/office/officeart/2005/8/quickstyle/simple1#111" qsCatId="simple" csTypeId="urn:microsoft.com/office/officeart/2005/8/colors/colorful5#8" csCatId="colorful" phldr="1"/>
      <dgm:spPr/>
      <dgm:t>
        <a:bodyPr/>
        <a:lstStyle/>
        <a:p>
          <a:endParaRPr lang="en-US"/>
        </a:p>
      </dgm:t>
    </dgm:pt>
    <dgm:pt modelId="{FCDAEF67-29D0-4F81-B79E-BE1955510CEB}">
      <dgm:prSet/>
      <dgm:spPr/>
      <dgm:t>
        <a:bodyPr/>
        <a:lstStyle/>
        <a:p>
          <a:r>
            <a:rPr lang="da-DK" dirty="0"/>
            <a:t>Opgaver: 3-6</a:t>
          </a:r>
          <a:endParaRPr lang="en-US" dirty="0"/>
        </a:p>
      </dgm:t>
    </dgm:pt>
    <dgm:pt modelId="{7380F211-186A-48BE-945A-EBBB2F821B4E}" type="parTrans" cxnId="{9D461E09-E486-4CFF-BA2B-9D0BB143E35D}">
      <dgm:prSet/>
      <dgm:spPr/>
      <dgm:t>
        <a:bodyPr/>
        <a:lstStyle/>
        <a:p>
          <a:endParaRPr lang="en-US"/>
        </a:p>
      </dgm:t>
    </dgm:pt>
    <dgm:pt modelId="{098F71AF-320A-425F-9239-1E15CE50EA70}" type="sibTrans" cxnId="{9D461E09-E486-4CFF-BA2B-9D0BB143E35D}">
      <dgm:prSet/>
      <dgm:spPr/>
      <dgm:t>
        <a:bodyPr/>
        <a:lstStyle/>
        <a:p>
          <a:endParaRPr lang="en-US"/>
        </a:p>
      </dgm:t>
    </dgm:pt>
    <dgm:pt modelId="{19D89715-FAB6-4CEC-BBCE-F5ACBE50AE99}">
      <dgm:prSet/>
      <dgm:spPr/>
      <dgm:t>
        <a:bodyPr/>
        <a:lstStyle/>
        <a:p>
          <a:r>
            <a:rPr lang="da-DK"/>
            <a:t>25 </a:t>
          </a:r>
          <a:r>
            <a:rPr lang="da-DK" dirty="0"/>
            <a:t>min.</a:t>
          </a:r>
          <a:endParaRPr lang="en-US" dirty="0"/>
        </a:p>
      </dgm:t>
    </dgm:pt>
    <dgm:pt modelId="{293275FD-6848-49EB-992A-29644C8590F9}" type="parTrans" cxnId="{BEA042A4-A112-4038-8539-7BEF3CFF2FE4}">
      <dgm:prSet/>
      <dgm:spPr/>
      <dgm:t>
        <a:bodyPr/>
        <a:lstStyle/>
        <a:p>
          <a:endParaRPr lang="en-US"/>
        </a:p>
      </dgm:t>
    </dgm:pt>
    <dgm:pt modelId="{47A14F43-F75B-423F-9775-C8022E64405D}" type="sibTrans" cxnId="{BEA042A4-A112-4038-8539-7BEF3CFF2FE4}">
      <dgm:prSet/>
      <dgm:spPr/>
      <dgm:t>
        <a:bodyPr/>
        <a:lstStyle/>
        <a:p>
          <a:endParaRPr lang="en-US"/>
        </a:p>
      </dgm:t>
    </dgm:pt>
    <dgm:pt modelId="{FBD85113-44E5-4086-82AE-0FB0B9483FA6}" type="pres">
      <dgm:prSet presAssocID="{0C7884C5-42EE-4786-B795-13F4EB33BF71}" presName="linear" presStyleCnt="0">
        <dgm:presLayoutVars>
          <dgm:animLvl val="lvl"/>
          <dgm:resizeHandles val="exact"/>
        </dgm:presLayoutVars>
      </dgm:prSet>
      <dgm:spPr/>
    </dgm:pt>
    <dgm:pt modelId="{AC5763AB-80ED-43CD-B1F2-1C6A944C7EC8}" type="pres">
      <dgm:prSet presAssocID="{FCDAEF67-29D0-4F81-B79E-BE1955510CEB}" presName="parentText" presStyleLbl="node1" presStyleIdx="0" presStyleCnt="2" custLinFactNeighborX="173">
        <dgm:presLayoutVars>
          <dgm:chMax val="0"/>
          <dgm:bulletEnabled val="1"/>
        </dgm:presLayoutVars>
      </dgm:prSet>
      <dgm:spPr/>
    </dgm:pt>
    <dgm:pt modelId="{11E356E1-EB20-45FD-AA51-6EF5297EE581}" type="pres">
      <dgm:prSet presAssocID="{098F71AF-320A-425F-9239-1E15CE50EA70}" presName="spacer" presStyleCnt="0"/>
      <dgm:spPr/>
    </dgm:pt>
    <dgm:pt modelId="{29E97B2F-9772-4B2A-9CAE-0C950503A161}" type="pres">
      <dgm:prSet presAssocID="{19D89715-FAB6-4CEC-BBCE-F5ACBE50AE9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1F18504-5E99-4825-AA2E-130731D16876}" type="presOf" srcId="{19D89715-FAB6-4CEC-BBCE-F5ACBE50AE99}" destId="{29E97B2F-9772-4B2A-9CAE-0C950503A161}" srcOrd="0" destOrd="0" presId="urn:microsoft.com/office/officeart/2005/8/layout/vList2"/>
    <dgm:cxn modelId="{9D461E09-E486-4CFF-BA2B-9D0BB143E35D}" srcId="{0C7884C5-42EE-4786-B795-13F4EB33BF71}" destId="{FCDAEF67-29D0-4F81-B79E-BE1955510CEB}" srcOrd="0" destOrd="0" parTransId="{7380F211-186A-48BE-945A-EBBB2F821B4E}" sibTransId="{098F71AF-320A-425F-9239-1E15CE50EA70}"/>
    <dgm:cxn modelId="{B8101876-3B43-417E-9A71-546C37D461A7}" type="presOf" srcId="{0C7884C5-42EE-4786-B795-13F4EB33BF71}" destId="{FBD85113-44E5-4086-82AE-0FB0B9483FA6}" srcOrd="0" destOrd="0" presId="urn:microsoft.com/office/officeart/2005/8/layout/vList2"/>
    <dgm:cxn modelId="{5F2DB38D-311A-4365-BBB8-3C2406A9BF36}" type="presOf" srcId="{FCDAEF67-29D0-4F81-B79E-BE1955510CEB}" destId="{AC5763AB-80ED-43CD-B1F2-1C6A944C7EC8}" srcOrd="0" destOrd="0" presId="urn:microsoft.com/office/officeart/2005/8/layout/vList2"/>
    <dgm:cxn modelId="{BEA042A4-A112-4038-8539-7BEF3CFF2FE4}" srcId="{0C7884C5-42EE-4786-B795-13F4EB33BF71}" destId="{19D89715-FAB6-4CEC-BBCE-F5ACBE50AE99}" srcOrd="1" destOrd="0" parTransId="{293275FD-6848-49EB-992A-29644C8590F9}" sibTransId="{47A14F43-F75B-423F-9775-C8022E64405D}"/>
    <dgm:cxn modelId="{D930FD04-21ED-413A-82A2-D4A99EE634E1}" type="presParOf" srcId="{FBD85113-44E5-4086-82AE-0FB0B9483FA6}" destId="{AC5763AB-80ED-43CD-B1F2-1C6A944C7EC8}" srcOrd="0" destOrd="0" presId="urn:microsoft.com/office/officeart/2005/8/layout/vList2"/>
    <dgm:cxn modelId="{9ABC15DE-84CA-4A54-83C8-3CBF2E2C69A0}" type="presParOf" srcId="{FBD85113-44E5-4086-82AE-0FB0B9483FA6}" destId="{11E356E1-EB20-45FD-AA51-6EF5297EE581}" srcOrd="1" destOrd="0" presId="urn:microsoft.com/office/officeart/2005/8/layout/vList2"/>
    <dgm:cxn modelId="{5A160558-628D-48D4-9C75-E04229011032}" type="presParOf" srcId="{FBD85113-44E5-4086-82AE-0FB0B9483FA6}" destId="{29E97B2F-9772-4B2A-9CAE-0C950503A16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22EDD-261B-45D8-BF54-FA2F739B3F5A}">
      <dsp:nvSpPr>
        <dsp:cNvPr id="0" name=""/>
        <dsp:cNvSpPr/>
      </dsp:nvSpPr>
      <dsp:spPr>
        <a:xfrm>
          <a:off x="0" y="676"/>
          <a:ext cx="6278562" cy="15834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E119D1-0D14-45B4-A461-1E875823ACEC}">
      <dsp:nvSpPr>
        <dsp:cNvPr id="0" name=""/>
        <dsp:cNvSpPr/>
      </dsp:nvSpPr>
      <dsp:spPr>
        <a:xfrm>
          <a:off x="479004" y="356960"/>
          <a:ext cx="870916" cy="870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84981-C4CD-407E-806F-357E6345AB41}">
      <dsp:nvSpPr>
        <dsp:cNvPr id="0" name=""/>
        <dsp:cNvSpPr/>
      </dsp:nvSpPr>
      <dsp:spPr>
        <a:xfrm>
          <a:off x="1828924" y="676"/>
          <a:ext cx="4449637" cy="1583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85" tIns="167585" rIns="167585" bIns="1675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Masseprocent angiver hvor meget af et stof der er i en blanding</a:t>
          </a:r>
          <a:endParaRPr lang="en-US" sz="2500" kern="1200" dirty="0"/>
        </a:p>
      </dsp:txBody>
      <dsp:txXfrm>
        <a:off x="1828924" y="676"/>
        <a:ext cx="4449637" cy="1583484"/>
      </dsp:txXfrm>
    </dsp:sp>
    <dsp:sp modelId="{E2CA6A73-C797-49BE-97F1-E5FDEF55F6ED}">
      <dsp:nvSpPr>
        <dsp:cNvPr id="0" name=""/>
        <dsp:cNvSpPr/>
      </dsp:nvSpPr>
      <dsp:spPr>
        <a:xfrm>
          <a:off x="0" y="1980032"/>
          <a:ext cx="6278562" cy="15834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26908-92C2-4CE5-84E4-C1B1A3019C4B}">
      <dsp:nvSpPr>
        <dsp:cNvPr id="0" name=""/>
        <dsp:cNvSpPr/>
      </dsp:nvSpPr>
      <dsp:spPr>
        <a:xfrm>
          <a:off x="479004" y="2336316"/>
          <a:ext cx="870916" cy="870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50ABE-20A6-44B7-987E-730EB5A315A8}">
      <dsp:nvSpPr>
        <dsp:cNvPr id="0" name=""/>
        <dsp:cNvSpPr/>
      </dsp:nvSpPr>
      <dsp:spPr>
        <a:xfrm>
          <a:off x="1828924" y="1980032"/>
          <a:ext cx="4449637" cy="1583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85" tIns="167585" rIns="167585" bIns="1675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Fx kunne der på en pakke smør stå at det indeholder 1 % smør</a:t>
          </a:r>
          <a:endParaRPr lang="en-US" sz="2500" kern="1200"/>
        </a:p>
      </dsp:txBody>
      <dsp:txXfrm>
        <a:off x="1828924" y="1980032"/>
        <a:ext cx="4449637" cy="1583484"/>
      </dsp:txXfrm>
    </dsp:sp>
    <dsp:sp modelId="{C2B50A09-2BA6-4651-969F-FE0DFC441E6C}">
      <dsp:nvSpPr>
        <dsp:cNvPr id="0" name=""/>
        <dsp:cNvSpPr/>
      </dsp:nvSpPr>
      <dsp:spPr>
        <a:xfrm>
          <a:off x="0" y="3959388"/>
          <a:ext cx="6278562" cy="15834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EE24D1-A058-4676-8D71-0B5903255D54}">
      <dsp:nvSpPr>
        <dsp:cNvPr id="0" name=""/>
        <dsp:cNvSpPr/>
      </dsp:nvSpPr>
      <dsp:spPr>
        <a:xfrm>
          <a:off x="479004" y="4315672"/>
          <a:ext cx="870916" cy="870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65954-C1DA-4896-893C-6BA36629531D}">
      <dsp:nvSpPr>
        <dsp:cNvPr id="0" name=""/>
        <dsp:cNvSpPr/>
      </dsp:nvSpPr>
      <dsp:spPr>
        <a:xfrm>
          <a:off x="1828924" y="3959388"/>
          <a:ext cx="4449637" cy="1583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585" tIns="167585" rIns="167585" bIns="16758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Det betyder at for hver 100 g smør, vil der være 1 g salt</a:t>
          </a:r>
          <a:endParaRPr lang="en-US" sz="2500" kern="1200"/>
        </a:p>
      </dsp:txBody>
      <dsp:txXfrm>
        <a:off x="1828924" y="3959388"/>
        <a:ext cx="4449637" cy="1583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589836-8181-4222-8CF9-B7E741C5BDAA}">
      <dsp:nvSpPr>
        <dsp:cNvPr id="0" name=""/>
        <dsp:cNvSpPr/>
      </dsp:nvSpPr>
      <dsp:spPr>
        <a:xfrm>
          <a:off x="0" y="670"/>
          <a:ext cx="6254724" cy="1568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DE42B-299F-42B4-9FA2-9D2D2E13FE73}">
      <dsp:nvSpPr>
        <dsp:cNvPr id="0" name=""/>
        <dsp:cNvSpPr/>
      </dsp:nvSpPr>
      <dsp:spPr>
        <a:xfrm>
          <a:off x="474614" y="353689"/>
          <a:ext cx="862935" cy="8629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91B1B-8377-4594-ABDD-1EC602B924E5}">
      <dsp:nvSpPr>
        <dsp:cNvPr id="0" name=""/>
        <dsp:cNvSpPr/>
      </dsp:nvSpPr>
      <dsp:spPr>
        <a:xfrm>
          <a:off x="1812164" y="670"/>
          <a:ext cx="4442559" cy="1568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50" tIns="166050" rIns="166050" bIns="1660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Vi bruger symbolet c</a:t>
          </a:r>
          <a:r>
            <a:rPr lang="da-DK" sz="2500" kern="1200" baseline="-25000"/>
            <a:t>masse%</a:t>
          </a:r>
          <a:r>
            <a:rPr lang="da-DK" sz="2500" kern="1200"/>
            <a:t> for masseprocent</a:t>
          </a:r>
          <a:endParaRPr lang="en-US" sz="2500" kern="1200"/>
        </a:p>
      </dsp:txBody>
      <dsp:txXfrm>
        <a:off x="1812164" y="670"/>
        <a:ext cx="4442559" cy="1568973"/>
      </dsp:txXfrm>
    </dsp:sp>
    <dsp:sp modelId="{16B29F57-E576-4167-9D51-9BF765483D3E}">
      <dsp:nvSpPr>
        <dsp:cNvPr id="0" name=""/>
        <dsp:cNvSpPr/>
      </dsp:nvSpPr>
      <dsp:spPr>
        <a:xfrm>
          <a:off x="0" y="1961888"/>
          <a:ext cx="6254724" cy="1568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2C77C0-41B5-4569-BB0B-921920F512D1}">
      <dsp:nvSpPr>
        <dsp:cNvPr id="0" name=""/>
        <dsp:cNvSpPr/>
      </dsp:nvSpPr>
      <dsp:spPr>
        <a:xfrm>
          <a:off x="474614" y="2314907"/>
          <a:ext cx="862935" cy="8629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B0660-1536-4222-BD97-A846721C7FEC}">
      <dsp:nvSpPr>
        <dsp:cNvPr id="0" name=""/>
        <dsp:cNvSpPr/>
      </dsp:nvSpPr>
      <dsp:spPr>
        <a:xfrm>
          <a:off x="1812164" y="1961888"/>
          <a:ext cx="4442559" cy="1568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50" tIns="166050" rIns="166050" bIns="1660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Masseprocent måles i procent (%)</a:t>
          </a:r>
          <a:endParaRPr lang="en-US" sz="2500" kern="1200"/>
        </a:p>
      </dsp:txBody>
      <dsp:txXfrm>
        <a:off x="1812164" y="1961888"/>
        <a:ext cx="4442559" cy="1568973"/>
      </dsp:txXfrm>
    </dsp:sp>
    <dsp:sp modelId="{3668E7A7-D27A-45E0-B746-2CE045163842}">
      <dsp:nvSpPr>
        <dsp:cNvPr id="0" name=""/>
        <dsp:cNvSpPr/>
      </dsp:nvSpPr>
      <dsp:spPr>
        <a:xfrm>
          <a:off x="0" y="3923105"/>
          <a:ext cx="6254724" cy="1568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E1E1B-3774-4936-8C84-83005A5AC296}">
      <dsp:nvSpPr>
        <dsp:cNvPr id="0" name=""/>
        <dsp:cNvSpPr/>
      </dsp:nvSpPr>
      <dsp:spPr>
        <a:xfrm>
          <a:off x="474614" y="4276124"/>
          <a:ext cx="862935" cy="8629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F98BE-EEC2-4097-813D-30A9BD2FABC2}">
      <dsp:nvSpPr>
        <dsp:cNvPr id="0" name=""/>
        <dsp:cNvSpPr/>
      </dsp:nvSpPr>
      <dsp:spPr>
        <a:xfrm>
          <a:off x="1812164" y="3923105"/>
          <a:ext cx="4442559" cy="1568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050" tIns="166050" rIns="166050" bIns="1660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Fx c</a:t>
          </a:r>
          <a:r>
            <a:rPr lang="da-DK" sz="2500" kern="1200" baseline="-25000"/>
            <a:t>masse% </a:t>
          </a:r>
          <a:r>
            <a:rPr lang="da-DK" sz="2500" kern="1200"/>
            <a:t>= 3,4 %</a:t>
          </a:r>
          <a:endParaRPr lang="en-US" sz="2500" kern="1200"/>
        </a:p>
      </dsp:txBody>
      <dsp:txXfrm>
        <a:off x="1812164" y="3923105"/>
        <a:ext cx="4442559" cy="15689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8792E-4BA3-4588-85AF-1F1BCFEE37A0}">
      <dsp:nvSpPr>
        <dsp:cNvPr id="0" name=""/>
        <dsp:cNvSpPr/>
      </dsp:nvSpPr>
      <dsp:spPr>
        <a:xfrm>
          <a:off x="1866862" y="31585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2A864-9778-421C-81DD-1EC77387DA15}">
      <dsp:nvSpPr>
        <dsp:cNvPr id="0" name=""/>
        <dsp:cNvSpPr/>
      </dsp:nvSpPr>
      <dsp:spPr>
        <a:xfrm>
          <a:off x="678862" y="2730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600" kern="1200" dirty="0"/>
            <a:t>Opgaver: 1</a:t>
          </a:r>
          <a:endParaRPr lang="en-US" sz="4600" kern="1200" dirty="0"/>
        </a:p>
      </dsp:txBody>
      <dsp:txXfrm>
        <a:off x="678862" y="2730331"/>
        <a:ext cx="4320000" cy="720000"/>
      </dsp:txXfrm>
    </dsp:sp>
    <dsp:sp modelId="{F1ACB821-8392-4FE7-BBD7-D8F8DB467D1A}">
      <dsp:nvSpPr>
        <dsp:cNvPr id="0" name=""/>
        <dsp:cNvSpPr/>
      </dsp:nvSpPr>
      <dsp:spPr>
        <a:xfrm>
          <a:off x="6942862" y="31585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70CCB-EAC2-417B-B929-F51703C77660}">
      <dsp:nvSpPr>
        <dsp:cNvPr id="0" name=""/>
        <dsp:cNvSpPr/>
      </dsp:nvSpPr>
      <dsp:spPr>
        <a:xfrm>
          <a:off x="5754862" y="2730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600" kern="1200" dirty="0"/>
            <a:t>10 min.</a:t>
          </a:r>
          <a:endParaRPr lang="en-US" sz="4600" kern="1200" dirty="0"/>
        </a:p>
      </dsp:txBody>
      <dsp:txXfrm>
        <a:off x="5754862" y="2730331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1BE3D-2844-4DF3-8BCD-38D161A8EEB6}">
      <dsp:nvSpPr>
        <dsp:cNvPr id="0" name=""/>
        <dsp:cNvSpPr/>
      </dsp:nvSpPr>
      <dsp:spPr>
        <a:xfrm>
          <a:off x="0" y="612005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EC4AB-9C8F-408C-933C-6E6AE65B3C04}">
      <dsp:nvSpPr>
        <dsp:cNvPr id="0" name=""/>
        <dsp:cNvSpPr/>
      </dsp:nvSpPr>
      <dsp:spPr>
        <a:xfrm>
          <a:off x="341781" y="866222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32342-3F0A-4C87-84AC-4B1BC673D30F}">
      <dsp:nvSpPr>
        <dsp:cNvPr id="0" name=""/>
        <dsp:cNvSpPr/>
      </dsp:nvSpPr>
      <dsp:spPr>
        <a:xfrm>
          <a:off x="1304983" y="612005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2</a:t>
          </a:r>
          <a:endParaRPr lang="en-US" sz="2500" kern="1200" dirty="0"/>
        </a:p>
      </dsp:txBody>
      <dsp:txXfrm>
        <a:off x="1304983" y="612005"/>
        <a:ext cx="9448741" cy="1129855"/>
      </dsp:txXfrm>
    </dsp:sp>
    <dsp:sp modelId="{04430356-9EDD-4D0E-B301-225612AE8E24}">
      <dsp:nvSpPr>
        <dsp:cNvPr id="0" name=""/>
        <dsp:cNvSpPr/>
      </dsp:nvSpPr>
      <dsp:spPr>
        <a:xfrm>
          <a:off x="0" y="2024324"/>
          <a:ext cx="10753725" cy="1129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D4D73-5248-437A-836C-5F2F6EAF9595}">
      <dsp:nvSpPr>
        <dsp:cNvPr id="0" name=""/>
        <dsp:cNvSpPr/>
      </dsp:nvSpPr>
      <dsp:spPr>
        <a:xfrm>
          <a:off x="341781" y="2278541"/>
          <a:ext cx="621420" cy="621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381B8-0B53-4243-9DB9-AAE762CB1777}">
      <dsp:nvSpPr>
        <dsp:cNvPr id="0" name=""/>
        <dsp:cNvSpPr/>
      </dsp:nvSpPr>
      <dsp:spPr>
        <a:xfrm>
          <a:off x="1304983" y="2024324"/>
          <a:ext cx="9448741" cy="112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76" tIns="119576" rIns="119576" bIns="11957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10 min.</a:t>
          </a:r>
          <a:endParaRPr lang="en-US" sz="2500" kern="1200" dirty="0"/>
        </a:p>
      </dsp:txBody>
      <dsp:txXfrm>
        <a:off x="1304983" y="2024324"/>
        <a:ext cx="9448741" cy="11298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763AB-80ED-43CD-B1F2-1C6A944C7EC8}">
      <dsp:nvSpPr>
        <dsp:cNvPr id="0" name=""/>
        <dsp:cNvSpPr/>
      </dsp:nvSpPr>
      <dsp:spPr>
        <a:xfrm>
          <a:off x="0" y="1119150"/>
          <a:ext cx="6278562" cy="15590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 dirty="0"/>
            <a:t>Opgaver: 3-6</a:t>
          </a:r>
          <a:endParaRPr lang="en-US" sz="6500" kern="1200" dirty="0"/>
        </a:p>
      </dsp:txBody>
      <dsp:txXfrm>
        <a:off x="76105" y="1195255"/>
        <a:ext cx="6126352" cy="1406815"/>
      </dsp:txXfrm>
    </dsp:sp>
    <dsp:sp modelId="{29E97B2F-9772-4B2A-9CAE-0C950503A161}">
      <dsp:nvSpPr>
        <dsp:cNvPr id="0" name=""/>
        <dsp:cNvSpPr/>
      </dsp:nvSpPr>
      <dsp:spPr>
        <a:xfrm>
          <a:off x="0" y="2865375"/>
          <a:ext cx="6278562" cy="1559025"/>
        </a:xfrm>
        <a:prstGeom prst="roundRect">
          <a:avLst/>
        </a:prstGeom>
        <a:solidFill>
          <a:schemeClr val="accent5">
            <a:hueOff val="4860045"/>
            <a:satOff val="1718"/>
            <a:lumOff val="1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/>
            <a:t>25 </a:t>
          </a:r>
          <a:r>
            <a:rPr lang="da-DK" sz="6500" kern="1200" dirty="0"/>
            <a:t>min.</a:t>
          </a:r>
          <a:endParaRPr lang="en-US" sz="6500" kern="1200" dirty="0"/>
        </a:p>
      </dsp:txBody>
      <dsp:txXfrm>
        <a:off x="76105" y="2941480"/>
        <a:ext cx="6126352" cy="1406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7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9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3C94E-64ED-4B4E-A008-B2693983E670}" type="datetimeFigureOut">
              <a:rPr lang="da-DK" smtClean="0"/>
              <a:t>28-09-2026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ADC58-DF10-4DBF-BC2D-74374E54274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666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273B236-9BE5-437C-ABBD-C04EA6F8F1FB}" type="datetime1">
              <a:rPr lang="da-DK" smtClean="0"/>
              <a:t>28-09-2026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787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FC0-03F4-4A2E-831B-C3F1088CAD3A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53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12917-2133-4126-BA62-DA9E721255EF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2990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DA0C-82F8-4EB7-9690-238E975EF1B3}" type="datetime1">
              <a:rPr lang="da-DK" smtClean="0"/>
              <a:t>28-09-2026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75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4C443-E211-4193-95B1-D164B761DFD4}" type="datetime1">
              <a:rPr lang="da-DK" smtClean="0"/>
              <a:t>28-09-2026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1764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167E-F834-4341-8FBA-BEE028F38D1E}" type="datetime1">
              <a:rPr lang="da-DK" smtClean="0"/>
              <a:t>28-09-2026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294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FD59-359F-4F52-8B91-40A785270E64}" type="datetime1">
              <a:rPr lang="da-DK" smtClean="0"/>
              <a:t>28-09-2026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763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86FF0-257F-403E-A75E-BA7FEBE19129}" type="datetime1">
              <a:rPr lang="da-DK" smtClean="0"/>
              <a:t>28-09-2026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43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0290394E-08AF-4CCC-B399-C3D23B61AE27}" type="datetime1">
              <a:rPr lang="da-DK" smtClean="0"/>
              <a:t>28-09-2026</a:t>
            </a:fld>
            <a:endParaRPr lang="da-DK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da-DK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3633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89F6-142C-4E95-977E-53B525BA13FE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988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5B61F-9726-4973-BA27-EE72FD421DFA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410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0A92CF70-B857-429D-98C5-767620A69EDA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8ACA62F4-FCA1-4ABA-AAF0-0F8372C841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19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24A02E-5FD2-428E-A1E4-FDF96B0B6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08B93E-0C39-407B-943D-71F2BAFB4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47C0C4-3669-7A0B-7B35-EF248B4DD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3" y="770466"/>
            <a:ext cx="9292209" cy="4123267"/>
          </a:xfrm>
        </p:spPr>
        <p:txBody>
          <a:bodyPr>
            <a:normAutofit/>
          </a:bodyPr>
          <a:lstStyle/>
          <a:p>
            <a:r>
              <a:rPr lang="da-DK" sz="9600">
                <a:solidFill>
                  <a:schemeClr val="accent1">
                    <a:lumMod val="75000"/>
                  </a:schemeClr>
                </a:solidFill>
              </a:rPr>
              <a:t>Masseprocent og densitet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7E1896-2992-48D4-85AC-95AB8AB14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15466"/>
            <a:ext cx="12192000" cy="1642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BE98C92-F609-28C9-DEF3-C1E50D83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926" y="5876412"/>
            <a:ext cx="2926080" cy="13970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CA62F4-FCA1-4ABA-AAF0-0F8372C8418E}" type="slidenum">
              <a:rPr lang="da-DK" sz="9500" smtClean="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da-DK" sz="950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097E202-762C-E0E6-2C7F-E89BE7F00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5537199"/>
            <a:ext cx="9228201" cy="800545"/>
          </a:xfrm>
        </p:spPr>
        <p:txBody>
          <a:bodyPr>
            <a:normAutofit/>
          </a:bodyPr>
          <a:lstStyle/>
          <a:p>
            <a:r>
              <a:rPr lang="da-DK" sz="3600">
                <a:solidFill>
                  <a:srgbClr val="FFFFFF"/>
                </a:solidFill>
              </a:rPr>
              <a:t>Kemi C for HF – Kap. 7</a:t>
            </a:r>
          </a:p>
        </p:txBody>
      </p:sp>
    </p:spTree>
    <p:extLst>
      <p:ext uri="{BB962C8B-B14F-4D97-AF65-F5344CB8AC3E}">
        <p14:creationId xmlns:p14="http://schemas.microsoft.com/office/powerpoint/2010/main" val="3114471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3497F-DC6A-95E3-1EDD-C5DE743E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Mængdeberegninger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4F988C9-57BF-B7FB-B049-C5D2BF15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Kapitel 7-11 handler om mængdeberegninger</a:t>
            </a:r>
          </a:p>
          <a:p>
            <a:r>
              <a:rPr lang="da-DK" dirty="0"/>
              <a:t>Det handler overordnet om at kunne beregne mængder af stof der skal bruges til kemiske reaktioner</a:t>
            </a:r>
          </a:p>
          <a:p>
            <a:r>
              <a:rPr lang="da-DK" dirty="0"/>
              <a:t>Mængder kan dog angives på forskellig måde i kemi</a:t>
            </a:r>
          </a:p>
          <a:p>
            <a:r>
              <a:rPr lang="da-DK" dirty="0"/>
              <a:t>I dette første kapitel ser vi på masseprocent og densitet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66362C2-E48E-551A-321B-F944B6C5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695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508D9-ABC1-4772-16D9-ED02751C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Masse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CD7229F-6758-2B2D-7D30-EE9D5137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8913658" cy="3766185"/>
          </a:xfrm>
        </p:spPr>
        <p:txBody>
          <a:bodyPr>
            <a:normAutofit fontScale="92500" lnSpcReduction="20000"/>
          </a:bodyPr>
          <a:lstStyle/>
          <a:p>
            <a:r>
              <a:rPr lang="da-DK" dirty="0"/>
              <a:t>En portion stof – fx en teskefuld køkkensalt – vejer noget</a:t>
            </a:r>
          </a:p>
          <a:p>
            <a:r>
              <a:rPr lang="da-DK" dirty="0"/>
              <a:t>Dette kaldes </a:t>
            </a:r>
            <a:r>
              <a:rPr lang="da-DK" dirty="0">
                <a:solidFill>
                  <a:srgbClr val="FF0000"/>
                </a:solidFill>
              </a:rPr>
              <a:t>masse</a:t>
            </a:r>
            <a:r>
              <a:rPr lang="da-DK" dirty="0"/>
              <a:t> i kemi</a:t>
            </a:r>
          </a:p>
          <a:p>
            <a:r>
              <a:rPr lang="da-DK" dirty="0"/>
              <a:t>I dagligdagen bruger vi ordet vægt, men det korrekte ord i kemi og fysik er masse</a:t>
            </a:r>
          </a:p>
          <a:p>
            <a:r>
              <a:rPr lang="da-DK" dirty="0"/>
              <a:t>Vi bruger forkortelsen m for masse</a:t>
            </a:r>
          </a:p>
          <a:p>
            <a:r>
              <a:rPr lang="da-DK" dirty="0"/>
              <a:t>Vi måler masse i gram (g)</a:t>
            </a:r>
          </a:p>
          <a:p>
            <a:r>
              <a:rPr lang="da-DK" dirty="0"/>
              <a:t>Vi kunne fx skrive m = 5,00 g</a:t>
            </a:r>
          </a:p>
          <a:p>
            <a:r>
              <a:rPr lang="da-DK" dirty="0"/>
              <a:t>Hvis man vil angive hvad man måler massen af, kan man gøre det på to måder:</a:t>
            </a:r>
          </a:p>
          <a:p>
            <a:r>
              <a:rPr lang="da-DK" dirty="0" err="1"/>
              <a:t>m</a:t>
            </a:r>
            <a:r>
              <a:rPr lang="da-DK" baseline="-25000" dirty="0" err="1"/>
              <a:t>NaCl</a:t>
            </a:r>
            <a:r>
              <a:rPr lang="da-DK" dirty="0"/>
              <a:t> = 5,00 g eller m(NaCl) = 5,00 g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34B9F260-611F-7193-F752-AF942C3F4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485" y="3788151"/>
            <a:ext cx="2716369" cy="2420527"/>
          </a:xfrm>
          <a:prstGeom prst="rect">
            <a:avLst/>
          </a:prstGeom>
        </p:spPr>
      </p:pic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CABBCA5-AA87-3779-AB3D-99E2FC87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952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64B268-5E01-3E8B-3ED3-7A43440A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da-DK" sz="4000">
                <a:solidFill>
                  <a:srgbClr val="FFFFFF"/>
                </a:solidFill>
              </a:rPr>
              <a:t>Masseprocent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6BF18587-8E18-6C8F-2286-492F9D6A22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774063"/>
              </p:ext>
            </p:extLst>
          </p:nvPr>
        </p:nvGraphicFramePr>
        <p:xfrm>
          <a:off x="633413" y="684213"/>
          <a:ext cx="627856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361612D-6D02-2D2A-3264-643EEF55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974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7349ED-5C71-230F-D756-52DDCB15E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</p:spPr>
        <p:txBody>
          <a:bodyPr>
            <a:normAutofit/>
          </a:bodyPr>
          <a:lstStyle/>
          <a:p>
            <a:r>
              <a:rPr lang="da-DK" sz="5100">
                <a:solidFill>
                  <a:srgbClr val="FFFFFF"/>
                </a:solidFill>
              </a:rPr>
              <a:t>Masseprocent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030F488A-D70B-BE64-EF10-636A484340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6087303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CBF98A0-A9D0-14E5-0CE2-2AAE20E9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118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3F2CD-455D-8E11-3285-2D953ADB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Beregning af masseprocent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1925AC-9E9F-AAA7-6D8C-615F60B33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Lad os sige, at vi har en blanding af tre stoffer A, B og C</a:t>
            </a:r>
          </a:p>
          <a:p>
            <a:r>
              <a:rPr lang="da-DK" dirty="0"/>
              <a:t>Vi har følgende masser:</a:t>
            </a:r>
          </a:p>
          <a:p>
            <a:r>
              <a:rPr lang="da-DK" dirty="0"/>
              <a:t>m</a:t>
            </a:r>
            <a:r>
              <a:rPr lang="da-DK" baseline="-25000" dirty="0"/>
              <a:t>A</a:t>
            </a:r>
            <a:r>
              <a:rPr lang="da-DK" dirty="0"/>
              <a:t> = 120 g</a:t>
            </a:r>
          </a:p>
          <a:p>
            <a:r>
              <a:rPr lang="da-DK" dirty="0" err="1"/>
              <a:t>m</a:t>
            </a:r>
            <a:r>
              <a:rPr lang="da-DK" baseline="-25000" dirty="0" err="1"/>
              <a:t>B</a:t>
            </a:r>
            <a:r>
              <a:rPr lang="da-DK" dirty="0"/>
              <a:t> = 30 g</a:t>
            </a:r>
          </a:p>
          <a:p>
            <a:r>
              <a:rPr lang="da-DK" dirty="0"/>
              <a:t>m</a:t>
            </a:r>
            <a:r>
              <a:rPr lang="da-DK" baseline="-25000" dirty="0"/>
              <a:t>C </a:t>
            </a:r>
            <a:r>
              <a:rPr lang="da-DK" dirty="0"/>
              <a:t> = 10 g</a:t>
            </a:r>
          </a:p>
          <a:p>
            <a:r>
              <a:rPr lang="da-DK" dirty="0"/>
              <a:t>Først beregner vi totalmassen: </a:t>
            </a:r>
            <a:r>
              <a:rPr lang="da-DK" dirty="0" err="1"/>
              <a:t>m</a:t>
            </a:r>
            <a:r>
              <a:rPr lang="da-DK" baseline="-25000" dirty="0" err="1"/>
              <a:t>total</a:t>
            </a:r>
            <a:r>
              <a:rPr lang="da-DK" baseline="-25000" dirty="0"/>
              <a:t> </a:t>
            </a:r>
            <a:r>
              <a:rPr lang="da-DK" dirty="0"/>
              <a:t>= 120 g + 30 g + 10 g = 160 g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25F7BC1-1B4F-E9D9-91C8-EEEA40DA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6683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03630D-1703-733F-291D-3EB72411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99533"/>
            <a:ext cx="7115176" cy="1658198"/>
          </a:xfrm>
        </p:spPr>
        <p:txBody>
          <a:bodyPr>
            <a:normAutofit/>
          </a:bodyPr>
          <a:lstStyle/>
          <a:p>
            <a:r>
              <a:rPr lang="da-DK" dirty="0"/>
              <a:t>Beregning af masseprocent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9A56AAA-669F-6B8A-97FE-20524E1A7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6877083" cy="3766185"/>
              </a:xfrm>
            </p:spPr>
            <p:txBody>
              <a:bodyPr>
                <a:normAutofit/>
              </a:bodyPr>
              <a:lstStyle/>
              <a:p>
                <a:r>
                  <a:rPr lang="da-DK" dirty="0"/>
                  <a:t>Vi beregner nu de tre masseprocenter ved at se massen af stoffet i forhold til totalmassen:</a:t>
                </a:r>
              </a:p>
              <a:p>
                <a:r>
                  <a:rPr lang="da-DK" dirty="0" err="1"/>
                  <a:t>c</a:t>
                </a:r>
                <a:r>
                  <a:rPr lang="da-DK" baseline="-25000" dirty="0" err="1"/>
                  <a:t>masse</a:t>
                </a:r>
                <a:r>
                  <a:rPr lang="da-DK" baseline="-25000" dirty="0"/>
                  <a:t>%,A</a:t>
                </a:r>
                <a:r>
                  <a:rPr lang="da-DK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100 %=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∙100 %=75,0 %</m:t>
                    </m:r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r>
                  <a:rPr lang="da-DK" dirty="0" err="1"/>
                  <a:t>c</a:t>
                </a:r>
                <a:r>
                  <a:rPr lang="da-DK" baseline="-25000" dirty="0" err="1"/>
                  <a:t>masse</a:t>
                </a:r>
                <a:r>
                  <a:rPr lang="da-DK" baseline="-25000" dirty="0"/>
                  <a:t>%,B</a:t>
                </a:r>
                <a:r>
                  <a:rPr lang="da-DK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160 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18,75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</m:t>
                    </m:r>
                  </m:oMath>
                </a14:m>
                <a:endParaRPr lang="da-DK" dirty="0">
                  <a:ea typeface="Cambria Math" panose="02040503050406030204" pitchFamily="18" charset="0"/>
                </a:endParaRPr>
              </a:p>
              <a:p>
                <a:r>
                  <a:rPr lang="da-DK" dirty="0" err="1"/>
                  <a:t>c</a:t>
                </a:r>
                <a:r>
                  <a:rPr lang="da-DK" baseline="-25000" dirty="0" err="1"/>
                  <a:t>masse</a:t>
                </a:r>
                <a:r>
                  <a:rPr lang="da-DK" baseline="-25000" dirty="0"/>
                  <a:t>%,C</a:t>
                </a:r>
                <a:r>
                  <a:rPr lang="da-DK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 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10 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160 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6,25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</m:t>
                    </m:r>
                  </m:oMath>
                </a14:m>
                <a:endParaRPr lang="da-DK" dirty="0">
                  <a:ea typeface="Cambria Math" panose="02040503050406030204" pitchFamily="18" charset="0"/>
                </a:endParaRPr>
              </a:p>
              <a:p>
                <a:r>
                  <a:rPr lang="da-DK" dirty="0">
                    <a:ea typeface="Cambria Math" panose="02040503050406030204" pitchFamily="18" charset="0"/>
                  </a:rPr>
                  <a:t>De tre masseprocenter skal tilsammen give 100 %</a:t>
                </a:r>
              </a:p>
              <a:p>
                <a:endParaRPr lang="da-DK" b="0" dirty="0">
                  <a:ea typeface="Cambria Math" panose="02040503050406030204" pitchFamily="18" charset="0"/>
                </a:endParaRP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D9A56AAA-669F-6B8A-97FE-20524E1A7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6877083" cy="3766185"/>
              </a:xfrm>
              <a:blipFill>
                <a:blip r:embed="rId2"/>
                <a:stretch>
                  <a:fillRect t="-275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Nærbillede af tastaturet på en lommeregner">
            <a:extLst>
              <a:ext uri="{FF2B5EF4-FFF2-40B4-BE49-F238E27FC236}">
                <a16:creationId xmlns:a16="http://schemas.microsoft.com/office/drawing/2014/main" id="{D6C9D711-DCAF-E44A-A087-3CB9245635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06" r="33640" b="-2"/>
          <a:stretch>
            <a:fillRect/>
          </a:stretch>
        </p:blipFill>
        <p:spPr>
          <a:xfrm>
            <a:off x="8114537" y="10"/>
            <a:ext cx="4077463" cy="6864408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99E9A72-68BE-1218-FE7F-E99F0D6B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926" y="5876412"/>
            <a:ext cx="2926080" cy="13970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CA62F4-FCA1-4ABA-AAF0-0F8372C8418E}" type="slidenum">
              <a:rPr lang="da-DK" sz="9500">
                <a:solidFill>
                  <a:srgbClr val="FFFFFF">
                    <a:alpha val="45000"/>
                  </a:srgb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da-DK" sz="9500">
              <a:solidFill>
                <a:srgbClr val="FFFFFF">
                  <a:alpha val="4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235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57B36-DED2-7EA5-2E47-05241EB7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DF5F58E-A21B-6134-E4E9-CDDC7CEC3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970771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E056F17-5B50-DB57-0C46-A5DF89FF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123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06EAC-18E2-8578-C0B1-E3A820A0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Masser ud fra masseprocenter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E7E3BDF-C063-F5EF-8694-C90B183AC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Vi tager som eksempel en blanding af tre stoffer, A, B og C</a:t>
            </a:r>
          </a:p>
          <a:p>
            <a:r>
              <a:rPr lang="da-DK" dirty="0"/>
              <a:t>Hele blandingen vejer 170 g og masseprocenterne er 10 %, 25 % og 65 %</a:t>
            </a:r>
          </a:p>
          <a:p>
            <a:r>
              <a:rPr lang="da-DK" dirty="0"/>
              <a:t>Bemærk at de masseprocenter giver 100 % tilsammen</a:t>
            </a:r>
          </a:p>
          <a:p>
            <a:r>
              <a:rPr lang="da-DK" dirty="0"/>
              <a:t>Procent  betyder hundrededele</a:t>
            </a:r>
          </a:p>
          <a:p>
            <a:r>
              <a:rPr lang="da-DK" dirty="0"/>
              <a:t>10  % = 10/100 = 0,10</a:t>
            </a:r>
          </a:p>
          <a:p>
            <a:r>
              <a:rPr lang="da-DK" dirty="0"/>
              <a:t>25 % = 25/100 = 0,25</a:t>
            </a:r>
          </a:p>
          <a:p>
            <a:r>
              <a:rPr lang="da-DK" dirty="0"/>
              <a:t>65 % = 65/100 = 0,65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8DFC2C5-03C1-5876-6EA9-662A72D6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9898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552DF-C5BD-DF74-9A1E-4CF94EC92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Masser ud fra masseprocenter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E7EBE6-B90A-92F9-D46A-96F75B3F8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tre masser:</a:t>
            </a:r>
          </a:p>
          <a:p>
            <a:r>
              <a:rPr lang="da-DK" dirty="0"/>
              <a:t>m</a:t>
            </a:r>
            <a:r>
              <a:rPr lang="da-DK" baseline="-25000" dirty="0"/>
              <a:t>A</a:t>
            </a:r>
            <a:r>
              <a:rPr lang="da-DK" dirty="0"/>
              <a:t> = 0,10</a:t>
            </a:r>
            <a:r>
              <a:rPr lang="da-DK" dirty="0">
                <a:latin typeface="Aptos Narrow" panose="020B0004020202020204" pitchFamily="34" charset="0"/>
              </a:rPr>
              <a:t>∙170 g = 17,0 g</a:t>
            </a:r>
          </a:p>
          <a:p>
            <a:r>
              <a:rPr lang="da-DK" dirty="0" err="1"/>
              <a:t>m</a:t>
            </a:r>
            <a:r>
              <a:rPr lang="da-DK" baseline="-25000" dirty="0" err="1"/>
              <a:t>B</a:t>
            </a:r>
            <a:r>
              <a:rPr lang="da-DK" dirty="0"/>
              <a:t> = 0,25</a:t>
            </a:r>
            <a:r>
              <a:rPr lang="da-DK" dirty="0">
                <a:latin typeface="Aptos Narrow" panose="020B0004020202020204" pitchFamily="34" charset="0"/>
              </a:rPr>
              <a:t>∙170 g = 42,5 g</a:t>
            </a:r>
          </a:p>
          <a:p>
            <a:r>
              <a:rPr lang="da-DK" dirty="0"/>
              <a:t>m</a:t>
            </a:r>
            <a:r>
              <a:rPr lang="da-DK" baseline="-25000" dirty="0"/>
              <a:t>C</a:t>
            </a:r>
            <a:r>
              <a:rPr lang="da-DK" dirty="0"/>
              <a:t> = 0,65</a:t>
            </a:r>
            <a:r>
              <a:rPr lang="da-DK" dirty="0">
                <a:latin typeface="Aptos Narrow" panose="020B0004020202020204" pitchFamily="34" charset="0"/>
              </a:rPr>
              <a:t>∙170 g = 110,5 g</a:t>
            </a:r>
          </a:p>
          <a:p>
            <a:r>
              <a:rPr lang="da-DK" dirty="0">
                <a:latin typeface="Aptos Narrow" panose="020B0004020202020204" pitchFamily="34" charset="0"/>
              </a:rPr>
              <a:t>De tre masser tilsammen giver naturligvis 170 g</a:t>
            </a:r>
          </a:p>
          <a:p>
            <a:endParaRPr lang="da-DK" dirty="0">
              <a:latin typeface="Aptos Narrow" panose="020B0004020202020204" pitchFamily="34" charset="0"/>
            </a:endParaRP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811E2AE-7F11-0064-6262-9DB05B3A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0505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AFA903-D433-D056-B8EF-281007AA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3791E9B7-1E7F-8675-CB15-39F851F46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376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2E67CBC-5CF3-A72F-74ED-38362650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5710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B28856-3663-ED43-7C17-0D3F21FA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Volumen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9C7D0F1-64BB-60CC-0B04-BABF95CC0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7454973" cy="3766185"/>
          </a:xfrm>
        </p:spPr>
        <p:txBody>
          <a:bodyPr/>
          <a:lstStyle/>
          <a:p>
            <a:r>
              <a:rPr lang="da-DK" dirty="0">
                <a:solidFill>
                  <a:srgbClr val="FF0000"/>
                </a:solidFill>
              </a:rPr>
              <a:t>Volumen</a:t>
            </a:r>
            <a:r>
              <a:rPr lang="da-DK" dirty="0"/>
              <a:t>  er hvad noget fylder</a:t>
            </a:r>
          </a:p>
          <a:p>
            <a:r>
              <a:rPr lang="da-DK" dirty="0"/>
              <a:t>Vi bruger forkortelsen V for volumen</a:t>
            </a:r>
          </a:p>
          <a:p>
            <a:r>
              <a:rPr lang="da-DK" dirty="0"/>
              <a:t>Enheden for volumen er liter (L) eller milliliter (</a:t>
            </a:r>
            <a:r>
              <a:rPr lang="da-DK" dirty="0" err="1"/>
              <a:t>mL</a:t>
            </a:r>
            <a:r>
              <a:rPr lang="da-DK" dirty="0"/>
              <a:t>)</a:t>
            </a:r>
          </a:p>
          <a:p>
            <a:r>
              <a:rPr lang="da-DK" dirty="0"/>
              <a:t>1 L = 1000 </a:t>
            </a:r>
            <a:r>
              <a:rPr lang="da-DK" dirty="0" err="1"/>
              <a:t>mL</a:t>
            </a:r>
            <a:r>
              <a:rPr lang="da-DK" dirty="0"/>
              <a:t> eller 1 </a:t>
            </a:r>
            <a:r>
              <a:rPr lang="da-DK" dirty="0" err="1"/>
              <a:t>mL</a:t>
            </a:r>
            <a:r>
              <a:rPr lang="da-DK" dirty="0"/>
              <a:t> = 0,001 L</a:t>
            </a:r>
          </a:p>
          <a:p>
            <a:r>
              <a:rPr lang="da-DK" dirty="0"/>
              <a:t>Volumen måles med at måleglas</a:t>
            </a:r>
          </a:p>
          <a:p>
            <a:r>
              <a:rPr lang="da-DK" dirty="0"/>
              <a:t>Vi kunne fx skrive</a:t>
            </a:r>
          </a:p>
          <a:p>
            <a:r>
              <a:rPr lang="da-DK" dirty="0"/>
              <a:t>V = 0,50 L = 500 </a:t>
            </a:r>
            <a:r>
              <a:rPr lang="da-DK" dirty="0" err="1"/>
              <a:t>mL</a:t>
            </a:r>
            <a:endParaRPr lang="da-DK" dirty="0"/>
          </a:p>
        </p:txBody>
      </p:sp>
      <p:pic>
        <p:nvPicPr>
          <p:cNvPr id="4" name="Billede 3" descr="Måleglas, høj form, 100 mL (011250)">
            <a:extLst>
              <a:ext uri="{FF2B5EF4-FFF2-40B4-BE49-F238E27FC236}">
                <a16:creationId xmlns:a16="http://schemas.microsoft.com/office/drawing/2014/main" id="{DEA4ED63-5594-07A5-B164-1488DF9C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841" y="634365"/>
            <a:ext cx="1521746" cy="5143500"/>
          </a:xfrm>
          <a:prstGeom prst="rect">
            <a:avLst/>
          </a:prstGeom>
        </p:spPr>
      </p:pic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2447DEB-2731-D4CA-97ED-8175B035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659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C77D0-EA8E-E866-40F5-58EEB268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Densitet (massefylde)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855365-5EC7-E800-851B-5717D7224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Densitet (eller massefylde) fortæller hvor meget en milliliter af et stof vejer</a:t>
            </a:r>
          </a:p>
          <a:p>
            <a:r>
              <a:rPr lang="da-DK" dirty="0"/>
              <a:t>Fx vejer 1,0 </a:t>
            </a:r>
            <a:r>
              <a:rPr lang="da-DK" dirty="0" err="1"/>
              <a:t>mL</a:t>
            </a:r>
            <a:r>
              <a:rPr lang="da-DK" dirty="0"/>
              <a:t> 1,0 g, densiteten er 1,0 g/</a:t>
            </a:r>
            <a:r>
              <a:rPr lang="da-DK" dirty="0" err="1"/>
              <a:t>mL</a:t>
            </a:r>
            <a:endParaRPr lang="da-DK" dirty="0"/>
          </a:p>
          <a:p>
            <a:r>
              <a:rPr lang="da-DK" dirty="0"/>
              <a:t>1,0 </a:t>
            </a:r>
            <a:r>
              <a:rPr lang="da-DK" dirty="0" err="1"/>
              <a:t>mL</a:t>
            </a:r>
            <a:r>
              <a:rPr lang="da-DK" dirty="0"/>
              <a:t> kviksølv vejer 13,6 g, densiteten er 13,6 g/</a:t>
            </a:r>
            <a:r>
              <a:rPr lang="da-DK" dirty="0" err="1"/>
              <a:t>mL</a:t>
            </a:r>
            <a:endParaRPr lang="da-DK" dirty="0"/>
          </a:p>
          <a:p>
            <a:endParaRPr lang="da-DK" dirty="0"/>
          </a:p>
          <a:p>
            <a:r>
              <a:rPr lang="da-DK" dirty="0"/>
              <a:t>Vi bruger symbolet </a:t>
            </a:r>
            <a:r>
              <a:rPr lang="el-GR" dirty="0"/>
              <a:t>ρ</a:t>
            </a:r>
            <a:r>
              <a:rPr lang="da-DK" dirty="0"/>
              <a:t> for densitet</a:t>
            </a:r>
          </a:p>
          <a:p>
            <a:r>
              <a:rPr lang="da-DK" dirty="0"/>
              <a:t>Det ligner et lille p, men er et græsk r og hedder rho</a:t>
            </a:r>
          </a:p>
          <a:p>
            <a:r>
              <a:rPr lang="da-DK" dirty="0"/>
              <a:t>Densitet måles i g/</a:t>
            </a:r>
            <a:r>
              <a:rPr lang="da-DK" dirty="0" err="1"/>
              <a:t>mL</a:t>
            </a:r>
            <a:r>
              <a:rPr lang="da-DK" dirty="0"/>
              <a:t> (gram pr. milliliter)</a:t>
            </a:r>
          </a:p>
          <a:p>
            <a:r>
              <a:rPr lang="da-DK" dirty="0"/>
              <a:t>Fx ρ = 13,6 g/</a:t>
            </a:r>
            <a:r>
              <a:rPr lang="da-DK" dirty="0" err="1"/>
              <a:t>mL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1DA18F7-4639-EDC6-363F-51EE4E62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696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1EB3A-BA84-E086-9FE2-33472CA7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Densitet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9263DB9-1F82-5323-52D1-0152DAB494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Generelt er sammenhængen mellem densitet (</a:t>
                </a:r>
                <a:r>
                  <a:rPr lang="el-GR" dirty="0"/>
                  <a:t>ρ</a:t>
                </a:r>
                <a:r>
                  <a:rPr lang="da-DK" dirty="0"/>
                  <a:t>), masse (m) og volumen (V):</a:t>
                </a:r>
              </a:p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  <m:groupChr>
                      <m:groupChrPr>
                        <m:chr m:val="⇔"/>
                        <m:pos m:val="top"/>
                        <m:vertJc m:val="top"/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⇔"/>
                        <m:pos m:val="bot"/>
                        <m:vertJc m:val="bot"/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da-DK" dirty="0"/>
              </a:p>
              <a:p>
                <a:endParaRPr lang="da-DK" dirty="0"/>
              </a:p>
              <a:p>
                <a:r>
                  <a:rPr lang="da-DK" b="1" dirty="0"/>
                  <a:t>Eksempel 1:</a:t>
                </a:r>
              </a:p>
              <a:p>
                <a:r>
                  <a:rPr lang="da-DK" dirty="0"/>
                  <a:t>Hvad er densiteten af 25,0 </a:t>
                </a:r>
                <a:r>
                  <a:rPr lang="da-DK" dirty="0" err="1"/>
                  <a:t>mL</a:t>
                </a:r>
                <a:r>
                  <a:rPr lang="da-DK" dirty="0"/>
                  <a:t> af en væske der vejer 38,8 g?</a:t>
                </a:r>
              </a:p>
              <a:p>
                <a:r>
                  <a:rPr lang="da-DK" dirty="0"/>
                  <a:t>Vi beregner: </a:t>
                </a:r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38,8 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25,0 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=1,55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𝑚𝐿</m:t>
                    </m:r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C9263DB9-1F82-5323-52D1-0152DAB494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75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1881D8B-1D9C-EB18-6CBA-1C861C98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2793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A5D85-612E-2DF8-22E1-D7ADF14F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Densitet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E1DA83-B87A-ED2B-6E91-C829775486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da-DK" b="1" dirty="0"/>
                  <a:t>Eksempel 2:</a:t>
                </a:r>
              </a:p>
              <a:p>
                <a:r>
                  <a:rPr lang="da-DK" dirty="0"/>
                  <a:t>Hvad vejer 78,5 </a:t>
                </a:r>
                <a:r>
                  <a:rPr lang="da-DK" dirty="0" err="1"/>
                  <a:t>mL</a:t>
                </a:r>
                <a:r>
                  <a:rPr lang="da-DK" dirty="0"/>
                  <a:t> af en væske med densiteten 1,28 g/</a:t>
                </a:r>
                <a:r>
                  <a:rPr lang="da-DK" dirty="0" err="1"/>
                  <a:t>mL</a:t>
                </a:r>
                <a:r>
                  <a:rPr lang="da-DK" dirty="0"/>
                  <a:t>?</a:t>
                </a:r>
              </a:p>
              <a:p>
                <a:r>
                  <a:rPr lang="da-DK" dirty="0"/>
                  <a:t>Vi beregner: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=1,28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∙78,5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𝑚𝐿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=100,5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endParaRPr lang="da-DK" dirty="0"/>
              </a:p>
              <a:p>
                <a:r>
                  <a:rPr lang="da-DK" b="1" dirty="0"/>
                  <a:t>Eksempel 3:</a:t>
                </a:r>
              </a:p>
              <a:p>
                <a:r>
                  <a:rPr lang="da-DK" dirty="0"/>
                  <a:t>Hvor meget væske skal man afmåle hvis man skal bruge 40,0 g og densiteten er 0,68 g/</a:t>
                </a:r>
                <a:r>
                  <a:rPr lang="da-DK" dirty="0" err="1"/>
                  <a:t>mL</a:t>
                </a:r>
                <a:r>
                  <a:rPr lang="da-DK" dirty="0"/>
                  <a:t>?</a:t>
                </a:r>
              </a:p>
              <a:p>
                <a:r>
                  <a:rPr lang="da-DK" dirty="0"/>
                  <a:t>Vi beregner: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40,0 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0,68 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=58,8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𝑚𝐿</m:t>
                    </m:r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0E1DA83-B87A-ED2B-6E91-C829775486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39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A6E67F9-7F0D-8427-0474-04ECAD53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0669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6AA30B-070F-9EF2-2390-A86FEC8FB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da-DK" sz="4000">
                <a:solidFill>
                  <a:srgbClr val="FFFFFF"/>
                </a:solidFill>
              </a:rPr>
              <a:t>Opgaver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7521B8F-F14A-D2D4-408C-AD356093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926" y="5876412"/>
            <a:ext cx="2926080" cy="13970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ACA62F4-FCA1-4ABA-AAF0-0F8372C8418E}" type="slidenum">
              <a:rPr lang="da-DK" sz="9500">
                <a:solidFill>
                  <a:srgbClr val="FFFFFF">
                    <a:alpha val="25000"/>
                  </a:srgb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da-DK" sz="9500">
              <a:solidFill>
                <a:srgbClr val="FFFFFF">
                  <a:alpha val="25000"/>
                </a:srgbClr>
              </a:solidFill>
            </a:endParaRP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3D075324-6317-E714-05C5-E99F055785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61226"/>
              </p:ext>
            </p:extLst>
          </p:nvPr>
        </p:nvGraphicFramePr>
        <p:xfrm>
          <a:off x="633413" y="684213"/>
          <a:ext cx="627856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3453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363526-F0F9-6E96-CF03-158F0201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92714EC-C0D2-01E2-3082-699D28F43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Masse</a:t>
            </a:r>
          </a:p>
          <a:p>
            <a:r>
              <a:rPr lang="da-DK" dirty="0"/>
              <a:t>Masseprocent</a:t>
            </a:r>
          </a:p>
          <a:p>
            <a:r>
              <a:rPr lang="da-DK" dirty="0"/>
              <a:t>Volumen</a:t>
            </a:r>
          </a:p>
          <a:p>
            <a:r>
              <a:rPr lang="da-DK"/>
              <a:t>Densitet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4FB9F03-8EFB-DC4B-F215-C1B1AAA7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A62F4-FCA1-4ABA-AAF0-0F8372C8418E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126066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">
  <a:themeElements>
    <a:clrScheme name="Metropol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</Template>
  <TotalTime>129</TotalTime>
  <Words>738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17</vt:i4>
      </vt:variant>
    </vt:vector>
  </HeadingPairs>
  <TitlesOfParts>
    <vt:vector size="23" baseType="lpstr">
      <vt:lpstr>Aptos</vt:lpstr>
      <vt:lpstr>Aptos Narrow</vt:lpstr>
      <vt:lpstr>Arial</vt:lpstr>
      <vt:lpstr>Calibri Light</vt:lpstr>
      <vt:lpstr>Cambria Math</vt:lpstr>
      <vt:lpstr>Metropol</vt:lpstr>
      <vt:lpstr>Masseprocent og densitet</vt:lpstr>
      <vt:lpstr>Mængdeberegninger</vt:lpstr>
      <vt:lpstr>Masse</vt:lpstr>
      <vt:lpstr>Masseprocent</vt:lpstr>
      <vt:lpstr>Masseprocent</vt:lpstr>
      <vt:lpstr>Beregning af masseprocent</vt:lpstr>
      <vt:lpstr>Beregning af masseprocent</vt:lpstr>
      <vt:lpstr>Opgaver</vt:lpstr>
      <vt:lpstr>Masser ud fra masseprocenter</vt:lpstr>
      <vt:lpstr>Masser ud fra masseprocenter</vt:lpstr>
      <vt:lpstr>Opgaver</vt:lpstr>
      <vt:lpstr>Volumen</vt:lpstr>
      <vt:lpstr>Densitet (massefylde)</vt:lpstr>
      <vt:lpstr>Densitet</vt:lpstr>
      <vt:lpstr>Densitet</vt:lpstr>
      <vt:lpstr>Opgaver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1</cp:revision>
  <dcterms:created xsi:type="dcterms:W3CDTF">2026-09-24T11:11:31Z</dcterms:created>
  <dcterms:modified xsi:type="dcterms:W3CDTF">2026-09-28T07:46:07Z</dcterms:modified>
</cp:coreProperties>
</file>