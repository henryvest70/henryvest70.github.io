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97" r:id="rId3"/>
    <p:sldId id="298" r:id="rId4"/>
    <p:sldId id="286" r:id="rId5"/>
    <p:sldId id="287" r:id="rId6"/>
    <p:sldId id="288" r:id="rId7"/>
    <p:sldId id="292" r:id="rId8"/>
    <p:sldId id="299" r:id="rId9"/>
    <p:sldId id="300" r:id="rId10"/>
    <p:sldId id="301" r:id="rId11"/>
    <p:sldId id="296" r:id="rId12"/>
    <p:sldId id="302" r:id="rId13"/>
    <p:sldId id="277" r:id="rId14"/>
    <p:sldId id="278" r:id="rId15"/>
    <p:sldId id="279" r:id="rId16"/>
    <p:sldId id="303" r:id="rId17"/>
    <p:sldId id="304" r:id="rId18"/>
    <p:sldId id="305" r:id="rId19"/>
    <p:sldId id="306" r:id="rId20"/>
    <p:sldId id="307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enry Vest" initials="HV" lastIdx="1" clrIdx="0">
    <p:extLst>
      <p:ext uri="{19B8F6BF-5375-455C-9EA6-DF929625EA0E}">
        <p15:presenceInfo xmlns:p15="http://schemas.microsoft.com/office/powerpoint/2012/main" userId="S::hv@gentoftehf.onmicrosoft.com::f5b1f0ec-4051-405f-83b3-0c678f78df4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59D847-AAD5-47D3-A0F4-F90D8E495820}" v="306" dt="2026-09-29T11:33:35.6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02" autoAdjust="0"/>
    <p:restoredTop sz="94660"/>
  </p:normalViewPr>
  <p:slideViewPr>
    <p:cSldViewPr snapToGrid="0">
      <p:cViewPr varScale="1">
        <p:scale>
          <a:sx n="60" d="100"/>
          <a:sy n="60" d="100"/>
        </p:scale>
        <p:origin x="56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ry Valdemar Vest" userId="f5b1f0ec-4051-405f-83b3-0c678f78df49" providerId="ADAL" clId="{0B671710-12AA-4A9C-8982-6D6CBD054718}"/>
    <pc:docChg chg="custSel addSld delSld modSld">
      <pc:chgData name="Henry Valdemar Vest" userId="f5b1f0ec-4051-405f-83b3-0c678f78df49" providerId="ADAL" clId="{0B671710-12AA-4A9C-8982-6D6CBD054718}" dt="2026-09-29T13:21:55.325" v="2137" actId="20577"/>
      <pc:docMkLst>
        <pc:docMk/>
      </pc:docMkLst>
      <pc:sldChg chg="modSp mod">
        <pc:chgData name="Henry Valdemar Vest" userId="f5b1f0ec-4051-405f-83b3-0c678f78df49" providerId="ADAL" clId="{0B671710-12AA-4A9C-8982-6D6CBD054718}" dt="2026-09-29T08:07:23.657" v="320" actId="20577"/>
        <pc:sldMkLst>
          <pc:docMk/>
          <pc:sldMk cId="4230318268" sldId="256"/>
        </pc:sldMkLst>
        <pc:spChg chg="mod">
          <ac:chgData name="Henry Valdemar Vest" userId="f5b1f0ec-4051-405f-83b3-0c678f78df49" providerId="ADAL" clId="{0B671710-12AA-4A9C-8982-6D6CBD054718}" dt="2026-09-29T06:45:56.752" v="89" actId="20577"/>
          <ac:spMkLst>
            <pc:docMk/>
            <pc:sldMk cId="4230318268" sldId="256"/>
            <ac:spMk id="2" creationId="{1BCB581F-8597-4F72-9F25-473A34367B73}"/>
          </ac:spMkLst>
        </pc:spChg>
        <pc:spChg chg="mod">
          <ac:chgData name="Henry Valdemar Vest" userId="f5b1f0ec-4051-405f-83b3-0c678f78df49" providerId="ADAL" clId="{0B671710-12AA-4A9C-8982-6D6CBD054718}" dt="2026-09-29T08:07:23.657" v="320" actId="20577"/>
          <ac:spMkLst>
            <pc:docMk/>
            <pc:sldMk cId="4230318268" sldId="256"/>
            <ac:spMk id="3" creationId="{AFE1EDD6-A7C5-4E9F-8EFE-B475C86112A8}"/>
          </ac:spMkLst>
        </pc:spChg>
      </pc:sldChg>
      <pc:sldChg chg="del">
        <pc:chgData name="Henry Valdemar Vest" userId="f5b1f0ec-4051-405f-83b3-0c678f78df49" providerId="ADAL" clId="{0B671710-12AA-4A9C-8982-6D6CBD054718}" dt="2026-09-29T06:49:46.525" v="166" actId="2696"/>
        <pc:sldMkLst>
          <pc:docMk/>
          <pc:sldMk cId="3595026624" sldId="257"/>
        </pc:sldMkLst>
      </pc:sldChg>
      <pc:sldChg chg="modSp del mod">
        <pc:chgData name="Henry Valdemar Vest" userId="f5b1f0ec-4051-405f-83b3-0c678f78df49" providerId="ADAL" clId="{0B671710-12AA-4A9C-8982-6D6CBD054718}" dt="2026-09-29T06:49:46.525" v="166" actId="2696"/>
        <pc:sldMkLst>
          <pc:docMk/>
          <pc:sldMk cId="309952300" sldId="258"/>
        </pc:sldMkLst>
      </pc:sldChg>
      <pc:sldChg chg="modSp del mod">
        <pc:chgData name="Henry Valdemar Vest" userId="f5b1f0ec-4051-405f-83b3-0c678f78df49" providerId="ADAL" clId="{0B671710-12AA-4A9C-8982-6D6CBD054718}" dt="2026-09-29T06:49:59.429" v="167" actId="2696"/>
        <pc:sldMkLst>
          <pc:docMk/>
          <pc:sldMk cId="2913687700" sldId="259"/>
        </pc:sldMkLst>
      </pc:sldChg>
      <pc:sldChg chg="modSp del mod">
        <pc:chgData name="Henry Valdemar Vest" userId="f5b1f0ec-4051-405f-83b3-0c678f78df49" providerId="ADAL" clId="{0B671710-12AA-4A9C-8982-6D6CBD054718}" dt="2026-09-29T06:49:59.429" v="167" actId="2696"/>
        <pc:sldMkLst>
          <pc:docMk/>
          <pc:sldMk cId="4101980200" sldId="260"/>
        </pc:sldMkLst>
      </pc:sldChg>
      <pc:sldChg chg="del">
        <pc:chgData name="Henry Valdemar Vest" userId="f5b1f0ec-4051-405f-83b3-0c678f78df49" providerId="ADAL" clId="{0B671710-12AA-4A9C-8982-6D6CBD054718}" dt="2026-09-29T06:49:59.429" v="167" actId="2696"/>
        <pc:sldMkLst>
          <pc:docMk/>
          <pc:sldMk cId="2754223038" sldId="261"/>
        </pc:sldMkLst>
      </pc:sldChg>
      <pc:sldChg chg="del">
        <pc:chgData name="Henry Valdemar Vest" userId="f5b1f0ec-4051-405f-83b3-0c678f78df49" providerId="ADAL" clId="{0B671710-12AA-4A9C-8982-6D6CBD054718}" dt="2026-09-29T06:49:59.429" v="167" actId="2696"/>
        <pc:sldMkLst>
          <pc:docMk/>
          <pc:sldMk cId="4135459287" sldId="262"/>
        </pc:sldMkLst>
      </pc:sldChg>
      <pc:sldChg chg="modSp del mod">
        <pc:chgData name="Henry Valdemar Vest" userId="f5b1f0ec-4051-405f-83b3-0c678f78df49" providerId="ADAL" clId="{0B671710-12AA-4A9C-8982-6D6CBD054718}" dt="2026-09-29T06:50:16.288" v="168" actId="2696"/>
        <pc:sldMkLst>
          <pc:docMk/>
          <pc:sldMk cId="1403375323" sldId="263"/>
        </pc:sldMkLst>
      </pc:sldChg>
      <pc:sldChg chg="del">
        <pc:chgData name="Henry Valdemar Vest" userId="f5b1f0ec-4051-405f-83b3-0c678f78df49" providerId="ADAL" clId="{0B671710-12AA-4A9C-8982-6D6CBD054718}" dt="2026-09-29T06:50:16.288" v="168" actId="2696"/>
        <pc:sldMkLst>
          <pc:docMk/>
          <pc:sldMk cId="3258465233" sldId="264"/>
        </pc:sldMkLst>
      </pc:sldChg>
      <pc:sldChg chg="del">
        <pc:chgData name="Henry Valdemar Vest" userId="f5b1f0ec-4051-405f-83b3-0c678f78df49" providerId="ADAL" clId="{0B671710-12AA-4A9C-8982-6D6CBD054718}" dt="2026-09-29T06:50:16.288" v="168" actId="2696"/>
        <pc:sldMkLst>
          <pc:docMk/>
          <pc:sldMk cId="1409457851" sldId="265"/>
        </pc:sldMkLst>
      </pc:sldChg>
      <pc:sldChg chg="del">
        <pc:chgData name="Henry Valdemar Vest" userId="f5b1f0ec-4051-405f-83b3-0c678f78df49" providerId="ADAL" clId="{0B671710-12AA-4A9C-8982-6D6CBD054718}" dt="2026-09-29T06:50:16.288" v="168" actId="2696"/>
        <pc:sldMkLst>
          <pc:docMk/>
          <pc:sldMk cId="2686589016" sldId="266"/>
        </pc:sldMkLst>
      </pc:sldChg>
      <pc:sldChg chg="modSp del mod">
        <pc:chgData name="Henry Valdemar Vest" userId="f5b1f0ec-4051-405f-83b3-0c678f78df49" providerId="ADAL" clId="{0B671710-12AA-4A9C-8982-6D6CBD054718}" dt="2026-09-29T06:50:16.288" v="168" actId="2696"/>
        <pc:sldMkLst>
          <pc:docMk/>
          <pc:sldMk cId="3095945241" sldId="267"/>
        </pc:sldMkLst>
      </pc:sldChg>
      <pc:sldChg chg="del">
        <pc:chgData name="Henry Valdemar Vest" userId="f5b1f0ec-4051-405f-83b3-0c678f78df49" providerId="ADAL" clId="{0B671710-12AA-4A9C-8982-6D6CBD054718}" dt="2026-09-29T06:50:24.305" v="169" actId="2696"/>
        <pc:sldMkLst>
          <pc:docMk/>
          <pc:sldMk cId="249876652" sldId="268"/>
        </pc:sldMkLst>
      </pc:sldChg>
      <pc:sldChg chg="del">
        <pc:chgData name="Henry Valdemar Vest" userId="f5b1f0ec-4051-405f-83b3-0c678f78df49" providerId="ADAL" clId="{0B671710-12AA-4A9C-8982-6D6CBD054718}" dt="2026-09-29T06:50:24.305" v="169" actId="2696"/>
        <pc:sldMkLst>
          <pc:docMk/>
          <pc:sldMk cId="2593222997" sldId="269"/>
        </pc:sldMkLst>
      </pc:sldChg>
      <pc:sldChg chg="del">
        <pc:chgData name="Henry Valdemar Vest" userId="f5b1f0ec-4051-405f-83b3-0c678f78df49" providerId="ADAL" clId="{0B671710-12AA-4A9C-8982-6D6CBD054718}" dt="2026-09-29T06:49:59.429" v="167" actId="2696"/>
        <pc:sldMkLst>
          <pc:docMk/>
          <pc:sldMk cId="2993224562" sldId="270"/>
        </pc:sldMkLst>
      </pc:sldChg>
      <pc:sldChg chg="del">
        <pc:chgData name="Henry Valdemar Vest" userId="f5b1f0ec-4051-405f-83b3-0c678f78df49" providerId="ADAL" clId="{0B671710-12AA-4A9C-8982-6D6CBD054718}" dt="2026-09-29T06:49:59.429" v="167" actId="2696"/>
        <pc:sldMkLst>
          <pc:docMk/>
          <pc:sldMk cId="4151459289" sldId="271"/>
        </pc:sldMkLst>
      </pc:sldChg>
      <pc:sldChg chg="modSp del mod">
        <pc:chgData name="Henry Valdemar Vest" userId="f5b1f0ec-4051-405f-83b3-0c678f78df49" providerId="ADAL" clId="{0B671710-12AA-4A9C-8982-6D6CBD054718}" dt="2026-09-29T06:49:59.429" v="167" actId="2696"/>
        <pc:sldMkLst>
          <pc:docMk/>
          <pc:sldMk cId="1305049960" sldId="272"/>
        </pc:sldMkLst>
      </pc:sldChg>
      <pc:sldChg chg="modSp del mod">
        <pc:chgData name="Henry Valdemar Vest" userId="f5b1f0ec-4051-405f-83b3-0c678f78df49" providerId="ADAL" clId="{0B671710-12AA-4A9C-8982-6D6CBD054718}" dt="2026-09-29T06:50:16.288" v="168" actId="2696"/>
        <pc:sldMkLst>
          <pc:docMk/>
          <pc:sldMk cId="4260509215" sldId="273"/>
        </pc:sldMkLst>
      </pc:sldChg>
      <pc:sldChg chg="del">
        <pc:chgData name="Henry Valdemar Vest" userId="f5b1f0ec-4051-405f-83b3-0c678f78df49" providerId="ADAL" clId="{0B671710-12AA-4A9C-8982-6D6CBD054718}" dt="2026-09-29T06:50:16.288" v="168" actId="2696"/>
        <pc:sldMkLst>
          <pc:docMk/>
          <pc:sldMk cId="2528781254" sldId="274"/>
        </pc:sldMkLst>
      </pc:sldChg>
      <pc:sldChg chg="del">
        <pc:chgData name="Henry Valdemar Vest" userId="f5b1f0ec-4051-405f-83b3-0c678f78df49" providerId="ADAL" clId="{0B671710-12AA-4A9C-8982-6D6CBD054718}" dt="2026-09-29T06:50:16.288" v="168" actId="2696"/>
        <pc:sldMkLst>
          <pc:docMk/>
          <pc:sldMk cId="3855471320" sldId="275"/>
        </pc:sldMkLst>
      </pc:sldChg>
      <pc:sldChg chg="del">
        <pc:chgData name="Henry Valdemar Vest" userId="f5b1f0ec-4051-405f-83b3-0c678f78df49" providerId="ADAL" clId="{0B671710-12AA-4A9C-8982-6D6CBD054718}" dt="2026-09-29T06:50:16.288" v="168" actId="2696"/>
        <pc:sldMkLst>
          <pc:docMk/>
          <pc:sldMk cId="147711517" sldId="276"/>
        </pc:sldMkLst>
      </pc:sldChg>
      <pc:sldChg chg="modSp mod">
        <pc:chgData name="Henry Valdemar Vest" userId="f5b1f0ec-4051-405f-83b3-0c678f78df49" providerId="ADAL" clId="{0B671710-12AA-4A9C-8982-6D6CBD054718}" dt="2026-09-29T11:33:35.695" v="2051"/>
        <pc:sldMkLst>
          <pc:docMk/>
          <pc:sldMk cId="196397459" sldId="277"/>
        </pc:sldMkLst>
        <pc:graphicFrameChg chg="mod">
          <ac:chgData name="Henry Valdemar Vest" userId="f5b1f0ec-4051-405f-83b3-0c678f78df49" providerId="ADAL" clId="{0B671710-12AA-4A9C-8982-6D6CBD054718}" dt="2026-09-29T11:33:35.695" v="2051"/>
          <ac:graphicFrameMkLst>
            <pc:docMk/>
            <pc:sldMk cId="196397459" sldId="277"/>
            <ac:graphicFrameMk id="6" creationId="{36A45A32-16E3-4005-AF23-4ECB8179C1CE}"/>
          </ac:graphicFrameMkLst>
        </pc:graphicFrameChg>
      </pc:sldChg>
      <pc:sldChg chg="del">
        <pc:chgData name="Henry Valdemar Vest" userId="f5b1f0ec-4051-405f-83b3-0c678f78df49" providerId="ADAL" clId="{0B671710-12AA-4A9C-8982-6D6CBD054718}" dt="2026-09-29T06:46:23.528" v="122" actId="2696"/>
        <pc:sldMkLst>
          <pc:docMk/>
          <pc:sldMk cId="4176170926" sldId="280"/>
        </pc:sldMkLst>
      </pc:sldChg>
      <pc:sldChg chg="del">
        <pc:chgData name="Henry Valdemar Vest" userId="f5b1f0ec-4051-405f-83b3-0c678f78df49" providerId="ADAL" clId="{0B671710-12AA-4A9C-8982-6D6CBD054718}" dt="2026-09-29T06:46:27.965" v="123" actId="2696"/>
        <pc:sldMkLst>
          <pc:docMk/>
          <pc:sldMk cId="347397148" sldId="281"/>
        </pc:sldMkLst>
      </pc:sldChg>
      <pc:sldChg chg="del">
        <pc:chgData name="Henry Valdemar Vest" userId="f5b1f0ec-4051-405f-83b3-0c678f78df49" providerId="ADAL" clId="{0B671710-12AA-4A9C-8982-6D6CBD054718}" dt="2026-09-29T06:46:30.953" v="124" actId="2696"/>
        <pc:sldMkLst>
          <pc:docMk/>
          <pc:sldMk cId="2795337898" sldId="282"/>
        </pc:sldMkLst>
      </pc:sldChg>
      <pc:sldChg chg="del">
        <pc:chgData name="Henry Valdemar Vest" userId="f5b1f0ec-4051-405f-83b3-0c678f78df49" providerId="ADAL" clId="{0B671710-12AA-4A9C-8982-6D6CBD054718}" dt="2026-09-29T06:46:35.132" v="125" actId="2696"/>
        <pc:sldMkLst>
          <pc:docMk/>
          <pc:sldMk cId="1696626873" sldId="283"/>
        </pc:sldMkLst>
      </pc:sldChg>
      <pc:sldChg chg="del">
        <pc:chgData name="Henry Valdemar Vest" userId="f5b1f0ec-4051-405f-83b3-0c678f78df49" providerId="ADAL" clId="{0B671710-12AA-4A9C-8982-6D6CBD054718}" dt="2026-09-29T06:46:37.935" v="126" actId="2696"/>
        <pc:sldMkLst>
          <pc:docMk/>
          <pc:sldMk cId="2846719092" sldId="284"/>
        </pc:sldMkLst>
      </pc:sldChg>
      <pc:sldChg chg="del">
        <pc:chgData name="Henry Valdemar Vest" userId="f5b1f0ec-4051-405f-83b3-0c678f78df49" providerId="ADAL" clId="{0B671710-12AA-4A9C-8982-6D6CBD054718}" dt="2026-09-29T06:46:41.548" v="127" actId="2696"/>
        <pc:sldMkLst>
          <pc:docMk/>
          <pc:sldMk cId="2684276908" sldId="285"/>
        </pc:sldMkLst>
      </pc:sldChg>
      <pc:sldChg chg="del">
        <pc:chgData name="Henry Valdemar Vest" userId="f5b1f0ec-4051-405f-83b3-0c678f78df49" providerId="ADAL" clId="{0B671710-12AA-4A9C-8982-6D6CBD054718}" dt="2026-09-29T06:46:47.635" v="129" actId="2696"/>
        <pc:sldMkLst>
          <pc:docMk/>
          <pc:sldMk cId="585971097" sldId="289"/>
        </pc:sldMkLst>
      </pc:sldChg>
      <pc:sldChg chg="del">
        <pc:chgData name="Henry Valdemar Vest" userId="f5b1f0ec-4051-405f-83b3-0c678f78df49" providerId="ADAL" clId="{0B671710-12AA-4A9C-8982-6D6CBD054718}" dt="2026-09-29T06:46:51.784" v="130" actId="2696"/>
        <pc:sldMkLst>
          <pc:docMk/>
          <pc:sldMk cId="1987489580" sldId="290"/>
        </pc:sldMkLst>
      </pc:sldChg>
      <pc:sldChg chg="del">
        <pc:chgData name="Henry Valdemar Vest" userId="f5b1f0ec-4051-405f-83b3-0c678f78df49" providerId="ADAL" clId="{0B671710-12AA-4A9C-8982-6D6CBD054718}" dt="2026-09-29T06:46:44.578" v="128" actId="2696"/>
        <pc:sldMkLst>
          <pc:docMk/>
          <pc:sldMk cId="753569364" sldId="291"/>
        </pc:sldMkLst>
      </pc:sldChg>
      <pc:sldChg chg="modSp">
        <pc:chgData name="Henry Valdemar Vest" userId="f5b1f0ec-4051-405f-83b3-0c678f78df49" providerId="ADAL" clId="{0B671710-12AA-4A9C-8982-6D6CBD054718}" dt="2026-09-29T08:08:40.174" v="332" actId="20577"/>
        <pc:sldMkLst>
          <pc:docMk/>
          <pc:sldMk cId="4140838160" sldId="292"/>
        </pc:sldMkLst>
        <pc:spChg chg="mod">
          <ac:chgData name="Henry Valdemar Vest" userId="f5b1f0ec-4051-405f-83b3-0c678f78df49" providerId="ADAL" clId="{0B671710-12AA-4A9C-8982-6D6CBD054718}" dt="2026-09-29T08:08:40.174" v="332" actId="20577"/>
          <ac:spMkLst>
            <pc:docMk/>
            <pc:sldMk cId="4140838160" sldId="292"/>
            <ac:spMk id="3" creationId="{EA932851-A8DC-28C0-9000-0E1514E26027}"/>
          </ac:spMkLst>
        </pc:spChg>
      </pc:sldChg>
      <pc:sldChg chg="del">
        <pc:chgData name="Henry Valdemar Vest" userId="f5b1f0ec-4051-405f-83b3-0c678f78df49" providerId="ADAL" clId="{0B671710-12AA-4A9C-8982-6D6CBD054718}" dt="2026-09-29T06:50:41.797" v="174" actId="2696"/>
        <pc:sldMkLst>
          <pc:docMk/>
          <pc:sldMk cId="3338855529" sldId="293"/>
        </pc:sldMkLst>
      </pc:sldChg>
      <pc:sldChg chg="del">
        <pc:chgData name="Henry Valdemar Vest" userId="f5b1f0ec-4051-405f-83b3-0c678f78df49" providerId="ADAL" clId="{0B671710-12AA-4A9C-8982-6D6CBD054718}" dt="2026-09-29T06:50:38.398" v="173" actId="2696"/>
        <pc:sldMkLst>
          <pc:docMk/>
          <pc:sldMk cId="755606168" sldId="294"/>
        </pc:sldMkLst>
      </pc:sldChg>
      <pc:sldChg chg="del">
        <pc:chgData name="Henry Valdemar Vest" userId="f5b1f0ec-4051-405f-83b3-0c678f78df49" providerId="ADAL" clId="{0B671710-12AA-4A9C-8982-6D6CBD054718}" dt="2026-09-29T06:50:35.410" v="172" actId="2696"/>
        <pc:sldMkLst>
          <pc:docMk/>
          <pc:sldMk cId="4124375078" sldId="295"/>
        </pc:sldMkLst>
      </pc:sldChg>
      <pc:sldChg chg="del">
        <pc:chgData name="Henry Valdemar Vest" userId="f5b1f0ec-4051-405f-83b3-0c678f78df49" providerId="ADAL" clId="{0B671710-12AA-4A9C-8982-6D6CBD054718}" dt="2026-09-29T06:50:24.305" v="169" actId="2696"/>
        <pc:sldMkLst>
          <pc:docMk/>
          <pc:sldMk cId="571658603" sldId="297"/>
        </pc:sldMkLst>
      </pc:sldChg>
      <pc:sldChg chg="addSp delSp modSp new mod">
        <pc:chgData name="Henry Valdemar Vest" userId="f5b1f0ec-4051-405f-83b3-0c678f78df49" providerId="ADAL" clId="{0B671710-12AA-4A9C-8982-6D6CBD054718}" dt="2026-09-29T06:53:43.708" v="191" actId="20577"/>
        <pc:sldMkLst>
          <pc:docMk/>
          <pc:sldMk cId="2599409164" sldId="297"/>
        </pc:sldMkLst>
        <pc:spChg chg="mod">
          <ac:chgData name="Henry Valdemar Vest" userId="f5b1f0ec-4051-405f-83b3-0c678f78df49" providerId="ADAL" clId="{0B671710-12AA-4A9C-8982-6D6CBD054718}" dt="2026-09-29T06:53:43.708" v="191" actId="20577"/>
          <ac:spMkLst>
            <pc:docMk/>
            <pc:sldMk cId="2599409164" sldId="297"/>
            <ac:spMk id="2" creationId="{BC33BA95-C1C8-ABE1-5B4F-C2DEF5BC4CF9}"/>
          </ac:spMkLst>
        </pc:spChg>
        <pc:spChg chg="del">
          <ac:chgData name="Henry Valdemar Vest" userId="f5b1f0ec-4051-405f-83b3-0c678f78df49" providerId="ADAL" clId="{0B671710-12AA-4A9C-8982-6D6CBD054718}" dt="2026-09-29T06:53:29.477" v="176"/>
          <ac:spMkLst>
            <pc:docMk/>
            <pc:sldMk cId="2599409164" sldId="297"/>
            <ac:spMk id="3" creationId="{E04571AC-DCB5-1AF5-3EF1-C25FE7187D45}"/>
          </ac:spMkLst>
        </pc:spChg>
        <pc:picChg chg="add mod">
          <ac:chgData name="Henry Valdemar Vest" userId="f5b1f0ec-4051-405f-83b3-0c678f78df49" providerId="ADAL" clId="{0B671710-12AA-4A9C-8982-6D6CBD054718}" dt="2026-09-29T06:53:38.242" v="178" actId="14100"/>
          <ac:picMkLst>
            <pc:docMk/>
            <pc:sldMk cId="2599409164" sldId="297"/>
            <ac:picMk id="5" creationId="{9ED56D08-2644-6558-9A66-05DE2A8D5037}"/>
          </ac:picMkLst>
        </pc:picChg>
      </pc:sldChg>
      <pc:sldChg chg="modSp new mod">
        <pc:chgData name="Henry Valdemar Vest" userId="f5b1f0ec-4051-405f-83b3-0c678f78df49" providerId="ADAL" clId="{0B671710-12AA-4A9C-8982-6D6CBD054718}" dt="2026-09-29T06:54:44.335" v="307" actId="20577"/>
        <pc:sldMkLst>
          <pc:docMk/>
          <pc:sldMk cId="252418261" sldId="298"/>
        </pc:sldMkLst>
        <pc:spChg chg="mod">
          <ac:chgData name="Henry Valdemar Vest" userId="f5b1f0ec-4051-405f-83b3-0c678f78df49" providerId="ADAL" clId="{0B671710-12AA-4A9C-8982-6D6CBD054718}" dt="2026-09-29T06:54:13.207" v="211" actId="20577"/>
          <ac:spMkLst>
            <pc:docMk/>
            <pc:sldMk cId="252418261" sldId="298"/>
            <ac:spMk id="2" creationId="{4E23582F-2020-DFD9-9531-2867C7570042}"/>
          </ac:spMkLst>
        </pc:spChg>
        <pc:spChg chg="mod">
          <ac:chgData name="Henry Valdemar Vest" userId="f5b1f0ec-4051-405f-83b3-0c678f78df49" providerId="ADAL" clId="{0B671710-12AA-4A9C-8982-6D6CBD054718}" dt="2026-09-29T06:54:44.335" v="307" actId="20577"/>
          <ac:spMkLst>
            <pc:docMk/>
            <pc:sldMk cId="252418261" sldId="298"/>
            <ac:spMk id="3" creationId="{5735BC72-709F-5AF0-BC0F-8D186D418DA4}"/>
          </ac:spMkLst>
        </pc:spChg>
      </pc:sldChg>
      <pc:sldChg chg="del">
        <pc:chgData name="Henry Valdemar Vest" userId="f5b1f0ec-4051-405f-83b3-0c678f78df49" providerId="ADAL" clId="{0B671710-12AA-4A9C-8982-6D6CBD054718}" dt="2026-09-29T06:50:24.305" v="169" actId="2696"/>
        <pc:sldMkLst>
          <pc:docMk/>
          <pc:sldMk cId="2593620568" sldId="298"/>
        </pc:sldMkLst>
      </pc:sldChg>
      <pc:sldChg chg="addSp delSp modSp new mod">
        <pc:chgData name="Henry Valdemar Vest" userId="f5b1f0ec-4051-405f-83b3-0c678f78df49" providerId="ADAL" clId="{0B671710-12AA-4A9C-8982-6D6CBD054718}" dt="2026-09-29T10:23:05.989" v="534" actId="20577"/>
        <pc:sldMkLst>
          <pc:docMk/>
          <pc:sldMk cId="2278876523" sldId="299"/>
        </pc:sldMkLst>
        <pc:spChg chg="mod">
          <ac:chgData name="Henry Valdemar Vest" userId="f5b1f0ec-4051-405f-83b3-0c678f78df49" providerId="ADAL" clId="{0B671710-12AA-4A9C-8982-6D6CBD054718}" dt="2026-09-29T10:19:22.822" v="346" actId="20577"/>
          <ac:spMkLst>
            <pc:docMk/>
            <pc:sldMk cId="2278876523" sldId="299"/>
            <ac:spMk id="2" creationId="{042C29E9-CFC2-6327-55D8-83C1C331BB1E}"/>
          </ac:spMkLst>
        </pc:spChg>
        <pc:spChg chg="mod">
          <ac:chgData name="Henry Valdemar Vest" userId="f5b1f0ec-4051-405f-83b3-0c678f78df49" providerId="ADAL" clId="{0B671710-12AA-4A9C-8982-6D6CBD054718}" dt="2026-09-29T10:23:05.989" v="534" actId="20577"/>
          <ac:spMkLst>
            <pc:docMk/>
            <pc:sldMk cId="2278876523" sldId="299"/>
            <ac:spMk id="3" creationId="{24BF305A-D47D-9D0B-AAF9-B02FCD953FBF}"/>
          </ac:spMkLst>
        </pc:spChg>
        <pc:spChg chg="add del mod">
          <ac:chgData name="Henry Valdemar Vest" userId="f5b1f0ec-4051-405f-83b3-0c678f78df49" providerId="ADAL" clId="{0B671710-12AA-4A9C-8982-6D6CBD054718}" dt="2026-09-29T10:19:43.972" v="350"/>
          <ac:spMkLst>
            <pc:docMk/>
            <pc:sldMk cId="2278876523" sldId="299"/>
            <ac:spMk id="5" creationId="{492897B6-A94C-879F-CE14-C0972EE8A7FA}"/>
          </ac:spMkLst>
        </pc:spChg>
        <pc:spChg chg="add mod">
          <ac:chgData name="Henry Valdemar Vest" userId="f5b1f0ec-4051-405f-83b3-0c678f78df49" providerId="ADAL" clId="{0B671710-12AA-4A9C-8982-6D6CBD054718}" dt="2026-09-29T10:20:36.900" v="361" actId="403"/>
          <ac:spMkLst>
            <pc:docMk/>
            <pc:sldMk cId="2278876523" sldId="299"/>
            <ac:spMk id="6" creationId="{574100A6-7E41-79D9-82B0-A56F5DE6BF52}"/>
          </ac:spMkLst>
        </pc:spChg>
      </pc:sldChg>
      <pc:sldChg chg="del">
        <pc:chgData name="Henry Valdemar Vest" userId="f5b1f0ec-4051-405f-83b3-0c678f78df49" providerId="ADAL" clId="{0B671710-12AA-4A9C-8982-6D6CBD054718}" dt="2026-09-29T06:50:32.113" v="171" actId="2696"/>
        <pc:sldMkLst>
          <pc:docMk/>
          <pc:sldMk cId="3508824817" sldId="299"/>
        </pc:sldMkLst>
      </pc:sldChg>
      <pc:sldChg chg="modSp add mod">
        <pc:chgData name="Henry Valdemar Vest" userId="f5b1f0ec-4051-405f-83b3-0c678f78df49" providerId="ADAL" clId="{0B671710-12AA-4A9C-8982-6D6CBD054718}" dt="2026-09-29T10:25:54.633" v="792" actId="20577"/>
        <pc:sldMkLst>
          <pc:docMk/>
          <pc:sldMk cId="582562759" sldId="300"/>
        </pc:sldMkLst>
        <pc:spChg chg="mod">
          <ac:chgData name="Henry Valdemar Vest" userId="f5b1f0ec-4051-405f-83b3-0c678f78df49" providerId="ADAL" clId="{0B671710-12AA-4A9C-8982-6D6CBD054718}" dt="2026-09-29T10:23:58.817" v="566" actId="20577"/>
          <ac:spMkLst>
            <pc:docMk/>
            <pc:sldMk cId="582562759" sldId="300"/>
            <ac:spMk id="2" creationId="{360172A4-CF7D-A0E6-B16C-76F52D33FC99}"/>
          </ac:spMkLst>
        </pc:spChg>
        <pc:spChg chg="mod">
          <ac:chgData name="Henry Valdemar Vest" userId="f5b1f0ec-4051-405f-83b3-0c678f78df49" providerId="ADAL" clId="{0B671710-12AA-4A9C-8982-6D6CBD054718}" dt="2026-09-29T10:25:54.633" v="792" actId="20577"/>
          <ac:spMkLst>
            <pc:docMk/>
            <pc:sldMk cId="582562759" sldId="300"/>
            <ac:spMk id="3" creationId="{8EB5981E-5716-9A9C-C5D9-1A395A66AF66}"/>
          </ac:spMkLst>
        </pc:spChg>
      </pc:sldChg>
      <pc:sldChg chg="del">
        <pc:chgData name="Henry Valdemar Vest" userId="f5b1f0ec-4051-405f-83b3-0c678f78df49" providerId="ADAL" clId="{0B671710-12AA-4A9C-8982-6D6CBD054718}" dt="2026-09-29T06:50:29.094" v="170" actId="2696"/>
        <pc:sldMkLst>
          <pc:docMk/>
          <pc:sldMk cId="3013565686" sldId="300"/>
        </pc:sldMkLst>
      </pc:sldChg>
      <pc:sldChg chg="new del">
        <pc:chgData name="Henry Valdemar Vest" userId="f5b1f0ec-4051-405f-83b3-0c678f78df49" providerId="ADAL" clId="{0B671710-12AA-4A9C-8982-6D6CBD054718}" dt="2026-09-29T10:21:31.121" v="490" actId="47"/>
        <pc:sldMkLst>
          <pc:docMk/>
          <pc:sldMk cId="3119737692" sldId="300"/>
        </pc:sldMkLst>
      </pc:sldChg>
      <pc:sldChg chg="del">
        <pc:chgData name="Henry Valdemar Vest" userId="f5b1f0ec-4051-405f-83b3-0c678f78df49" providerId="ADAL" clId="{0B671710-12AA-4A9C-8982-6D6CBD054718}" dt="2026-09-29T06:49:29.115" v="164" actId="2696"/>
        <pc:sldMkLst>
          <pc:docMk/>
          <pc:sldMk cId="1336163631" sldId="301"/>
        </pc:sldMkLst>
      </pc:sldChg>
      <pc:sldChg chg="new del">
        <pc:chgData name="Henry Valdemar Vest" userId="f5b1f0ec-4051-405f-83b3-0c678f78df49" providerId="ADAL" clId="{0B671710-12AA-4A9C-8982-6D6CBD054718}" dt="2026-09-29T10:21:32.998" v="491" actId="47"/>
        <pc:sldMkLst>
          <pc:docMk/>
          <pc:sldMk cId="3697161421" sldId="301"/>
        </pc:sldMkLst>
      </pc:sldChg>
      <pc:sldChg chg="modSp add mod">
        <pc:chgData name="Henry Valdemar Vest" userId="f5b1f0ec-4051-405f-83b3-0c678f78df49" providerId="ADAL" clId="{0B671710-12AA-4A9C-8982-6D6CBD054718}" dt="2026-09-29T11:32:28.804" v="2048" actId="20577"/>
        <pc:sldMkLst>
          <pc:docMk/>
          <pc:sldMk cId="4118881185" sldId="301"/>
        </pc:sldMkLst>
        <pc:spChg chg="mod">
          <ac:chgData name="Henry Valdemar Vest" userId="f5b1f0ec-4051-405f-83b3-0c678f78df49" providerId="ADAL" clId="{0B671710-12AA-4A9C-8982-6D6CBD054718}" dt="2026-09-29T10:26:08.847" v="794" actId="20577"/>
          <ac:spMkLst>
            <pc:docMk/>
            <pc:sldMk cId="4118881185" sldId="301"/>
            <ac:spMk id="2" creationId="{1EB947A8-C0AB-6C32-2364-22DCF90F3948}"/>
          </ac:spMkLst>
        </pc:spChg>
        <pc:spChg chg="mod">
          <ac:chgData name="Henry Valdemar Vest" userId="f5b1f0ec-4051-405f-83b3-0c678f78df49" providerId="ADAL" clId="{0B671710-12AA-4A9C-8982-6D6CBD054718}" dt="2026-09-29T11:32:28.804" v="2048" actId="20577"/>
          <ac:spMkLst>
            <pc:docMk/>
            <pc:sldMk cId="4118881185" sldId="301"/>
            <ac:spMk id="3" creationId="{1F74F813-4EBF-8511-99E1-0FCA1E843B0E}"/>
          </ac:spMkLst>
        </pc:spChg>
      </pc:sldChg>
      <pc:sldChg chg="addSp delSp modSp new mod setBg">
        <pc:chgData name="Henry Valdemar Vest" userId="f5b1f0ec-4051-405f-83b3-0c678f78df49" providerId="ADAL" clId="{0B671710-12AA-4A9C-8982-6D6CBD054718}" dt="2026-09-29T13:05:28.779" v="2115" actId="20577"/>
        <pc:sldMkLst>
          <pc:docMk/>
          <pc:sldMk cId="1681350307" sldId="302"/>
        </pc:sldMkLst>
        <pc:spChg chg="mod">
          <ac:chgData name="Henry Valdemar Vest" userId="f5b1f0ec-4051-405f-83b3-0c678f78df49" providerId="ADAL" clId="{0B671710-12AA-4A9C-8982-6D6CBD054718}" dt="2026-09-29T10:23:47.300" v="564" actId="26606"/>
          <ac:spMkLst>
            <pc:docMk/>
            <pc:sldMk cId="1681350307" sldId="302"/>
            <ac:spMk id="2" creationId="{9D923D95-BB4A-4B43-1C6C-75957C9D5F20}"/>
          </ac:spMkLst>
        </pc:spChg>
        <pc:spChg chg="del mod">
          <ac:chgData name="Henry Valdemar Vest" userId="f5b1f0ec-4051-405f-83b3-0c678f78df49" providerId="ADAL" clId="{0B671710-12AA-4A9C-8982-6D6CBD054718}" dt="2026-09-29T10:23:47.300" v="564" actId="26606"/>
          <ac:spMkLst>
            <pc:docMk/>
            <pc:sldMk cId="1681350307" sldId="302"/>
            <ac:spMk id="3" creationId="{77E497A9-0A68-BC00-4710-C83B4ED87ACE}"/>
          </ac:spMkLst>
        </pc:spChg>
        <pc:spChg chg="mod">
          <ac:chgData name="Henry Valdemar Vest" userId="f5b1f0ec-4051-405f-83b3-0c678f78df49" providerId="ADAL" clId="{0B671710-12AA-4A9C-8982-6D6CBD054718}" dt="2026-09-29T10:23:47.300" v="564" actId="26606"/>
          <ac:spMkLst>
            <pc:docMk/>
            <pc:sldMk cId="1681350307" sldId="302"/>
            <ac:spMk id="4" creationId="{C7E07F57-BBE3-91E0-5281-4E658C47B274}"/>
          </ac:spMkLst>
        </pc:spChg>
        <pc:spChg chg="add">
          <ac:chgData name="Henry Valdemar Vest" userId="f5b1f0ec-4051-405f-83b3-0c678f78df49" providerId="ADAL" clId="{0B671710-12AA-4A9C-8982-6D6CBD054718}" dt="2026-09-29T10:23:47.300" v="564" actId="26606"/>
          <ac:spMkLst>
            <pc:docMk/>
            <pc:sldMk cId="1681350307" sldId="302"/>
            <ac:spMk id="10" creationId="{F7422F06-6017-4361-8872-E0E2CEB20B48}"/>
          </ac:spMkLst>
        </pc:spChg>
        <pc:graphicFrameChg chg="add modGraphic">
          <ac:chgData name="Henry Valdemar Vest" userId="f5b1f0ec-4051-405f-83b3-0c678f78df49" providerId="ADAL" clId="{0B671710-12AA-4A9C-8982-6D6CBD054718}" dt="2026-09-29T13:05:28.779" v="2115" actId="20577"/>
          <ac:graphicFrameMkLst>
            <pc:docMk/>
            <pc:sldMk cId="1681350307" sldId="302"/>
            <ac:graphicFrameMk id="6" creationId="{C11D97AF-9FA6-FFE3-313D-594B61423574}"/>
          </ac:graphicFrameMkLst>
        </pc:graphicFrameChg>
      </pc:sldChg>
      <pc:sldChg chg="del">
        <pc:chgData name="Henry Valdemar Vest" userId="f5b1f0ec-4051-405f-83b3-0c678f78df49" providerId="ADAL" clId="{0B671710-12AA-4A9C-8982-6D6CBD054718}" dt="2026-09-29T06:49:32.899" v="165" actId="2696"/>
        <pc:sldMkLst>
          <pc:docMk/>
          <pc:sldMk cId="2858550024" sldId="302"/>
        </pc:sldMkLst>
      </pc:sldChg>
      <pc:sldChg chg="addSp delSp modSp new mod">
        <pc:chgData name="Henry Valdemar Vest" userId="f5b1f0ec-4051-405f-83b3-0c678f78df49" providerId="ADAL" clId="{0B671710-12AA-4A9C-8982-6D6CBD054718}" dt="2026-09-29T13:05:46.799" v="2117" actId="20577"/>
        <pc:sldMkLst>
          <pc:docMk/>
          <pc:sldMk cId="86887603" sldId="303"/>
        </pc:sldMkLst>
        <pc:spChg chg="mod">
          <ac:chgData name="Henry Valdemar Vest" userId="f5b1f0ec-4051-405f-83b3-0c678f78df49" providerId="ADAL" clId="{0B671710-12AA-4A9C-8982-6D6CBD054718}" dt="2026-09-29T10:38:03.481" v="1025" actId="20577"/>
          <ac:spMkLst>
            <pc:docMk/>
            <pc:sldMk cId="86887603" sldId="303"/>
            <ac:spMk id="2" creationId="{D7D4BFA3-CD22-00B4-8534-F4665F836FED}"/>
          </ac:spMkLst>
        </pc:spChg>
        <pc:spChg chg="del mod">
          <ac:chgData name="Henry Valdemar Vest" userId="f5b1f0ec-4051-405f-83b3-0c678f78df49" providerId="ADAL" clId="{0B671710-12AA-4A9C-8982-6D6CBD054718}" dt="2026-09-29T11:34:18.421" v="2075" actId="26606"/>
          <ac:spMkLst>
            <pc:docMk/>
            <pc:sldMk cId="86887603" sldId="303"/>
            <ac:spMk id="3" creationId="{C4B7E89F-99BD-2316-14D1-E9AF679B0AB4}"/>
          </ac:spMkLst>
        </pc:spChg>
        <pc:graphicFrameChg chg="add modGraphic">
          <ac:chgData name="Henry Valdemar Vest" userId="f5b1f0ec-4051-405f-83b3-0c678f78df49" providerId="ADAL" clId="{0B671710-12AA-4A9C-8982-6D6CBD054718}" dt="2026-09-29T13:05:46.799" v="2117" actId="20577"/>
          <ac:graphicFrameMkLst>
            <pc:docMk/>
            <pc:sldMk cId="86887603" sldId="303"/>
            <ac:graphicFrameMk id="6" creationId="{6E790740-4420-C51D-4082-A2AE3214A5D2}"/>
          </ac:graphicFrameMkLst>
        </pc:graphicFrameChg>
      </pc:sldChg>
      <pc:sldChg chg="del">
        <pc:chgData name="Henry Valdemar Vest" userId="f5b1f0ec-4051-405f-83b3-0c678f78df49" providerId="ADAL" clId="{0B671710-12AA-4A9C-8982-6D6CBD054718}" dt="2026-09-29T06:50:24.305" v="169" actId="2696"/>
        <pc:sldMkLst>
          <pc:docMk/>
          <pc:sldMk cId="2202402003" sldId="303"/>
        </pc:sldMkLst>
      </pc:sldChg>
      <pc:sldChg chg="modSp del mod">
        <pc:chgData name="Henry Valdemar Vest" userId="f5b1f0ec-4051-405f-83b3-0c678f78df49" providerId="ADAL" clId="{0B671710-12AA-4A9C-8982-6D6CBD054718}" dt="2026-09-29T06:49:46.525" v="166" actId="2696"/>
        <pc:sldMkLst>
          <pc:docMk/>
          <pc:sldMk cId="3292397992" sldId="304"/>
        </pc:sldMkLst>
      </pc:sldChg>
      <pc:sldChg chg="modSp new mod">
        <pc:chgData name="Henry Valdemar Vest" userId="f5b1f0ec-4051-405f-83b3-0c678f78df49" providerId="ADAL" clId="{0B671710-12AA-4A9C-8982-6D6CBD054718}" dt="2026-09-29T11:34:43.461" v="2076" actId="20577"/>
        <pc:sldMkLst>
          <pc:docMk/>
          <pc:sldMk cId="3425357660" sldId="304"/>
        </pc:sldMkLst>
        <pc:spChg chg="mod">
          <ac:chgData name="Henry Valdemar Vest" userId="f5b1f0ec-4051-405f-83b3-0c678f78df49" providerId="ADAL" clId="{0B671710-12AA-4A9C-8982-6D6CBD054718}" dt="2026-09-29T10:38:16.136" v="1052" actId="20577"/>
          <ac:spMkLst>
            <pc:docMk/>
            <pc:sldMk cId="3425357660" sldId="304"/>
            <ac:spMk id="2" creationId="{E3B0456F-E791-9866-A930-7984F0E64F97}"/>
          </ac:spMkLst>
        </pc:spChg>
        <pc:spChg chg="mod">
          <ac:chgData name="Henry Valdemar Vest" userId="f5b1f0ec-4051-405f-83b3-0c678f78df49" providerId="ADAL" clId="{0B671710-12AA-4A9C-8982-6D6CBD054718}" dt="2026-09-29T11:34:43.461" v="2076" actId="20577"/>
          <ac:spMkLst>
            <pc:docMk/>
            <pc:sldMk cId="3425357660" sldId="304"/>
            <ac:spMk id="3" creationId="{65627FA3-FE62-E981-1DC6-E43C8B7207AF}"/>
          </ac:spMkLst>
        </pc:spChg>
      </pc:sldChg>
      <pc:sldChg chg="addSp modSp new mod">
        <pc:chgData name="Henry Valdemar Vest" userId="f5b1f0ec-4051-405f-83b3-0c678f78df49" providerId="ADAL" clId="{0B671710-12AA-4A9C-8982-6D6CBD054718}" dt="2026-09-29T11:37:54.172" v="2080" actId="1076"/>
        <pc:sldMkLst>
          <pc:docMk/>
          <pc:sldMk cId="2973811105" sldId="305"/>
        </pc:sldMkLst>
        <pc:spChg chg="mod">
          <ac:chgData name="Henry Valdemar Vest" userId="f5b1f0ec-4051-405f-83b3-0c678f78df49" providerId="ADAL" clId="{0B671710-12AA-4A9C-8982-6D6CBD054718}" dt="2026-09-29T10:41:19.513" v="1488" actId="20577"/>
          <ac:spMkLst>
            <pc:docMk/>
            <pc:sldMk cId="2973811105" sldId="305"/>
            <ac:spMk id="2" creationId="{2A406016-E029-C352-7B41-1171DB8FA20B}"/>
          </ac:spMkLst>
        </pc:spChg>
        <pc:spChg chg="mod">
          <ac:chgData name="Henry Valdemar Vest" userId="f5b1f0ec-4051-405f-83b3-0c678f78df49" providerId="ADAL" clId="{0B671710-12AA-4A9C-8982-6D6CBD054718}" dt="2026-09-29T10:58:20.388" v="1864" actId="14100"/>
          <ac:spMkLst>
            <pc:docMk/>
            <pc:sldMk cId="2973811105" sldId="305"/>
            <ac:spMk id="3" creationId="{683BAFCC-0800-5BA4-08E8-3D04D0621833}"/>
          </ac:spMkLst>
        </pc:spChg>
        <pc:spChg chg="add mod">
          <ac:chgData name="Henry Valdemar Vest" userId="f5b1f0ec-4051-405f-83b3-0c678f78df49" providerId="ADAL" clId="{0B671710-12AA-4A9C-8982-6D6CBD054718}" dt="2026-09-29T11:37:54.172" v="2080" actId="1076"/>
          <ac:spMkLst>
            <pc:docMk/>
            <pc:sldMk cId="2973811105" sldId="305"/>
            <ac:spMk id="5" creationId="{315BCD43-4A80-B23F-7987-301A180DAAF4}"/>
          </ac:spMkLst>
        </pc:spChg>
      </pc:sldChg>
      <pc:sldChg chg="addSp delSp modSp new mod setBg">
        <pc:chgData name="Henry Valdemar Vest" userId="f5b1f0ec-4051-405f-83b3-0c678f78df49" providerId="ADAL" clId="{0B671710-12AA-4A9C-8982-6D6CBD054718}" dt="2026-09-29T13:21:40.637" v="2132" actId="20577"/>
        <pc:sldMkLst>
          <pc:docMk/>
          <pc:sldMk cId="416173649" sldId="306"/>
        </pc:sldMkLst>
        <pc:spChg chg="mod">
          <ac:chgData name="Henry Valdemar Vest" userId="f5b1f0ec-4051-405f-83b3-0c678f78df49" providerId="ADAL" clId="{0B671710-12AA-4A9C-8982-6D6CBD054718}" dt="2026-09-29T12:44:16.465" v="2099" actId="26606"/>
          <ac:spMkLst>
            <pc:docMk/>
            <pc:sldMk cId="416173649" sldId="306"/>
            <ac:spMk id="2" creationId="{CF210A77-B9C0-E7AD-61B8-52969BC700BB}"/>
          </ac:spMkLst>
        </pc:spChg>
        <pc:spChg chg="del mod">
          <ac:chgData name="Henry Valdemar Vest" userId="f5b1f0ec-4051-405f-83b3-0c678f78df49" providerId="ADAL" clId="{0B671710-12AA-4A9C-8982-6D6CBD054718}" dt="2026-09-29T11:43:25.385" v="2098" actId="26606"/>
          <ac:spMkLst>
            <pc:docMk/>
            <pc:sldMk cId="416173649" sldId="306"/>
            <ac:spMk id="3" creationId="{81C36714-BD70-6B5D-F3CD-4176B902FF82}"/>
          </ac:spMkLst>
        </pc:spChg>
        <pc:spChg chg="mod">
          <ac:chgData name="Henry Valdemar Vest" userId="f5b1f0ec-4051-405f-83b3-0c678f78df49" providerId="ADAL" clId="{0B671710-12AA-4A9C-8982-6D6CBD054718}" dt="2026-09-29T12:44:16.465" v="2099" actId="26606"/>
          <ac:spMkLst>
            <pc:docMk/>
            <pc:sldMk cId="416173649" sldId="306"/>
            <ac:spMk id="4" creationId="{342148D3-7EDC-C716-CF04-A70559F3CB89}"/>
          </ac:spMkLst>
        </pc:spChg>
        <pc:graphicFrameChg chg="add mod ord modGraphic">
          <ac:chgData name="Henry Valdemar Vest" userId="f5b1f0ec-4051-405f-83b3-0c678f78df49" providerId="ADAL" clId="{0B671710-12AA-4A9C-8982-6D6CBD054718}" dt="2026-09-29T13:21:40.637" v="2132" actId="20577"/>
          <ac:graphicFrameMkLst>
            <pc:docMk/>
            <pc:sldMk cId="416173649" sldId="306"/>
            <ac:graphicFrameMk id="6" creationId="{2E31791F-2B95-C556-A293-AE3FA4116FA6}"/>
          </ac:graphicFrameMkLst>
        </pc:graphicFrameChg>
      </pc:sldChg>
      <pc:sldChg chg="del">
        <pc:chgData name="Henry Valdemar Vest" userId="f5b1f0ec-4051-405f-83b3-0c678f78df49" providerId="ADAL" clId="{0B671710-12AA-4A9C-8982-6D6CBD054718}" dt="2026-09-29T06:49:12.458" v="160" actId="2696"/>
        <pc:sldMkLst>
          <pc:docMk/>
          <pc:sldMk cId="2518942328" sldId="306"/>
        </pc:sldMkLst>
      </pc:sldChg>
      <pc:sldChg chg="modSp del mod">
        <pc:chgData name="Henry Valdemar Vest" userId="f5b1f0ec-4051-405f-83b3-0c678f78df49" providerId="ADAL" clId="{0B671710-12AA-4A9C-8982-6D6CBD054718}" dt="2026-09-29T06:49:16.008" v="161" actId="2696"/>
        <pc:sldMkLst>
          <pc:docMk/>
          <pc:sldMk cId="539509794" sldId="307"/>
        </pc:sldMkLst>
      </pc:sldChg>
      <pc:sldChg chg="modSp new mod">
        <pc:chgData name="Henry Valdemar Vest" userId="f5b1f0ec-4051-405f-83b3-0c678f78df49" providerId="ADAL" clId="{0B671710-12AA-4A9C-8982-6D6CBD054718}" dt="2026-09-29T13:21:55.325" v="2137" actId="20577"/>
        <pc:sldMkLst>
          <pc:docMk/>
          <pc:sldMk cId="2032549285" sldId="307"/>
        </pc:sldMkLst>
        <pc:spChg chg="mod">
          <ac:chgData name="Henry Valdemar Vest" userId="f5b1f0ec-4051-405f-83b3-0c678f78df49" providerId="ADAL" clId="{0B671710-12AA-4A9C-8982-6D6CBD054718}" dt="2026-09-29T10:58:49.291" v="1883" actId="20577"/>
          <ac:spMkLst>
            <pc:docMk/>
            <pc:sldMk cId="2032549285" sldId="307"/>
            <ac:spMk id="2" creationId="{38B842DE-892D-AC74-069B-1216257B055A}"/>
          </ac:spMkLst>
        </pc:spChg>
        <pc:spChg chg="mod">
          <ac:chgData name="Henry Valdemar Vest" userId="f5b1f0ec-4051-405f-83b3-0c678f78df49" providerId="ADAL" clId="{0B671710-12AA-4A9C-8982-6D6CBD054718}" dt="2026-09-29T13:21:55.325" v="2137" actId="20577"/>
          <ac:spMkLst>
            <pc:docMk/>
            <pc:sldMk cId="2032549285" sldId="307"/>
            <ac:spMk id="3" creationId="{AF889E98-0DB2-808F-4041-A0945C271285}"/>
          </ac:spMkLst>
        </pc:spChg>
      </pc:sldChg>
      <pc:sldChg chg="del">
        <pc:chgData name="Henry Valdemar Vest" userId="f5b1f0ec-4051-405f-83b3-0c678f78df49" providerId="ADAL" clId="{0B671710-12AA-4A9C-8982-6D6CBD054718}" dt="2026-09-29T06:49:19.381" v="162" actId="2696"/>
        <pc:sldMkLst>
          <pc:docMk/>
          <pc:sldMk cId="4149859930" sldId="308"/>
        </pc:sldMkLst>
      </pc:sldChg>
      <pc:sldChg chg="del">
        <pc:chgData name="Henry Valdemar Vest" userId="f5b1f0ec-4051-405f-83b3-0c678f78df49" providerId="ADAL" clId="{0B671710-12AA-4A9C-8982-6D6CBD054718}" dt="2026-09-29T06:49:22.731" v="163" actId="2696"/>
        <pc:sldMkLst>
          <pc:docMk/>
          <pc:sldMk cId="2088397661" sldId="309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#1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EBBF13-FE16-4614-A4D9-5061ED32665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22E6F6E-A492-4309-A013-3B75AA0AECDC}">
      <dgm:prSet/>
      <dgm:spPr/>
      <dgm:t>
        <a:bodyPr/>
        <a:lstStyle/>
        <a:p>
          <a:r>
            <a:rPr lang="da-DK" dirty="0"/>
            <a:t>Opgaver: 1-7</a:t>
          </a:r>
          <a:endParaRPr lang="en-US" dirty="0"/>
        </a:p>
      </dgm:t>
    </dgm:pt>
    <dgm:pt modelId="{6D07D2A4-93BE-4A9B-97D1-BA4712EE7F6B}" type="parTrans" cxnId="{E36B76D3-A98F-41A8-BE28-B52B8AFBC727}">
      <dgm:prSet/>
      <dgm:spPr/>
      <dgm:t>
        <a:bodyPr/>
        <a:lstStyle/>
        <a:p>
          <a:endParaRPr lang="en-US"/>
        </a:p>
      </dgm:t>
    </dgm:pt>
    <dgm:pt modelId="{0B4E5495-C3EA-460D-8AA8-875B65087FC3}" type="sibTrans" cxnId="{E36B76D3-A98F-41A8-BE28-B52B8AFBC727}">
      <dgm:prSet/>
      <dgm:spPr/>
      <dgm:t>
        <a:bodyPr/>
        <a:lstStyle/>
        <a:p>
          <a:endParaRPr lang="en-US"/>
        </a:p>
      </dgm:t>
    </dgm:pt>
    <dgm:pt modelId="{67F5EAC0-344F-4B88-9C66-D8BE082EF6A8}">
      <dgm:prSet/>
      <dgm:spPr/>
      <dgm:t>
        <a:bodyPr/>
        <a:lstStyle/>
        <a:p>
          <a:r>
            <a:rPr lang="da-DK" dirty="0"/>
            <a:t>40 min.</a:t>
          </a:r>
          <a:endParaRPr lang="en-US" dirty="0"/>
        </a:p>
      </dgm:t>
    </dgm:pt>
    <dgm:pt modelId="{D3299153-CA57-498D-926A-D383D8180AAD}" type="parTrans" cxnId="{3156B308-CADF-4C53-AC18-E419425ABA27}">
      <dgm:prSet/>
      <dgm:spPr/>
      <dgm:t>
        <a:bodyPr/>
        <a:lstStyle/>
        <a:p>
          <a:endParaRPr lang="en-US"/>
        </a:p>
      </dgm:t>
    </dgm:pt>
    <dgm:pt modelId="{B7845B93-F158-4D9A-9798-85F9578A33E3}" type="sibTrans" cxnId="{3156B308-CADF-4C53-AC18-E419425ABA27}">
      <dgm:prSet/>
      <dgm:spPr/>
      <dgm:t>
        <a:bodyPr/>
        <a:lstStyle/>
        <a:p>
          <a:endParaRPr lang="en-US"/>
        </a:p>
      </dgm:t>
    </dgm:pt>
    <dgm:pt modelId="{A448778E-B7F6-4C9B-9E48-3A4E3D93588F}" type="pres">
      <dgm:prSet presAssocID="{30EBBF13-FE16-4614-A4D9-5061ED326656}" presName="root" presStyleCnt="0">
        <dgm:presLayoutVars>
          <dgm:dir/>
          <dgm:resizeHandles val="exact"/>
        </dgm:presLayoutVars>
      </dgm:prSet>
      <dgm:spPr/>
    </dgm:pt>
    <dgm:pt modelId="{E268D29A-1777-4DE1-A08A-B5DEFE8CBFB6}" type="pres">
      <dgm:prSet presAssocID="{522E6F6E-A492-4309-A013-3B75AA0AECDC}" presName="compNode" presStyleCnt="0"/>
      <dgm:spPr/>
    </dgm:pt>
    <dgm:pt modelId="{358D1BFB-35F9-4D20-8B1C-2CCC56DDD77E}" type="pres">
      <dgm:prSet presAssocID="{522E6F6E-A492-4309-A013-3B75AA0AECDC}" presName="bgRect" presStyleLbl="bgShp" presStyleIdx="0" presStyleCnt="2"/>
      <dgm:spPr/>
    </dgm:pt>
    <dgm:pt modelId="{025508EF-94B0-4E87-BF84-3EDF2A33461E}" type="pres">
      <dgm:prSet presAssocID="{522E6F6E-A492-4309-A013-3B75AA0AECDC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ontrolliste"/>
        </a:ext>
      </dgm:extLst>
    </dgm:pt>
    <dgm:pt modelId="{E38605AB-05D4-481D-A058-7951C1155C9A}" type="pres">
      <dgm:prSet presAssocID="{522E6F6E-A492-4309-A013-3B75AA0AECDC}" presName="spaceRect" presStyleCnt="0"/>
      <dgm:spPr/>
    </dgm:pt>
    <dgm:pt modelId="{67D4C919-1660-49FC-9B72-8A34160EF0E3}" type="pres">
      <dgm:prSet presAssocID="{522E6F6E-A492-4309-A013-3B75AA0AECDC}" presName="parTx" presStyleLbl="revTx" presStyleIdx="0" presStyleCnt="2">
        <dgm:presLayoutVars>
          <dgm:chMax val="0"/>
          <dgm:chPref val="0"/>
        </dgm:presLayoutVars>
      </dgm:prSet>
      <dgm:spPr/>
    </dgm:pt>
    <dgm:pt modelId="{FC1F573A-1ED1-4B19-A39B-8A0A70D29076}" type="pres">
      <dgm:prSet presAssocID="{0B4E5495-C3EA-460D-8AA8-875B65087FC3}" presName="sibTrans" presStyleCnt="0"/>
      <dgm:spPr/>
    </dgm:pt>
    <dgm:pt modelId="{2325FA09-2C8C-42F4-AE17-6BB714B10979}" type="pres">
      <dgm:prSet presAssocID="{67F5EAC0-344F-4B88-9C66-D8BE082EF6A8}" presName="compNode" presStyleCnt="0"/>
      <dgm:spPr/>
    </dgm:pt>
    <dgm:pt modelId="{B38C7F2E-42CF-4572-92F3-4FB82E01A4DE}" type="pres">
      <dgm:prSet presAssocID="{67F5EAC0-344F-4B88-9C66-D8BE082EF6A8}" presName="bgRect" presStyleLbl="bgShp" presStyleIdx="1" presStyleCnt="2"/>
      <dgm:spPr/>
    </dgm:pt>
    <dgm:pt modelId="{B61236FA-F92A-41C4-9DD9-FC2A646823CB}" type="pres">
      <dgm:prSet presAssocID="{67F5EAC0-344F-4B88-9C66-D8BE082EF6A8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ur"/>
        </a:ext>
      </dgm:extLst>
    </dgm:pt>
    <dgm:pt modelId="{B8D05748-3CAB-49BC-A802-441784B54188}" type="pres">
      <dgm:prSet presAssocID="{67F5EAC0-344F-4B88-9C66-D8BE082EF6A8}" presName="spaceRect" presStyleCnt="0"/>
      <dgm:spPr/>
    </dgm:pt>
    <dgm:pt modelId="{33584D35-432B-468C-807C-A7414C78002A}" type="pres">
      <dgm:prSet presAssocID="{67F5EAC0-344F-4B88-9C66-D8BE082EF6A8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3156B308-CADF-4C53-AC18-E419425ABA27}" srcId="{30EBBF13-FE16-4614-A4D9-5061ED326656}" destId="{67F5EAC0-344F-4B88-9C66-D8BE082EF6A8}" srcOrd="1" destOrd="0" parTransId="{D3299153-CA57-498D-926A-D383D8180AAD}" sibTransId="{B7845B93-F158-4D9A-9798-85F9578A33E3}"/>
    <dgm:cxn modelId="{AED38B5C-3422-44C7-A241-CBF013D66B71}" type="presOf" srcId="{67F5EAC0-344F-4B88-9C66-D8BE082EF6A8}" destId="{33584D35-432B-468C-807C-A7414C78002A}" srcOrd="0" destOrd="0" presId="urn:microsoft.com/office/officeart/2018/2/layout/IconVerticalSolidList"/>
    <dgm:cxn modelId="{8DFA5C57-123E-4A98-8A4F-E88D2BD72409}" type="presOf" srcId="{522E6F6E-A492-4309-A013-3B75AA0AECDC}" destId="{67D4C919-1660-49FC-9B72-8A34160EF0E3}" srcOrd="0" destOrd="0" presId="urn:microsoft.com/office/officeart/2018/2/layout/IconVerticalSolidList"/>
    <dgm:cxn modelId="{7A686885-276C-4B0D-8C0E-527F19AED694}" type="presOf" srcId="{30EBBF13-FE16-4614-A4D9-5061ED326656}" destId="{A448778E-B7F6-4C9B-9E48-3A4E3D93588F}" srcOrd="0" destOrd="0" presId="urn:microsoft.com/office/officeart/2018/2/layout/IconVerticalSolidList"/>
    <dgm:cxn modelId="{E36B76D3-A98F-41A8-BE28-B52B8AFBC727}" srcId="{30EBBF13-FE16-4614-A4D9-5061ED326656}" destId="{522E6F6E-A492-4309-A013-3B75AA0AECDC}" srcOrd="0" destOrd="0" parTransId="{6D07D2A4-93BE-4A9B-97D1-BA4712EE7F6B}" sibTransId="{0B4E5495-C3EA-460D-8AA8-875B65087FC3}"/>
    <dgm:cxn modelId="{E18895A2-871E-4F50-8E86-37B1F83B6BAD}" type="presParOf" srcId="{A448778E-B7F6-4C9B-9E48-3A4E3D93588F}" destId="{E268D29A-1777-4DE1-A08A-B5DEFE8CBFB6}" srcOrd="0" destOrd="0" presId="urn:microsoft.com/office/officeart/2018/2/layout/IconVerticalSolidList"/>
    <dgm:cxn modelId="{347453FE-7CB0-4B0D-A3A4-1BFCE15CB7A9}" type="presParOf" srcId="{E268D29A-1777-4DE1-A08A-B5DEFE8CBFB6}" destId="{358D1BFB-35F9-4D20-8B1C-2CCC56DDD77E}" srcOrd="0" destOrd="0" presId="urn:microsoft.com/office/officeart/2018/2/layout/IconVerticalSolidList"/>
    <dgm:cxn modelId="{BA66DF03-5533-4AF7-AA8A-C46D71CA60C4}" type="presParOf" srcId="{E268D29A-1777-4DE1-A08A-B5DEFE8CBFB6}" destId="{025508EF-94B0-4E87-BF84-3EDF2A33461E}" srcOrd="1" destOrd="0" presId="urn:microsoft.com/office/officeart/2018/2/layout/IconVerticalSolidList"/>
    <dgm:cxn modelId="{ADDD6F82-05A8-4C6A-88E7-C95B1D04D3F9}" type="presParOf" srcId="{E268D29A-1777-4DE1-A08A-B5DEFE8CBFB6}" destId="{E38605AB-05D4-481D-A058-7951C1155C9A}" srcOrd="2" destOrd="0" presId="urn:microsoft.com/office/officeart/2018/2/layout/IconVerticalSolidList"/>
    <dgm:cxn modelId="{8ECD5F30-8ECF-4B14-8815-AAC1EE87DEF2}" type="presParOf" srcId="{E268D29A-1777-4DE1-A08A-B5DEFE8CBFB6}" destId="{67D4C919-1660-49FC-9B72-8A34160EF0E3}" srcOrd="3" destOrd="0" presId="urn:microsoft.com/office/officeart/2018/2/layout/IconVerticalSolidList"/>
    <dgm:cxn modelId="{A156F08F-E79C-4892-A46D-DC5822981449}" type="presParOf" srcId="{A448778E-B7F6-4C9B-9E48-3A4E3D93588F}" destId="{FC1F573A-1ED1-4B19-A39B-8A0A70D29076}" srcOrd="1" destOrd="0" presId="urn:microsoft.com/office/officeart/2018/2/layout/IconVerticalSolidList"/>
    <dgm:cxn modelId="{481BE62F-4629-4971-99F7-62BC14C27C28}" type="presParOf" srcId="{A448778E-B7F6-4C9B-9E48-3A4E3D93588F}" destId="{2325FA09-2C8C-42F4-AE17-6BB714B10979}" srcOrd="2" destOrd="0" presId="urn:microsoft.com/office/officeart/2018/2/layout/IconVerticalSolidList"/>
    <dgm:cxn modelId="{649F2213-DC55-4794-A4C0-105BBD477CBF}" type="presParOf" srcId="{2325FA09-2C8C-42F4-AE17-6BB714B10979}" destId="{B38C7F2E-42CF-4572-92F3-4FB82E01A4DE}" srcOrd="0" destOrd="0" presId="urn:microsoft.com/office/officeart/2018/2/layout/IconVerticalSolidList"/>
    <dgm:cxn modelId="{95CE6176-C98C-45B9-8F3A-8884CC2853A3}" type="presParOf" srcId="{2325FA09-2C8C-42F4-AE17-6BB714B10979}" destId="{B61236FA-F92A-41C4-9DD9-FC2A646823CB}" srcOrd="1" destOrd="0" presId="urn:microsoft.com/office/officeart/2018/2/layout/IconVerticalSolidList"/>
    <dgm:cxn modelId="{D81894C4-11C9-4BEF-91C7-82AB68BB5124}" type="presParOf" srcId="{2325FA09-2C8C-42F4-AE17-6BB714B10979}" destId="{B8D05748-3CAB-49BC-A802-441784B54188}" srcOrd="2" destOrd="0" presId="urn:microsoft.com/office/officeart/2018/2/layout/IconVerticalSolidList"/>
    <dgm:cxn modelId="{9DFE95D7-C2A3-4267-890B-146E3FAE6DCE}" type="presParOf" srcId="{2325FA09-2C8C-42F4-AE17-6BB714B10979}" destId="{33584D35-432B-468C-807C-A7414C78002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BE82790-78D9-4D75-B91E-D792C08920C4}" type="doc">
      <dgm:prSet loTypeId="urn:microsoft.com/office/officeart/2005/8/layout/hierarchy1" loCatId="hierarchy" qsTypeId="urn:microsoft.com/office/officeart/2005/8/quickstyle/simple1#3" qsCatId="simple" csTypeId="urn:microsoft.com/office/officeart/2005/8/colors/colorful2#1" csCatId="colorful" phldr="1"/>
      <dgm:spPr/>
      <dgm:t>
        <a:bodyPr/>
        <a:lstStyle/>
        <a:p>
          <a:endParaRPr lang="en-US"/>
        </a:p>
      </dgm:t>
    </dgm:pt>
    <dgm:pt modelId="{987F8A38-5FC1-4BD8-8A18-FF813D531226}">
      <dgm:prSet custT="1"/>
      <dgm:spPr/>
      <dgm:t>
        <a:bodyPr/>
        <a:lstStyle/>
        <a:p>
          <a:r>
            <a:rPr lang="da-DK" sz="3000" dirty="0"/>
            <a:t>Opgave: der skal fremstilles 100 </a:t>
          </a:r>
          <a:r>
            <a:rPr lang="da-DK" sz="3000" dirty="0" err="1"/>
            <a:t>mL</a:t>
          </a:r>
          <a:r>
            <a:rPr lang="da-DK" sz="3000" dirty="0"/>
            <a:t> af en opløsning af natriumsulfat med en koncentration på 0,20 mol/L = 0,20 </a:t>
          </a:r>
          <a:r>
            <a:rPr lang="da-DK" sz="2400" dirty="0"/>
            <a:t>M</a:t>
          </a:r>
          <a:endParaRPr lang="en-US" sz="3000" dirty="0"/>
        </a:p>
      </dgm:t>
    </dgm:pt>
    <dgm:pt modelId="{972AE0C1-4CCA-489B-BB48-F0C7B5BF79BF}" type="parTrans" cxnId="{FBBAECE6-A199-42FC-80E3-6FBFA4B296D6}">
      <dgm:prSet/>
      <dgm:spPr/>
      <dgm:t>
        <a:bodyPr/>
        <a:lstStyle/>
        <a:p>
          <a:endParaRPr lang="en-US"/>
        </a:p>
      </dgm:t>
    </dgm:pt>
    <dgm:pt modelId="{3C49D02C-0228-41F8-846C-4ED4739D7A25}" type="sibTrans" cxnId="{FBBAECE6-A199-42FC-80E3-6FBFA4B296D6}">
      <dgm:prSet/>
      <dgm:spPr/>
      <dgm:t>
        <a:bodyPr/>
        <a:lstStyle/>
        <a:p>
          <a:endParaRPr lang="en-US"/>
        </a:p>
      </dgm:t>
    </dgm:pt>
    <dgm:pt modelId="{3E1483AB-B862-4545-AB9E-FCB7D3418F34}">
      <dgm:prSet/>
      <dgm:spPr/>
      <dgm:t>
        <a:bodyPr/>
        <a:lstStyle/>
        <a:p>
          <a:r>
            <a:rPr lang="da-DK" dirty="0"/>
            <a:t>Der er to dele:</a:t>
          </a:r>
        </a:p>
        <a:p>
          <a:r>
            <a:rPr lang="da-DK" dirty="0"/>
            <a:t> 1) beregninger og</a:t>
          </a:r>
        </a:p>
        <a:p>
          <a:r>
            <a:rPr lang="da-DK" dirty="0"/>
            <a:t> 2) laboratoriedelen</a:t>
          </a:r>
          <a:endParaRPr lang="en-US" dirty="0"/>
        </a:p>
      </dgm:t>
    </dgm:pt>
    <dgm:pt modelId="{433196AB-7829-4131-A5A9-0137D2566308}" type="parTrans" cxnId="{95FAAF05-8052-4FD9-A0F1-1CF523A40FAF}">
      <dgm:prSet/>
      <dgm:spPr/>
      <dgm:t>
        <a:bodyPr/>
        <a:lstStyle/>
        <a:p>
          <a:endParaRPr lang="en-US"/>
        </a:p>
      </dgm:t>
    </dgm:pt>
    <dgm:pt modelId="{9A2212DB-B202-46DE-BE01-F7E9AB0165D3}" type="sibTrans" cxnId="{95FAAF05-8052-4FD9-A0F1-1CF523A40FAF}">
      <dgm:prSet/>
      <dgm:spPr/>
      <dgm:t>
        <a:bodyPr/>
        <a:lstStyle/>
        <a:p>
          <a:endParaRPr lang="en-US"/>
        </a:p>
      </dgm:t>
    </dgm:pt>
    <dgm:pt modelId="{12843EBB-2F44-41B7-8902-E84CA16515BB}" type="pres">
      <dgm:prSet presAssocID="{5BE82790-78D9-4D75-B91E-D792C08920C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14366ED-2524-4D49-ACCC-90BB69512ADF}" type="pres">
      <dgm:prSet presAssocID="{987F8A38-5FC1-4BD8-8A18-FF813D531226}" presName="hierRoot1" presStyleCnt="0"/>
      <dgm:spPr/>
    </dgm:pt>
    <dgm:pt modelId="{C1C0D228-2461-4E26-B863-7311A35EA9CA}" type="pres">
      <dgm:prSet presAssocID="{987F8A38-5FC1-4BD8-8A18-FF813D531226}" presName="composite" presStyleCnt="0"/>
      <dgm:spPr/>
    </dgm:pt>
    <dgm:pt modelId="{E7174C52-5581-406B-BCD8-36ACD1AE97E3}" type="pres">
      <dgm:prSet presAssocID="{987F8A38-5FC1-4BD8-8A18-FF813D531226}" presName="background" presStyleLbl="node0" presStyleIdx="0" presStyleCnt="2"/>
      <dgm:spPr/>
    </dgm:pt>
    <dgm:pt modelId="{D69F219C-5CC6-49A7-8E3E-48B7FC4477F1}" type="pres">
      <dgm:prSet presAssocID="{987F8A38-5FC1-4BD8-8A18-FF813D531226}" presName="text" presStyleLbl="fgAcc0" presStyleIdx="0" presStyleCnt="2">
        <dgm:presLayoutVars>
          <dgm:chPref val="3"/>
        </dgm:presLayoutVars>
      </dgm:prSet>
      <dgm:spPr/>
    </dgm:pt>
    <dgm:pt modelId="{A15DBA78-BCB2-47E9-826F-7F59532CD1B9}" type="pres">
      <dgm:prSet presAssocID="{987F8A38-5FC1-4BD8-8A18-FF813D531226}" presName="hierChild2" presStyleCnt="0"/>
      <dgm:spPr/>
    </dgm:pt>
    <dgm:pt modelId="{C3844131-DE9B-49B6-A8BC-60C42B8A3087}" type="pres">
      <dgm:prSet presAssocID="{3E1483AB-B862-4545-AB9E-FCB7D3418F34}" presName="hierRoot1" presStyleCnt="0"/>
      <dgm:spPr/>
    </dgm:pt>
    <dgm:pt modelId="{E614A591-8785-407E-8385-01154196965A}" type="pres">
      <dgm:prSet presAssocID="{3E1483AB-B862-4545-AB9E-FCB7D3418F34}" presName="composite" presStyleCnt="0"/>
      <dgm:spPr/>
    </dgm:pt>
    <dgm:pt modelId="{B7306583-9661-47D9-9961-76EB5885D112}" type="pres">
      <dgm:prSet presAssocID="{3E1483AB-B862-4545-AB9E-FCB7D3418F34}" presName="background" presStyleLbl="node0" presStyleIdx="1" presStyleCnt="2"/>
      <dgm:spPr/>
    </dgm:pt>
    <dgm:pt modelId="{B7BABDA9-3BAD-48C9-9D8F-27A84CD37CFA}" type="pres">
      <dgm:prSet presAssocID="{3E1483AB-B862-4545-AB9E-FCB7D3418F34}" presName="text" presStyleLbl="fgAcc0" presStyleIdx="1" presStyleCnt="2" custScaleX="116307">
        <dgm:presLayoutVars>
          <dgm:chPref val="3"/>
        </dgm:presLayoutVars>
      </dgm:prSet>
      <dgm:spPr/>
    </dgm:pt>
    <dgm:pt modelId="{BCD82E6E-BBAE-4DD4-AA7A-DEFDD68F752E}" type="pres">
      <dgm:prSet presAssocID="{3E1483AB-B862-4545-AB9E-FCB7D3418F34}" presName="hierChild2" presStyleCnt="0"/>
      <dgm:spPr/>
    </dgm:pt>
  </dgm:ptLst>
  <dgm:cxnLst>
    <dgm:cxn modelId="{95FAAF05-8052-4FD9-A0F1-1CF523A40FAF}" srcId="{5BE82790-78D9-4D75-B91E-D792C08920C4}" destId="{3E1483AB-B862-4545-AB9E-FCB7D3418F34}" srcOrd="1" destOrd="0" parTransId="{433196AB-7829-4131-A5A9-0137D2566308}" sibTransId="{9A2212DB-B202-46DE-BE01-F7E9AB0165D3}"/>
    <dgm:cxn modelId="{58C1BEBC-49DE-41E8-89A1-C1FBBEDEFFB9}" type="presOf" srcId="{5BE82790-78D9-4D75-B91E-D792C08920C4}" destId="{12843EBB-2F44-41B7-8902-E84CA16515BB}" srcOrd="0" destOrd="0" presId="urn:microsoft.com/office/officeart/2005/8/layout/hierarchy1"/>
    <dgm:cxn modelId="{FBBAECE6-A199-42FC-80E3-6FBFA4B296D6}" srcId="{5BE82790-78D9-4D75-B91E-D792C08920C4}" destId="{987F8A38-5FC1-4BD8-8A18-FF813D531226}" srcOrd="0" destOrd="0" parTransId="{972AE0C1-4CCA-489B-BB48-F0C7B5BF79BF}" sibTransId="{3C49D02C-0228-41F8-846C-4ED4739D7A25}"/>
    <dgm:cxn modelId="{147DF3E8-07C2-4851-9C5F-2224C5163CA2}" type="presOf" srcId="{987F8A38-5FC1-4BD8-8A18-FF813D531226}" destId="{D69F219C-5CC6-49A7-8E3E-48B7FC4477F1}" srcOrd="0" destOrd="0" presId="urn:microsoft.com/office/officeart/2005/8/layout/hierarchy1"/>
    <dgm:cxn modelId="{6FB2B1F7-B947-4E36-8C53-902258F19B34}" type="presOf" srcId="{3E1483AB-B862-4545-AB9E-FCB7D3418F34}" destId="{B7BABDA9-3BAD-48C9-9D8F-27A84CD37CFA}" srcOrd="0" destOrd="0" presId="urn:microsoft.com/office/officeart/2005/8/layout/hierarchy1"/>
    <dgm:cxn modelId="{0C2ACCFE-3034-40B0-BA4E-38D4CE4524FC}" type="presParOf" srcId="{12843EBB-2F44-41B7-8902-E84CA16515BB}" destId="{E14366ED-2524-4D49-ACCC-90BB69512ADF}" srcOrd="0" destOrd="0" presId="urn:microsoft.com/office/officeart/2005/8/layout/hierarchy1"/>
    <dgm:cxn modelId="{96A8A6F0-7054-44BC-9296-F81F837F56FA}" type="presParOf" srcId="{E14366ED-2524-4D49-ACCC-90BB69512ADF}" destId="{C1C0D228-2461-4E26-B863-7311A35EA9CA}" srcOrd="0" destOrd="0" presId="urn:microsoft.com/office/officeart/2005/8/layout/hierarchy1"/>
    <dgm:cxn modelId="{2235CFCC-BFDC-47EF-A6AF-CD2A23106DBA}" type="presParOf" srcId="{C1C0D228-2461-4E26-B863-7311A35EA9CA}" destId="{E7174C52-5581-406B-BCD8-36ACD1AE97E3}" srcOrd="0" destOrd="0" presId="urn:microsoft.com/office/officeart/2005/8/layout/hierarchy1"/>
    <dgm:cxn modelId="{2B9BF28D-9C7C-401D-A2BE-74D068577275}" type="presParOf" srcId="{C1C0D228-2461-4E26-B863-7311A35EA9CA}" destId="{D69F219C-5CC6-49A7-8E3E-48B7FC4477F1}" srcOrd="1" destOrd="0" presId="urn:microsoft.com/office/officeart/2005/8/layout/hierarchy1"/>
    <dgm:cxn modelId="{EA30BF40-B937-4248-B326-03A86FAB943B}" type="presParOf" srcId="{E14366ED-2524-4D49-ACCC-90BB69512ADF}" destId="{A15DBA78-BCB2-47E9-826F-7F59532CD1B9}" srcOrd="1" destOrd="0" presId="urn:microsoft.com/office/officeart/2005/8/layout/hierarchy1"/>
    <dgm:cxn modelId="{6EB6104B-60C6-4EDD-A794-D6ACCBAF7E93}" type="presParOf" srcId="{12843EBB-2F44-41B7-8902-E84CA16515BB}" destId="{C3844131-DE9B-49B6-A8BC-60C42B8A3087}" srcOrd="1" destOrd="0" presId="urn:microsoft.com/office/officeart/2005/8/layout/hierarchy1"/>
    <dgm:cxn modelId="{E159777C-9CAF-45B9-8314-D72DAE1BC7EE}" type="presParOf" srcId="{C3844131-DE9B-49B6-A8BC-60C42B8A3087}" destId="{E614A591-8785-407E-8385-01154196965A}" srcOrd="0" destOrd="0" presId="urn:microsoft.com/office/officeart/2005/8/layout/hierarchy1"/>
    <dgm:cxn modelId="{F9D94057-F3DF-4E4E-90D7-4E017DB783B6}" type="presParOf" srcId="{E614A591-8785-407E-8385-01154196965A}" destId="{B7306583-9661-47D9-9961-76EB5885D112}" srcOrd="0" destOrd="0" presId="urn:microsoft.com/office/officeart/2005/8/layout/hierarchy1"/>
    <dgm:cxn modelId="{10EF2C92-92D5-4DC7-BE01-4D546C0A899C}" type="presParOf" srcId="{E614A591-8785-407E-8385-01154196965A}" destId="{B7BABDA9-3BAD-48C9-9D8F-27A84CD37CFA}" srcOrd="1" destOrd="0" presId="urn:microsoft.com/office/officeart/2005/8/layout/hierarchy1"/>
    <dgm:cxn modelId="{2BCA7ACC-50BD-4037-AFA2-873EE54876AE}" type="presParOf" srcId="{C3844131-DE9B-49B6-A8BC-60C42B8A3087}" destId="{BCD82E6E-BBAE-4DD4-AA7A-DEFDD68F752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0167E79-989C-4D9F-9BBE-0C0B3C966C4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CC7278D-9A9A-4F96-A218-0CADDECE91AE}">
      <dgm:prSet/>
      <dgm:spPr/>
      <dgm:t>
        <a:bodyPr/>
        <a:lstStyle/>
        <a:p>
          <a:pPr>
            <a:lnSpc>
              <a:spcPct val="100000"/>
            </a:lnSpc>
          </a:pPr>
          <a:r>
            <a:rPr lang="da-DK" dirty="0"/>
            <a:t>Opgaver: 8</a:t>
          </a:r>
          <a:endParaRPr lang="en-US" dirty="0"/>
        </a:p>
      </dgm:t>
    </dgm:pt>
    <dgm:pt modelId="{6F85B189-33C1-42F8-AEEA-8DD0061C138F}" type="parTrans" cxnId="{5B034A4F-3C8C-49B5-95D8-4788000EC5EE}">
      <dgm:prSet/>
      <dgm:spPr/>
      <dgm:t>
        <a:bodyPr/>
        <a:lstStyle/>
        <a:p>
          <a:endParaRPr lang="en-US"/>
        </a:p>
      </dgm:t>
    </dgm:pt>
    <dgm:pt modelId="{244E9D19-E110-4A58-819C-734F38D0A5BE}" type="sibTrans" cxnId="{5B034A4F-3C8C-49B5-95D8-4788000EC5EE}">
      <dgm:prSet/>
      <dgm:spPr/>
      <dgm:t>
        <a:bodyPr/>
        <a:lstStyle/>
        <a:p>
          <a:endParaRPr lang="en-US"/>
        </a:p>
      </dgm:t>
    </dgm:pt>
    <dgm:pt modelId="{ED83F6B9-C255-4D0C-B967-AC81F2F24C7C}">
      <dgm:prSet/>
      <dgm:spPr/>
      <dgm:t>
        <a:bodyPr/>
        <a:lstStyle/>
        <a:p>
          <a:pPr>
            <a:lnSpc>
              <a:spcPct val="100000"/>
            </a:lnSpc>
          </a:pPr>
          <a:r>
            <a:rPr lang="da-DK"/>
            <a:t>15 min.</a:t>
          </a:r>
          <a:endParaRPr lang="en-US"/>
        </a:p>
      </dgm:t>
    </dgm:pt>
    <dgm:pt modelId="{0C9DE52E-8D30-4DB2-9058-54CDB65A6CED}" type="parTrans" cxnId="{AAED6A80-BBCF-4C0F-8536-F2D73D195226}">
      <dgm:prSet/>
      <dgm:spPr/>
      <dgm:t>
        <a:bodyPr/>
        <a:lstStyle/>
        <a:p>
          <a:endParaRPr lang="en-US"/>
        </a:p>
      </dgm:t>
    </dgm:pt>
    <dgm:pt modelId="{962B0980-4E1C-4B0B-AB5E-18FA8BCB68CB}" type="sibTrans" cxnId="{AAED6A80-BBCF-4C0F-8536-F2D73D195226}">
      <dgm:prSet/>
      <dgm:spPr/>
      <dgm:t>
        <a:bodyPr/>
        <a:lstStyle/>
        <a:p>
          <a:endParaRPr lang="en-US"/>
        </a:p>
      </dgm:t>
    </dgm:pt>
    <dgm:pt modelId="{BEA1CA34-796F-4DEE-B85D-9C5FD843B024}" type="pres">
      <dgm:prSet presAssocID="{40167E79-989C-4D9F-9BBE-0C0B3C966C42}" presName="root" presStyleCnt="0">
        <dgm:presLayoutVars>
          <dgm:dir/>
          <dgm:resizeHandles val="exact"/>
        </dgm:presLayoutVars>
      </dgm:prSet>
      <dgm:spPr/>
    </dgm:pt>
    <dgm:pt modelId="{2401806A-E2C5-4E19-8149-61F832E068C3}" type="pres">
      <dgm:prSet presAssocID="{9CC7278D-9A9A-4F96-A218-0CADDECE91AE}" presName="compNode" presStyleCnt="0"/>
      <dgm:spPr/>
    </dgm:pt>
    <dgm:pt modelId="{094C3E1B-823D-4684-82EB-AF2AAC4EA774}" type="pres">
      <dgm:prSet presAssocID="{9CC7278D-9A9A-4F96-A218-0CADDECE91AE}" presName="bgRect" presStyleLbl="bgShp" presStyleIdx="0" presStyleCnt="2"/>
      <dgm:spPr/>
    </dgm:pt>
    <dgm:pt modelId="{F423A593-1ED0-4927-9E51-23C26D3E4DDC}" type="pres">
      <dgm:prSet presAssocID="{9CC7278D-9A9A-4F96-A218-0CADDECE91AE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ontrolliste"/>
        </a:ext>
      </dgm:extLst>
    </dgm:pt>
    <dgm:pt modelId="{4DD416E7-C087-4A2A-9578-9BF9A23C36CD}" type="pres">
      <dgm:prSet presAssocID="{9CC7278D-9A9A-4F96-A218-0CADDECE91AE}" presName="spaceRect" presStyleCnt="0"/>
      <dgm:spPr/>
    </dgm:pt>
    <dgm:pt modelId="{3908C757-F90F-4F13-890F-BE2181C061ED}" type="pres">
      <dgm:prSet presAssocID="{9CC7278D-9A9A-4F96-A218-0CADDECE91AE}" presName="parTx" presStyleLbl="revTx" presStyleIdx="0" presStyleCnt="2">
        <dgm:presLayoutVars>
          <dgm:chMax val="0"/>
          <dgm:chPref val="0"/>
        </dgm:presLayoutVars>
      </dgm:prSet>
      <dgm:spPr/>
    </dgm:pt>
    <dgm:pt modelId="{B58F77C2-258B-4646-BB70-D5E42A32F21F}" type="pres">
      <dgm:prSet presAssocID="{244E9D19-E110-4A58-819C-734F38D0A5BE}" presName="sibTrans" presStyleCnt="0"/>
      <dgm:spPr/>
    </dgm:pt>
    <dgm:pt modelId="{83CFA032-8BE3-435A-84BC-821AC88F31D1}" type="pres">
      <dgm:prSet presAssocID="{ED83F6B9-C255-4D0C-B967-AC81F2F24C7C}" presName="compNode" presStyleCnt="0"/>
      <dgm:spPr/>
    </dgm:pt>
    <dgm:pt modelId="{BB71B898-1A71-4F4F-B2B9-0F6411A6E661}" type="pres">
      <dgm:prSet presAssocID="{ED83F6B9-C255-4D0C-B967-AC81F2F24C7C}" presName="bgRect" presStyleLbl="bgShp" presStyleIdx="1" presStyleCnt="2"/>
      <dgm:spPr/>
    </dgm:pt>
    <dgm:pt modelId="{E96087CA-4D21-4508-B936-9A56B163C452}" type="pres">
      <dgm:prSet presAssocID="{ED83F6B9-C255-4D0C-B967-AC81F2F24C7C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ur"/>
        </a:ext>
      </dgm:extLst>
    </dgm:pt>
    <dgm:pt modelId="{446CCCBF-4E77-4774-9E31-B8B6A1808ACD}" type="pres">
      <dgm:prSet presAssocID="{ED83F6B9-C255-4D0C-B967-AC81F2F24C7C}" presName="spaceRect" presStyleCnt="0"/>
      <dgm:spPr/>
    </dgm:pt>
    <dgm:pt modelId="{8D8D7122-8984-4194-A90F-2B7FAED73D6F}" type="pres">
      <dgm:prSet presAssocID="{ED83F6B9-C255-4D0C-B967-AC81F2F24C7C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3ABCDA28-39F4-45E1-96EB-41ED90DFB9B9}" type="presOf" srcId="{9CC7278D-9A9A-4F96-A218-0CADDECE91AE}" destId="{3908C757-F90F-4F13-890F-BE2181C061ED}" srcOrd="0" destOrd="0" presId="urn:microsoft.com/office/officeart/2018/2/layout/IconVerticalSolidList"/>
    <dgm:cxn modelId="{6F8ABB43-3704-466A-9E47-D5A7C4F3631F}" type="presOf" srcId="{ED83F6B9-C255-4D0C-B967-AC81F2F24C7C}" destId="{8D8D7122-8984-4194-A90F-2B7FAED73D6F}" srcOrd="0" destOrd="0" presId="urn:microsoft.com/office/officeart/2018/2/layout/IconVerticalSolidList"/>
    <dgm:cxn modelId="{2B2E2266-5C48-486D-938E-2E84F42540DA}" type="presOf" srcId="{40167E79-989C-4D9F-9BBE-0C0B3C966C42}" destId="{BEA1CA34-796F-4DEE-B85D-9C5FD843B024}" srcOrd="0" destOrd="0" presId="urn:microsoft.com/office/officeart/2018/2/layout/IconVerticalSolidList"/>
    <dgm:cxn modelId="{5B034A4F-3C8C-49B5-95D8-4788000EC5EE}" srcId="{40167E79-989C-4D9F-9BBE-0C0B3C966C42}" destId="{9CC7278D-9A9A-4F96-A218-0CADDECE91AE}" srcOrd="0" destOrd="0" parTransId="{6F85B189-33C1-42F8-AEEA-8DD0061C138F}" sibTransId="{244E9D19-E110-4A58-819C-734F38D0A5BE}"/>
    <dgm:cxn modelId="{AAED6A80-BBCF-4C0F-8536-F2D73D195226}" srcId="{40167E79-989C-4D9F-9BBE-0C0B3C966C42}" destId="{ED83F6B9-C255-4D0C-B967-AC81F2F24C7C}" srcOrd="1" destOrd="0" parTransId="{0C9DE52E-8D30-4DB2-9058-54CDB65A6CED}" sibTransId="{962B0980-4E1C-4B0B-AB5E-18FA8BCB68CB}"/>
    <dgm:cxn modelId="{4F2F26E1-7D4E-49FA-89D5-301889966CA3}" type="presParOf" srcId="{BEA1CA34-796F-4DEE-B85D-9C5FD843B024}" destId="{2401806A-E2C5-4E19-8149-61F832E068C3}" srcOrd="0" destOrd="0" presId="urn:microsoft.com/office/officeart/2018/2/layout/IconVerticalSolidList"/>
    <dgm:cxn modelId="{BB132253-B619-455C-8684-290C03B3BFD3}" type="presParOf" srcId="{2401806A-E2C5-4E19-8149-61F832E068C3}" destId="{094C3E1B-823D-4684-82EB-AF2AAC4EA774}" srcOrd="0" destOrd="0" presId="urn:microsoft.com/office/officeart/2018/2/layout/IconVerticalSolidList"/>
    <dgm:cxn modelId="{D083470F-2869-4CFE-94AF-49A979572331}" type="presParOf" srcId="{2401806A-E2C5-4E19-8149-61F832E068C3}" destId="{F423A593-1ED0-4927-9E51-23C26D3E4DDC}" srcOrd="1" destOrd="0" presId="urn:microsoft.com/office/officeart/2018/2/layout/IconVerticalSolidList"/>
    <dgm:cxn modelId="{4ACC591F-881D-48F7-8A13-AEB89243B60C}" type="presParOf" srcId="{2401806A-E2C5-4E19-8149-61F832E068C3}" destId="{4DD416E7-C087-4A2A-9578-9BF9A23C36CD}" srcOrd="2" destOrd="0" presId="urn:microsoft.com/office/officeart/2018/2/layout/IconVerticalSolidList"/>
    <dgm:cxn modelId="{CFE03CEB-D2DF-462A-953A-A154283BA6E7}" type="presParOf" srcId="{2401806A-E2C5-4E19-8149-61F832E068C3}" destId="{3908C757-F90F-4F13-890F-BE2181C061ED}" srcOrd="3" destOrd="0" presId="urn:microsoft.com/office/officeart/2018/2/layout/IconVerticalSolidList"/>
    <dgm:cxn modelId="{E536ABB7-0FCD-485B-BBEB-4196F31C1DD9}" type="presParOf" srcId="{BEA1CA34-796F-4DEE-B85D-9C5FD843B024}" destId="{B58F77C2-258B-4646-BB70-D5E42A32F21F}" srcOrd="1" destOrd="0" presId="urn:microsoft.com/office/officeart/2018/2/layout/IconVerticalSolidList"/>
    <dgm:cxn modelId="{C260E7BF-FC3F-45E6-8856-924BF4DADD6B}" type="presParOf" srcId="{BEA1CA34-796F-4DEE-B85D-9C5FD843B024}" destId="{83CFA032-8BE3-435A-84BC-821AC88F31D1}" srcOrd="2" destOrd="0" presId="urn:microsoft.com/office/officeart/2018/2/layout/IconVerticalSolidList"/>
    <dgm:cxn modelId="{488BF2AA-E991-4AD7-BC1B-2AB93EFF5491}" type="presParOf" srcId="{83CFA032-8BE3-435A-84BC-821AC88F31D1}" destId="{BB71B898-1A71-4F4F-B2B9-0F6411A6E661}" srcOrd="0" destOrd="0" presId="urn:microsoft.com/office/officeart/2018/2/layout/IconVerticalSolidList"/>
    <dgm:cxn modelId="{BF2D34ED-BC2D-4BC1-9299-270F65AA70CB}" type="presParOf" srcId="{83CFA032-8BE3-435A-84BC-821AC88F31D1}" destId="{E96087CA-4D21-4508-B936-9A56B163C452}" srcOrd="1" destOrd="0" presId="urn:microsoft.com/office/officeart/2018/2/layout/IconVerticalSolidList"/>
    <dgm:cxn modelId="{D96CE4F3-3C5A-40B8-8909-C88FA96F4631}" type="presParOf" srcId="{83CFA032-8BE3-435A-84BC-821AC88F31D1}" destId="{446CCCBF-4E77-4774-9E31-B8B6A1808ACD}" srcOrd="2" destOrd="0" presId="urn:microsoft.com/office/officeart/2018/2/layout/IconVerticalSolidList"/>
    <dgm:cxn modelId="{1FC6E412-4ABA-4F29-8B40-E34E1007A3C0}" type="presParOf" srcId="{83CFA032-8BE3-435A-84BC-821AC88F31D1}" destId="{8D8D7122-8984-4194-A90F-2B7FAED73D6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A381CDA-93C6-4CA2-B2CB-61E229AC6BCF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83BCA95-9DE3-42E7-BB6B-B7B3EAC337C5}">
      <dgm:prSet/>
      <dgm:spPr/>
      <dgm:t>
        <a:bodyPr/>
        <a:lstStyle/>
        <a:p>
          <a:r>
            <a:rPr lang="da-DK" dirty="0"/>
            <a:t>Opgaver: 9-10</a:t>
          </a:r>
          <a:endParaRPr lang="en-US" dirty="0"/>
        </a:p>
      </dgm:t>
    </dgm:pt>
    <dgm:pt modelId="{C7774331-52E0-4EE3-A285-6F1117FEE897}" type="parTrans" cxnId="{BC1D1153-71C0-41C0-85D8-16578CA922A6}">
      <dgm:prSet/>
      <dgm:spPr/>
      <dgm:t>
        <a:bodyPr/>
        <a:lstStyle/>
        <a:p>
          <a:endParaRPr lang="en-US"/>
        </a:p>
      </dgm:t>
    </dgm:pt>
    <dgm:pt modelId="{462D4A14-C078-4C6D-9D90-1F5C38B34053}" type="sibTrans" cxnId="{BC1D1153-71C0-41C0-85D8-16578CA922A6}">
      <dgm:prSet/>
      <dgm:spPr/>
      <dgm:t>
        <a:bodyPr/>
        <a:lstStyle/>
        <a:p>
          <a:endParaRPr lang="en-US"/>
        </a:p>
      </dgm:t>
    </dgm:pt>
    <dgm:pt modelId="{347C1FE5-F843-4CE6-9EF0-01BD52BC5F80}">
      <dgm:prSet/>
      <dgm:spPr/>
      <dgm:t>
        <a:bodyPr/>
        <a:lstStyle/>
        <a:p>
          <a:r>
            <a:rPr lang="da-DK" dirty="0"/>
            <a:t>30 min.</a:t>
          </a:r>
          <a:endParaRPr lang="en-US" dirty="0"/>
        </a:p>
      </dgm:t>
    </dgm:pt>
    <dgm:pt modelId="{31B049CA-7665-48D3-A8D8-516EA5E5281F}" type="parTrans" cxnId="{C314A52D-EEA9-4970-8358-250B2BB7BD44}">
      <dgm:prSet/>
      <dgm:spPr/>
      <dgm:t>
        <a:bodyPr/>
        <a:lstStyle/>
        <a:p>
          <a:endParaRPr lang="en-US"/>
        </a:p>
      </dgm:t>
    </dgm:pt>
    <dgm:pt modelId="{8E6AED84-F22F-4F8D-A03E-28543CCCE9DA}" type="sibTrans" cxnId="{C314A52D-EEA9-4970-8358-250B2BB7BD44}">
      <dgm:prSet/>
      <dgm:spPr/>
      <dgm:t>
        <a:bodyPr/>
        <a:lstStyle/>
        <a:p>
          <a:endParaRPr lang="en-US"/>
        </a:p>
      </dgm:t>
    </dgm:pt>
    <dgm:pt modelId="{863D6C41-9995-4B05-A896-78635F81D2C5}" type="pres">
      <dgm:prSet presAssocID="{BA381CDA-93C6-4CA2-B2CB-61E229AC6BCF}" presName="linear" presStyleCnt="0">
        <dgm:presLayoutVars>
          <dgm:dir/>
          <dgm:animLvl val="lvl"/>
          <dgm:resizeHandles val="exact"/>
        </dgm:presLayoutVars>
      </dgm:prSet>
      <dgm:spPr/>
    </dgm:pt>
    <dgm:pt modelId="{B651A724-769C-4B2B-A823-018A61E82EFC}" type="pres">
      <dgm:prSet presAssocID="{A83BCA95-9DE3-42E7-BB6B-B7B3EAC337C5}" presName="parentLin" presStyleCnt="0"/>
      <dgm:spPr/>
    </dgm:pt>
    <dgm:pt modelId="{3A27B397-782C-4AEC-8D0C-C2D52C1C19FA}" type="pres">
      <dgm:prSet presAssocID="{A83BCA95-9DE3-42E7-BB6B-B7B3EAC337C5}" presName="parentLeftMargin" presStyleLbl="node1" presStyleIdx="0" presStyleCnt="2"/>
      <dgm:spPr/>
    </dgm:pt>
    <dgm:pt modelId="{9BFFE408-C673-4E6A-B4AA-297401BDB0B1}" type="pres">
      <dgm:prSet presAssocID="{A83BCA95-9DE3-42E7-BB6B-B7B3EAC337C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922DE15-F5C3-4509-8814-C3D19FE3F40F}" type="pres">
      <dgm:prSet presAssocID="{A83BCA95-9DE3-42E7-BB6B-B7B3EAC337C5}" presName="negativeSpace" presStyleCnt="0"/>
      <dgm:spPr/>
    </dgm:pt>
    <dgm:pt modelId="{E9A4C9C8-990C-45AB-90E7-D3D74DBB265D}" type="pres">
      <dgm:prSet presAssocID="{A83BCA95-9DE3-42E7-BB6B-B7B3EAC337C5}" presName="childText" presStyleLbl="conFgAcc1" presStyleIdx="0" presStyleCnt="2">
        <dgm:presLayoutVars>
          <dgm:bulletEnabled val="1"/>
        </dgm:presLayoutVars>
      </dgm:prSet>
      <dgm:spPr/>
    </dgm:pt>
    <dgm:pt modelId="{05224AA2-384A-492D-8513-A0AD5723AC17}" type="pres">
      <dgm:prSet presAssocID="{462D4A14-C078-4C6D-9D90-1F5C38B34053}" presName="spaceBetweenRectangles" presStyleCnt="0"/>
      <dgm:spPr/>
    </dgm:pt>
    <dgm:pt modelId="{23DC17D7-E49B-4E17-B2E4-E874A4667A18}" type="pres">
      <dgm:prSet presAssocID="{347C1FE5-F843-4CE6-9EF0-01BD52BC5F80}" presName="parentLin" presStyleCnt="0"/>
      <dgm:spPr/>
    </dgm:pt>
    <dgm:pt modelId="{4F4C9547-9A33-4260-BF2A-5CA6A5FA55EA}" type="pres">
      <dgm:prSet presAssocID="{347C1FE5-F843-4CE6-9EF0-01BD52BC5F80}" presName="parentLeftMargin" presStyleLbl="node1" presStyleIdx="0" presStyleCnt="2"/>
      <dgm:spPr/>
    </dgm:pt>
    <dgm:pt modelId="{07BEDD65-15C5-48F6-AC60-83B97A51AE0D}" type="pres">
      <dgm:prSet presAssocID="{347C1FE5-F843-4CE6-9EF0-01BD52BC5F80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0EDAD6C6-E265-4AEC-A2F1-B82DB289AAE9}" type="pres">
      <dgm:prSet presAssocID="{347C1FE5-F843-4CE6-9EF0-01BD52BC5F80}" presName="negativeSpace" presStyleCnt="0"/>
      <dgm:spPr/>
    </dgm:pt>
    <dgm:pt modelId="{8BA49CB8-7B0B-4840-B898-8DB2FE11BED0}" type="pres">
      <dgm:prSet presAssocID="{347C1FE5-F843-4CE6-9EF0-01BD52BC5F80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61D08002-6E4D-498F-896B-383D5DD3551B}" type="presOf" srcId="{347C1FE5-F843-4CE6-9EF0-01BD52BC5F80}" destId="{4F4C9547-9A33-4260-BF2A-5CA6A5FA55EA}" srcOrd="0" destOrd="0" presId="urn:microsoft.com/office/officeart/2005/8/layout/list1"/>
    <dgm:cxn modelId="{F15A3718-7AE3-4554-A033-8B416C836EEB}" type="presOf" srcId="{A83BCA95-9DE3-42E7-BB6B-B7B3EAC337C5}" destId="{9BFFE408-C673-4E6A-B4AA-297401BDB0B1}" srcOrd="1" destOrd="0" presId="urn:microsoft.com/office/officeart/2005/8/layout/list1"/>
    <dgm:cxn modelId="{C314A52D-EEA9-4970-8358-250B2BB7BD44}" srcId="{BA381CDA-93C6-4CA2-B2CB-61E229AC6BCF}" destId="{347C1FE5-F843-4CE6-9EF0-01BD52BC5F80}" srcOrd="1" destOrd="0" parTransId="{31B049CA-7665-48D3-A8D8-516EA5E5281F}" sibTransId="{8E6AED84-F22F-4F8D-A03E-28543CCCE9DA}"/>
    <dgm:cxn modelId="{A2A09D52-40BC-429A-A9C1-B1D1DAFFED39}" type="presOf" srcId="{BA381CDA-93C6-4CA2-B2CB-61E229AC6BCF}" destId="{863D6C41-9995-4B05-A896-78635F81D2C5}" srcOrd="0" destOrd="0" presId="urn:microsoft.com/office/officeart/2005/8/layout/list1"/>
    <dgm:cxn modelId="{BC1D1153-71C0-41C0-85D8-16578CA922A6}" srcId="{BA381CDA-93C6-4CA2-B2CB-61E229AC6BCF}" destId="{A83BCA95-9DE3-42E7-BB6B-B7B3EAC337C5}" srcOrd="0" destOrd="0" parTransId="{C7774331-52E0-4EE3-A285-6F1117FEE897}" sibTransId="{462D4A14-C078-4C6D-9D90-1F5C38B34053}"/>
    <dgm:cxn modelId="{3D85F4BD-9ED1-4E92-BC71-37F4115DF552}" type="presOf" srcId="{A83BCA95-9DE3-42E7-BB6B-B7B3EAC337C5}" destId="{3A27B397-782C-4AEC-8D0C-C2D52C1C19FA}" srcOrd="0" destOrd="0" presId="urn:microsoft.com/office/officeart/2005/8/layout/list1"/>
    <dgm:cxn modelId="{0BBBF7E6-D5AB-4748-BB43-4CE068047F75}" type="presOf" srcId="{347C1FE5-F843-4CE6-9EF0-01BD52BC5F80}" destId="{07BEDD65-15C5-48F6-AC60-83B97A51AE0D}" srcOrd="1" destOrd="0" presId="urn:microsoft.com/office/officeart/2005/8/layout/list1"/>
    <dgm:cxn modelId="{F1E4BFF8-A5B0-4CC2-9468-08BFB2A7E35F}" type="presParOf" srcId="{863D6C41-9995-4B05-A896-78635F81D2C5}" destId="{B651A724-769C-4B2B-A823-018A61E82EFC}" srcOrd="0" destOrd="0" presId="urn:microsoft.com/office/officeart/2005/8/layout/list1"/>
    <dgm:cxn modelId="{F4A3A9FC-0738-497B-8405-BABDC909488F}" type="presParOf" srcId="{B651A724-769C-4B2B-A823-018A61E82EFC}" destId="{3A27B397-782C-4AEC-8D0C-C2D52C1C19FA}" srcOrd="0" destOrd="0" presId="urn:microsoft.com/office/officeart/2005/8/layout/list1"/>
    <dgm:cxn modelId="{11E53BC3-27CA-4309-9563-764BEBB3FBF7}" type="presParOf" srcId="{B651A724-769C-4B2B-A823-018A61E82EFC}" destId="{9BFFE408-C673-4E6A-B4AA-297401BDB0B1}" srcOrd="1" destOrd="0" presId="urn:microsoft.com/office/officeart/2005/8/layout/list1"/>
    <dgm:cxn modelId="{427EBB31-33A4-4FE4-9AEA-F2322F3B6F16}" type="presParOf" srcId="{863D6C41-9995-4B05-A896-78635F81D2C5}" destId="{8922DE15-F5C3-4509-8814-C3D19FE3F40F}" srcOrd="1" destOrd="0" presId="urn:microsoft.com/office/officeart/2005/8/layout/list1"/>
    <dgm:cxn modelId="{623F28A2-6F44-42F8-AEAA-0E357E828045}" type="presParOf" srcId="{863D6C41-9995-4B05-A896-78635F81D2C5}" destId="{E9A4C9C8-990C-45AB-90E7-D3D74DBB265D}" srcOrd="2" destOrd="0" presId="urn:microsoft.com/office/officeart/2005/8/layout/list1"/>
    <dgm:cxn modelId="{149C4145-8626-47B9-AB23-B4595079AC91}" type="presParOf" srcId="{863D6C41-9995-4B05-A896-78635F81D2C5}" destId="{05224AA2-384A-492D-8513-A0AD5723AC17}" srcOrd="3" destOrd="0" presId="urn:microsoft.com/office/officeart/2005/8/layout/list1"/>
    <dgm:cxn modelId="{B3D9D5ED-6AEC-4A44-83A1-1FABB84A3611}" type="presParOf" srcId="{863D6C41-9995-4B05-A896-78635F81D2C5}" destId="{23DC17D7-E49B-4E17-B2E4-E874A4667A18}" srcOrd="4" destOrd="0" presId="urn:microsoft.com/office/officeart/2005/8/layout/list1"/>
    <dgm:cxn modelId="{8679CBAE-9754-43A6-961A-364AA4202012}" type="presParOf" srcId="{23DC17D7-E49B-4E17-B2E4-E874A4667A18}" destId="{4F4C9547-9A33-4260-BF2A-5CA6A5FA55EA}" srcOrd="0" destOrd="0" presId="urn:microsoft.com/office/officeart/2005/8/layout/list1"/>
    <dgm:cxn modelId="{27363425-6D32-4E25-A49D-0B35084B31DC}" type="presParOf" srcId="{23DC17D7-E49B-4E17-B2E4-E874A4667A18}" destId="{07BEDD65-15C5-48F6-AC60-83B97A51AE0D}" srcOrd="1" destOrd="0" presId="urn:microsoft.com/office/officeart/2005/8/layout/list1"/>
    <dgm:cxn modelId="{3F79531E-D6A7-40C6-9659-3884E1420D76}" type="presParOf" srcId="{863D6C41-9995-4B05-A896-78635F81D2C5}" destId="{0EDAD6C6-E265-4AEC-A2F1-B82DB289AAE9}" srcOrd="5" destOrd="0" presId="urn:microsoft.com/office/officeart/2005/8/layout/list1"/>
    <dgm:cxn modelId="{9F1A3C36-F0D6-4122-8F96-D72924E70EEE}" type="presParOf" srcId="{863D6C41-9995-4B05-A896-78635F81D2C5}" destId="{8BA49CB8-7B0B-4840-B898-8DB2FE11BED0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8D1BFB-35F9-4D20-8B1C-2CCC56DDD77E}">
      <dsp:nvSpPr>
        <dsp:cNvPr id="0" name=""/>
        <dsp:cNvSpPr/>
      </dsp:nvSpPr>
      <dsp:spPr>
        <a:xfrm>
          <a:off x="0" y="799703"/>
          <a:ext cx="5641974" cy="147637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5508EF-94B0-4E87-BF84-3EDF2A33461E}">
      <dsp:nvSpPr>
        <dsp:cNvPr id="0" name=""/>
        <dsp:cNvSpPr/>
      </dsp:nvSpPr>
      <dsp:spPr>
        <a:xfrm>
          <a:off x="446603" y="1131887"/>
          <a:ext cx="812006" cy="8120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D4C919-1660-49FC-9B72-8A34160EF0E3}">
      <dsp:nvSpPr>
        <dsp:cNvPr id="0" name=""/>
        <dsp:cNvSpPr/>
      </dsp:nvSpPr>
      <dsp:spPr>
        <a:xfrm>
          <a:off x="1705213" y="799703"/>
          <a:ext cx="3936761" cy="1476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50" tIns="156250" rIns="156250" bIns="156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 dirty="0"/>
            <a:t>Opgaver: 1-7</a:t>
          </a:r>
          <a:endParaRPr lang="en-US" sz="2500" kern="1200" dirty="0"/>
        </a:p>
      </dsp:txBody>
      <dsp:txXfrm>
        <a:off x="1705213" y="799703"/>
        <a:ext cx="3936761" cy="1476375"/>
      </dsp:txXfrm>
    </dsp:sp>
    <dsp:sp modelId="{B38C7F2E-42CF-4572-92F3-4FB82E01A4DE}">
      <dsp:nvSpPr>
        <dsp:cNvPr id="0" name=""/>
        <dsp:cNvSpPr/>
      </dsp:nvSpPr>
      <dsp:spPr>
        <a:xfrm>
          <a:off x="0" y="2645171"/>
          <a:ext cx="5641974" cy="147637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1236FA-F92A-41C4-9DD9-FC2A646823CB}">
      <dsp:nvSpPr>
        <dsp:cNvPr id="0" name=""/>
        <dsp:cNvSpPr/>
      </dsp:nvSpPr>
      <dsp:spPr>
        <a:xfrm>
          <a:off x="446603" y="2977356"/>
          <a:ext cx="812006" cy="81200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584D35-432B-468C-807C-A7414C78002A}">
      <dsp:nvSpPr>
        <dsp:cNvPr id="0" name=""/>
        <dsp:cNvSpPr/>
      </dsp:nvSpPr>
      <dsp:spPr>
        <a:xfrm>
          <a:off x="1705213" y="2645171"/>
          <a:ext cx="3936761" cy="1476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50" tIns="156250" rIns="156250" bIns="156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 dirty="0"/>
            <a:t>40 min.</a:t>
          </a:r>
          <a:endParaRPr lang="en-US" sz="2500" kern="1200" dirty="0"/>
        </a:p>
      </dsp:txBody>
      <dsp:txXfrm>
        <a:off x="1705213" y="2645171"/>
        <a:ext cx="3936761" cy="14763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174C52-5581-406B-BCD8-36ACD1AE97E3}">
      <dsp:nvSpPr>
        <dsp:cNvPr id="0" name=""/>
        <dsp:cNvSpPr/>
      </dsp:nvSpPr>
      <dsp:spPr>
        <a:xfrm>
          <a:off x="3188" y="396499"/>
          <a:ext cx="4361220" cy="27693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9F219C-5CC6-49A7-8E3E-48B7FC4477F1}">
      <dsp:nvSpPr>
        <dsp:cNvPr id="0" name=""/>
        <dsp:cNvSpPr/>
      </dsp:nvSpPr>
      <dsp:spPr>
        <a:xfrm>
          <a:off x="487768" y="856850"/>
          <a:ext cx="4361220" cy="27693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000" kern="1200" dirty="0"/>
            <a:t>Opgave: der skal fremstilles 100 </a:t>
          </a:r>
          <a:r>
            <a:rPr lang="da-DK" sz="3000" kern="1200" dirty="0" err="1"/>
            <a:t>mL</a:t>
          </a:r>
          <a:r>
            <a:rPr lang="da-DK" sz="3000" kern="1200" dirty="0"/>
            <a:t> af en opløsning af natriumsulfat med en koncentration på 0,20 mol/L = 0,20 </a:t>
          </a:r>
          <a:r>
            <a:rPr lang="da-DK" sz="2400" kern="1200" dirty="0"/>
            <a:t>M</a:t>
          </a:r>
          <a:endParaRPr lang="en-US" sz="3000" kern="1200" dirty="0"/>
        </a:p>
      </dsp:txBody>
      <dsp:txXfrm>
        <a:off x="568880" y="937962"/>
        <a:ext cx="4198996" cy="2607150"/>
      </dsp:txXfrm>
    </dsp:sp>
    <dsp:sp modelId="{B7306583-9661-47D9-9961-76EB5885D112}">
      <dsp:nvSpPr>
        <dsp:cNvPr id="0" name=""/>
        <dsp:cNvSpPr/>
      </dsp:nvSpPr>
      <dsp:spPr>
        <a:xfrm>
          <a:off x="5333568" y="396499"/>
          <a:ext cx="5072404" cy="276937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BABDA9-3BAD-48C9-9D8F-27A84CD37CFA}">
      <dsp:nvSpPr>
        <dsp:cNvPr id="0" name=""/>
        <dsp:cNvSpPr/>
      </dsp:nvSpPr>
      <dsp:spPr>
        <a:xfrm>
          <a:off x="5818148" y="856850"/>
          <a:ext cx="5072404" cy="27693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4400" kern="1200" dirty="0"/>
            <a:t>Der er to dele:</a:t>
          </a:r>
        </a:p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4400" kern="1200" dirty="0"/>
            <a:t> 1) beregninger og</a:t>
          </a:r>
        </a:p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4400" kern="1200" dirty="0"/>
            <a:t> 2) laboratoriedelen</a:t>
          </a:r>
          <a:endParaRPr lang="en-US" sz="4400" kern="1200" dirty="0"/>
        </a:p>
      </dsp:txBody>
      <dsp:txXfrm>
        <a:off x="5899260" y="937962"/>
        <a:ext cx="4910180" cy="26071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4C3E1B-823D-4684-82EB-AF2AAC4EA774}">
      <dsp:nvSpPr>
        <dsp:cNvPr id="0" name=""/>
        <dsp:cNvSpPr/>
      </dsp:nvSpPr>
      <dsp:spPr>
        <a:xfrm>
          <a:off x="0" y="653795"/>
          <a:ext cx="9720072" cy="120700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23A593-1ED0-4927-9E51-23C26D3E4DDC}">
      <dsp:nvSpPr>
        <dsp:cNvPr id="0" name=""/>
        <dsp:cNvSpPr/>
      </dsp:nvSpPr>
      <dsp:spPr>
        <a:xfrm>
          <a:off x="365119" y="925372"/>
          <a:ext cx="663854" cy="66385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08C757-F90F-4F13-890F-BE2181C061ED}">
      <dsp:nvSpPr>
        <dsp:cNvPr id="0" name=""/>
        <dsp:cNvSpPr/>
      </dsp:nvSpPr>
      <dsp:spPr>
        <a:xfrm>
          <a:off x="1394094" y="653795"/>
          <a:ext cx="8325978" cy="12070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742" tIns="127742" rIns="127742" bIns="127742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 dirty="0"/>
            <a:t>Opgaver: 8</a:t>
          </a:r>
          <a:endParaRPr lang="en-US" sz="2500" kern="1200" dirty="0"/>
        </a:p>
      </dsp:txBody>
      <dsp:txXfrm>
        <a:off x="1394094" y="653795"/>
        <a:ext cx="8325978" cy="1207008"/>
      </dsp:txXfrm>
    </dsp:sp>
    <dsp:sp modelId="{BB71B898-1A71-4F4F-B2B9-0F6411A6E661}">
      <dsp:nvSpPr>
        <dsp:cNvPr id="0" name=""/>
        <dsp:cNvSpPr/>
      </dsp:nvSpPr>
      <dsp:spPr>
        <a:xfrm>
          <a:off x="0" y="2162556"/>
          <a:ext cx="9720072" cy="120700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6087CA-4D21-4508-B936-9A56B163C452}">
      <dsp:nvSpPr>
        <dsp:cNvPr id="0" name=""/>
        <dsp:cNvSpPr/>
      </dsp:nvSpPr>
      <dsp:spPr>
        <a:xfrm>
          <a:off x="365119" y="2434132"/>
          <a:ext cx="663854" cy="66385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8D7122-8984-4194-A90F-2B7FAED73D6F}">
      <dsp:nvSpPr>
        <dsp:cNvPr id="0" name=""/>
        <dsp:cNvSpPr/>
      </dsp:nvSpPr>
      <dsp:spPr>
        <a:xfrm>
          <a:off x="1394094" y="2162556"/>
          <a:ext cx="8325978" cy="12070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742" tIns="127742" rIns="127742" bIns="127742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/>
            <a:t>15 min.</a:t>
          </a:r>
          <a:endParaRPr lang="en-US" sz="2500" kern="1200"/>
        </a:p>
      </dsp:txBody>
      <dsp:txXfrm>
        <a:off x="1394094" y="2162556"/>
        <a:ext cx="8325978" cy="120700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A4C9C8-990C-45AB-90E7-D3D74DBB265D}">
      <dsp:nvSpPr>
        <dsp:cNvPr id="0" name=""/>
        <dsp:cNvSpPr/>
      </dsp:nvSpPr>
      <dsp:spPr>
        <a:xfrm>
          <a:off x="0" y="700062"/>
          <a:ext cx="9720262" cy="118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FFE408-C673-4E6A-B4AA-297401BDB0B1}">
      <dsp:nvSpPr>
        <dsp:cNvPr id="0" name=""/>
        <dsp:cNvSpPr/>
      </dsp:nvSpPr>
      <dsp:spPr>
        <a:xfrm>
          <a:off x="486013" y="6342"/>
          <a:ext cx="6804183" cy="13874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7182" tIns="0" rIns="257182" bIns="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4700" kern="1200" dirty="0"/>
            <a:t>Opgaver: 9-10</a:t>
          </a:r>
          <a:endParaRPr lang="en-US" sz="4700" kern="1200" dirty="0"/>
        </a:p>
      </dsp:txBody>
      <dsp:txXfrm>
        <a:off x="553742" y="74071"/>
        <a:ext cx="6668725" cy="1251982"/>
      </dsp:txXfrm>
    </dsp:sp>
    <dsp:sp modelId="{8BA49CB8-7B0B-4840-B898-8DB2FE11BED0}">
      <dsp:nvSpPr>
        <dsp:cNvPr id="0" name=""/>
        <dsp:cNvSpPr/>
      </dsp:nvSpPr>
      <dsp:spPr>
        <a:xfrm>
          <a:off x="0" y="2831982"/>
          <a:ext cx="9720262" cy="118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-1323373"/>
              <a:satOff val="1492"/>
              <a:lumOff val="353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BEDD65-15C5-48F6-AC60-83B97A51AE0D}">
      <dsp:nvSpPr>
        <dsp:cNvPr id="0" name=""/>
        <dsp:cNvSpPr/>
      </dsp:nvSpPr>
      <dsp:spPr>
        <a:xfrm>
          <a:off x="486013" y="2138262"/>
          <a:ext cx="6804183" cy="1387440"/>
        </a:xfrm>
        <a:prstGeom prst="round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7182" tIns="0" rIns="257182" bIns="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4700" kern="1200" dirty="0"/>
            <a:t>30 min.</a:t>
          </a:r>
          <a:endParaRPr lang="en-US" sz="4700" kern="1200" dirty="0"/>
        </a:p>
      </dsp:txBody>
      <dsp:txXfrm>
        <a:off x="553742" y="2205991"/>
        <a:ext cx="6668725" cy="12519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867865-97B9-45D5-ACEF-753753E08B96}" type="datetimeFigureOut">
              <a:rPr lang="da-DK" smtClean="0"/>
              <a:t>29-09-2026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6104FC-5E38-4C33-B715-941DB336A2C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82123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F7B96F4A-0CDA-485B-898B-9942E4EDED69}" type="datetime1">
              <a:rPr lang="da-DK" smtClean="0"/>
              <a:t>29-09-2026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B106B-10A9-4B3A-8B65-2E3AF9B6FB86}" type="slidenum">
              <a:rPr lang="da-DK" smtClean="0"/>
              <a:t>‹nr.›</a:t>
            </a:fld>
            <a:endParaRPr lang="da-DK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4126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11BEB-C82F-43D4-930F-DC4E95FCE39A}" type="datetime1">
              <a:rPr lang="da-DK" smtClean="0"/>
              <a:t>29-09-2026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B106B-10A9-4B3A-8B65-2E3AF9B6FB8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34020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F6EAC-2F13-45B7-A4D9-4F7A82433243}" type="datetime1">
              <a:rPr lang="da-DK" smtClean="0"/>
              <a:t>29-09-2026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B106B-10A9-4B3A-8B65-2E3AF9B6FB86}" type="slidenum">
              <a:rPr lang="da-DK" smtClean="0"/>
              <a:t>‹nr.›</a:t>
            </a:fld>
            <a:endParaRPr lang="da-DK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4506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D3E7F-5CE3-4007-A04C-E16A1143E35C}" type="datetime1">
              <a:rPr lang="da-DK" smtClean="0"/>
              <a:t>29-09-2026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B106B-10A9-4B3A-8B65-2E3AF9B6FB8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20489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da-DK"/>
              <a:t>Klik for at redigere teksttypografierne i masteren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8E146-5CB8-4BF9-8078-B77B424D2DB5}" type="datetime1">
              <a:rPr lang="da-DK" smtClean="0"/>
              <a:t>29-09-2026</a:t>
            </a:fld>
            <a:endParaRPr lang="da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B106B-10A9-4B3A-8B65-2E3AF9B6FB8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23548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CDA7D-5B7C-4D7A-8FC9-3FDE61924DA5}" type="datetime1">
              <a:rPr lang="da-DK" smtClean="0"/>
              <a:t>29-09-2026</a:t>
            </a:fld>
            <a:endParaRPr lang="da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B106B-10A9-4B3A-8B65-2E3AF9B6FB8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93364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3733F-BA53-4950-B430-58F6EA5509D8}" type="datetime1">
              <a:rPr lang="da-DK" smtClean="0"/>
              <a:t>29-09-2026</a:t>
            </a:fld>
            <a:endParaRPr lang="da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B106B-10A9-4B3A-8B65-2E3AF9B6FB8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59076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33219-A4AA-4925-B8E8-45F2D4EC7E44}" type="datetime1">
              <a:rPr lang="da-DK" smtClean="0"/>
              <a:t>29-09-2026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B106B-10A9-4B3A-8B65-2E3AF9B6FB8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14816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09270-4C6A-4FCE-B0A8-74FB29237944}" type="datetime1">
              <a:rPr lang="da-DK" smtClean="0"/>
              <a:t>29-09-2026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B106B-10A9-4B3A-8B65-2E3AF9B6FB86}" type="slidenum">
              <a:rPr lang="da-DK" smtClean="0"/>
              <a:t>‹nr.›</a:t>
            </a:fld>
            <a:endParaRPr lang="da-DK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0715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912AB-BD72-4F91-9B51-DF21448E70E1}" type="datetime1">
              <a:rPr lang="da-DK" smtClean="0"/>
              <a:t>29-09-2026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B106B-10A9-4B3A-8B65-2E3AF9B6FB86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29690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7691C-2226-47FC-9537-6C7876DDF63E}" type="datetime1">
              <a:rPr lang="da-DK" smtClean="0"/>
              <a:t>29-09-2026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B106B-10A9-4B3A-8B65-2E3AF9B6FB86}" type="slidenum">
              <a:rPr lang="da-DK" smtClean="0"/>
              <a:t>‹nr.›</a:t>
            </a:fld>
            <a:endParaRPr lang="da-DK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817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3353517D-12A1-429E-81F9-3ABD8B26C5EC}" type="datetime1">
              <a:rPr lang="da-DK" smtClean="0"/>
              <a:t>29-09-2026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AA9B106B-10A9-4B3A-8B65-2E3AF9B6FB86}" type="slidenum">
              <a:rPr lang="da-DK" smtClean="0"/>
              <a:t>‹nr.›</a:t>
            </a:fld>
            <a:endParaRPr lang="da-DK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7854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CB581F-8597-4F72-9F25-473A34367B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Stofmængekoncentration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AFE1EDD6-A7C5-4E9F-8EFE-B475C86112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dirty="0"/>
              <a:t>Kemi C for HF – Kapitel 10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0FB47C0C-A03B-47DF-B398-BD80788D4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B106B-10A9-4B3A-8B65-2E3AF9B6FB86}" type="slidenum">
              <a:rPr lang="da-DK" smtClean="0"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30318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33BA95-C1C8-ABE1-5B4F-C2DEF5BC4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Koncentration</a:t>
            </a:r>
          </a:p>
        </p:txBody>
      </p:sp>
      <p:pic>
        <p:nvPicPr>
          <p:cNvPr id="5" name="Pladsholder til indhold 4" descr="Concentration - Wikipedia">
            <a:extLst>
              <a:ext uri="{FF2B5EF4-FFF2-40B4-BE49-F238E27FC236}">
                <a16:creationId xmlns:a16="http://schemas.microsoft.com/office/drawing/2014/main" id="{9ED56D08-2644-6558-9A66-05DE2A8D50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3680" y="2423529"/>
            <a:ext cx="9139511" cy="3909680"/>
          </a:xfrm>
          <a:prstGeom prst="rect">
            <a:avLst/>
          </a:prstGeom>
        </p:spPr>
      </p:pic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86D46BB0-6AF9-AFF1-9B49-2D499C0E5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B106B-10A9-4B3A-8B65-2E3AF9B6FB86}" type="slidenum">
              <a:rPr lang="da-DK" smtClean="0"/>
              <a:t>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99409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23582F-2020-DFD9-9531-2867C7570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Koncentration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735BC72-709F-5AF0-BC0F-8D186D418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Koncentration kan angives på flere måde</a:t>
            </a:r>
          </a:p>
          <a:p>
            <a:r>
              <a:rPr lang="da-DK" dirty="0"/>
              <a:t>Fx i g/L (gram pr. liter)</a:t>
            </a:r>
          </a:p>
          <a:p>
            <a:r>
              <a:rPr lang="da-DK" dirty="0"/>
              <a:t>Eller i masseprocent (%)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EF7429E8-0639-2308-CC28-26A538936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B106B-10A9-4B3A-8B65-2E3AF9B6FB86}" type="slidenum">
              <a:rPr lang="da-DK" smtClean="0"/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2418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0E354F-E925-CE2E-21D3-CFFF8E035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Stofmængdekoncentration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1E09352-0CDE-66A3-8CA0-2E908D7E5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I kemi er det mere almindeligt at angive en koncentration som en </a:t>
            </a:r>
            <a:r>
              <a:rPr lang="da-DK" dirty="0">
                <a:solidFill>
                  <a:srgbClr val="FF0000"/>
                </a:solidFill>
              </a:rPr>
              <a:t>stofmængdekoncentration</a:t>
            </a:r>
          </a:p>
          <a:p>
            <a:endParaRPr lang="da-DK" dirty="0">
              <a:solidFill>
                <a:srgbClr val="FF0000"/>
              </a:solidFill>
            </a:endParaRPr>
          </a:p>
          <a:p>
            <a:r>
              <a:rPr lang="da-DK" dirty="0"/>
              <a:t>Stofmængdekoncentration angiver hvor mange mol stof der er opløst pr. liter opløsning</a:t>
            </a:r>
          </a:p>
          <a:p>
            <a:endParaRPr lang="da-DK" dirty="0"/>
          </a:p>
          <a:p>
            <a:r>
              <a:rPr lang="da-DK" dirty="0"/>
              <a:t>Hvis 2 mol </a:t>
            </a:r>
            <a:r>
              <a:rPr lang="da-DK" dirty="0" err="1"/>
              <a:t>natriumchlorid</a:t>
            </a:r>
            <a:r>
              <a:rPr lang="da-DK" dirty="0"/>
              <a:t> er opløst i 10 liter opløsning, vil der være 0,2 mol </a:t>
            </a:r>
            <a:r>
              <a:rPr lang="da-DK" dirty="0" err="1"/>
              <a:t>natriumchlorid</a:t>
            </a:r>
            <a:r>
              <a:rPr lang="da-DK" dirty="0"/>
              <a:t> pr. liter opløsning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B9C5389F-DBD0-FFBD-9465-AE1C03967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B106B-10A9-4B3A-8B65-2E3AF9B6FB86}" type="slidenum">
              <a:rPr lang="da-DK" smtClean="0"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88524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167A8F-FAF3-B2A8-0B78-FF1D421FA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Stofmængdekoncentration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2C428740-AE36-6920-3DFA-51D9F17CB0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a-DK" dirty="0"/>
                  <a:t>Vi indfører følgende størrelser:</a:t>
                </a:r>
              </a:p>
              <a:p>
                <a:r>
                  <a:rPr lang="da-DK" dirty="0"/>
                  <a:t>c: </a:t>
                </a:r>
                <a:r>
                  <a:rPr lang="da-DK" dirty="0" err="1"/>
                  <a:t>stofmængdekoncentraion</a:t>
                </a:r>
                <a:r>
                  <a:rPr lang="da-DK" dirty="0"/>
                  <a:t> (mol/L)</a:t>
                </a:r>
              </a:p>
              <a:p>
                <a:r>
                  <a:rPr lang="da-DK" dirty="0"/>
                  <a:t>V: volumen (L)</a:t>
                </a:r>
              </a:p>
              <a:p>
                <a:r>
                  <a:rPr lang="da-DK" dirty="0"/>
                  <a:t>n: stofmængde (mol)</a:t>
                </a:r>
              </a:p>
              <a:p>
                <a:endParaRPr lang="da-DK" dirty="0"/>
              </a:p>
              <a:p>
                <a:r>
                  <a:rPr lang="da-DK" dirty="0"/>
                  <a:t>Og definerer:</a:t>
                </a:r>
              </a:p>
              <a:p>
                <a14:m>
                  <m:oMath xmlns:m="http://schemas.openxmlformats.org/officeDocument/2006/math">
                    <m:r>
                      <a:rPr lang="da-DK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da-DK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a-DK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da-DK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</m:oMath>
                </a14:m>
                <a:endParaRPr lang="da-DK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2C428740-AE36-6920-3DFA-51D9F17CB0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13" t="-1818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A49E6466-E971-88D0-602D-798906691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B106B-10A9-4B3A-8B65-2E3AF9B6FB86}" type="slidenum">
              <a:rPr lang="da-DK" smtClean="0"/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17774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A703D7-C6A3-DFB7-6DFE-9252FAB57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Stofmængdekoncentration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1E5A661B-8E24-0641-3E3C-807FF2392C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a-DK" dirty="0"/>
                  <a:t>Eksempel</a:t>
                </a:r>
              </a:p>
              <a:p>
                <a:endParaRPr lang="da-DK" dirty="0"/>
              </a:p>
              <a:p>
                <a:r>
                  <a:rPr lang="da-DK" dirty="0"/>
                  <a:t>0,2 mol </a:t>
                </a:r>
                <a:r>
                  <a:rPr lang="da-DK" dirty="0" err="1"/>
                  <a:t>natriumchlorid</a:t>
                </a:r>
                <a:r>
                  <a:rPr lang="da-DK" dirty="0"/>
                  <a:t> er opløst i vand så opløsningen fylder 0,5 L</a:t>
                </a:r>
              </a:p>
              <a:p>
                <a:endParaRPr lang="da-DK" dirty="0"/>
              </a:p>
              <a:p>
                <a:r>
                  <a:rPr lang="da-DK" dirty="0"/>
                  <a:t>Vi beregner: </a:t>
                </a:r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  <m:r>
                      <a:rPr lang="da-DK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0,2 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𝑚𝑜𝑙</m:t>
                        </m:r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0,5 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da-DK" b="0" i="1" smtClean="0">
                        <a:latin typeface="Cambria Math" panose="02040503050406030204" pitchFamily="18" charset="0"/>
                      </a:rPr>
                      <m:t>=0,4 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𝑚𝑜𝑙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da-DK" dirty="0"/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1E5A661B-8E24-0641-3E3C-807FF2392C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13" t="-1818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647B366B-4129-D0E3-0E80-B76A8E330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B106B-10A9-4B3A-8B65-2E3AF9B6FB86}" type="slidenum">
              <a:rPr lang="da-DK" smtClean="0"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43784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F3EAB9-8635-78A6-1AF2-41F473DBB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Omformning af formlen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EA932851-A8DC-28C0-9000-0E1514E260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da-DK" sz="5400" b="0" dirty="0"/>
                  <a:t>[1] </a:t>
                </a:r>
                <a14:m>
                  <m:oMath xmlns:m="http://schemas.openxmlformats.org/officeDocument/2006/math">
                    <m:r>
                      <a:rPr lang="da-DK" sz="5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da-DK" sz="5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a-DK" sz="5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5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da-DK" sz="5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  <m:r>
                      <a:rPr lang="da-DK" sz="5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</m:oMath>
                </a14:m>
                <a:endParaRPr lang="da-DK" sz="5400" b="0" i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da-DK" sz="5400" b="0" dirty="0">
                    <a:ea typeface="Cambria Math" panose="02040503050406030204" pitchFamily="18" charset="0"/>
                  </a:rPr>
                  <a:t>[2] </a:t>
                </a:r>
                <a14:m>
                  <m:oMath xmlns:m="http://schemas.openxmlformats.org/officeDocument/2006/math">
                    <m:r>
                      <a:rPr lang="da-DK" sz="5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da-DK" sz="5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da-DK" sz="5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da-DK" sz="5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a-DK" sz="5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da-DK" sz="5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</m:oMath>
                </a14:m>
                <a:endParaRPr lang="da-DK" sz="5400" b="0" i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da-DK" sz="5400" b="0" dirty="0">
                    <a:ea typeface="Cambria Math" panose="02040503050406030204" pitchFamily="18" charset="0"/>
                  </a:rPr>
                  <a:t>[3] </a:t>
                </a:r>
                <a14:m>
                  <m:oMath xmlns:m="http://schemas.openxmlformats.org/officeDocument/2006/math">
                    <m:r>
                      <a:rPr lang="da-DK" sz="5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da-DK" sz="5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a-DK" sz="5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5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da-DK" sz="5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a:rPr lang="da-DK" sz="5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a-DK" sz="5400" dirty="0"/>
                  <a:t> </a:t>
                </a:r>
              </a:p>
            </p:txBody>
          </p:sp>
        </mc:Choice>
        <mc:Fallback xmlns="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EA932851-A8DC-28C0-9000-0E1514E260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81" t="-363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9449A24F-B1D8-BF99-962F-973E784E6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B106B-10A9-4B3A-8B65-2E3AF9B6FB86}" type="slidenum">
              <a:rPr lang="da-DK" smtClean="0"/>
              <a:t>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40838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2C29E9-CFC2-6327-55D8-83C1C331B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Eksempel 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24BF305A-D47D-9D0B-AAF9-B02FCD953F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24129" y="2286000"/>
                <a:ext cx="6759158" cy="4023360"/>
              </a:xfrm>
            </p:spPr>
            <p:txBody>
              <a:bodyPr/>
              <a:lstStyle/>
              <a:p>
                <a:r>
                  <a:rPr lang="da-DK" dirty="0"/>
                  <a:t>0,20 mol </a:t>
                </a:r>
                <a:r>
                  <a:rPr lang="da-DK" dirty="0" err="1"/>
                  <a:t>NaOH</a:t>
                </a:r>
                <a:r>
                  <a:rPr lang="da-DK" dirty="0"/>
                  <a:t> opløses i vand så </a:t>
                </a:r>
                <a:r>
                  <a:rPr lang="da-DK" dirty="0" err="1"/>
                  <a:t>opløseningen</a:t>
                </a:r>
                <a:r>
                  <a:rPr lang="da-DK" dirty="0"/>
                  <a:t> fylder 250 </a:t>
                </a:r>
                <a:r>
                  <a:rPr lang="da-DK" dirty="0" err="1"/>
                  <a:t>mL</a:t>
                </a:r>
                <a:endParaRPr lang="da-DK" dirty="0"/>
              </a:p>
              <a:p>
                <a:r>
                  <a:rPr lang="da-DK" dirty="0"/>
                  <a:t>Hvad er stofmængdekoncentrationen?</a:t>
                </a:r>
              </a:p>
              <a:p>
                <a:r>
                  <a:rPr lang="da-DK" dirty="0"/>
                  <a:t>Vi benytter formel 1:</a:t>
                </a:r>
              </a:p>
              <a:p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  <m:r>
                      <a:rPr lang="da-DK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0,20 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𝑚𝑜𝑙</m:t>
                        </m:r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0,25 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da-DK" b="0" i="1" smtClean="0">
                        <a:latin typeface="Cambria Math" panose="02040503050406030204" pitchFamily="18" charset="0"/>
                      </a:rPr>
                      <m:t>=0,80 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𝑚𝑜𝑙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da-DK" dirty="0"/>
              </a:p>
            </p:txBody>
          </p:sp>
        </mc:Choice>
        <mc:Fallback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24BF305A-D47D-9D0B-AAF9-B02FCD953F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4129" y="2286000"/>
                <a:ext cx="6759158" cy="4023360"/>
              </a:xfrm>
              <a:blipFill>
                <a:blip r:embed="rId2"/>
                <a:stretch>
                  <a:fillRect l="-451" t="-1818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7369BA61-DC85-A705-176F-2B0D54EC4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B106B-10A9-4B3A-8B65-2E3AF9B6FB86}" type="slidenum">
              <a:rPr lang="da-DK" smtClean="0"/>
              <a:t>8</a:t>
            </a:fld>
            <a:endParaRPr lang="da-DK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kstfelt 5">
                <a:extLst>
                  <a:ext uri="{FF2B5EF4-FFF2-40B4-BE49-F238E27FC236}">
                    <a16:creationId xmlns:a16="http://schemas.microsoft.com/office/drawing/2014/main" id="{574100A6-7E41-79D9-82B0-A56F5DE6BF52}"/>
                  </a:ext>
                </a:extLst>
              </p:cNvPr>
              <p:cNvSpPr txBox="1"/>
              <p:nvPr/>
            </p:nvSpPr>
            <p:spPr>
              <a:xfrm>
                <a:off x="8077200" y="2379271"/>
                <a:ext cx="3647440" cy="29600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" indent="-91440">
                  <a:buClr>
                    <a:schemeClr val="accent1"/>
                  </a:buClr>
                  <a:buSzPct val="100000"/>
                  <a:buFont typeface="Tw Cen MT" panose="020B0602020104020603" pitchFamily="34" charset="0"/>
                  <a:buChar char=" "/>
                </a:pPr>
                <a:r>
                  <a:rPr lang="da-DK" sz="3600" dirty="0"/>
                  <a:t>[1] </a:t>
                </a:r>
                <a14:m>
                  <m:oMath xmlns:m="http://schemas.openxmlformats.org/officeDocument/2006/math">
                    <m:r>
                      <a:rPr lang="da-DK" sz="36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da-DK" sz="3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a-DK" sz="3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3600" i="1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da-DK" sz="3600" i="1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  <m:r>
                      <a:rPr lang="da-DK" sz="3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</m:oMath>
                </a14:m>
                <a:endParaRPr lang="da-DK" sz="3600" i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91440" indent="-91440">
                  <a:buClr>
                    <a:schemeClr val="accent1"/>
                  </a:buClr>
                  <a:buSzPct val="100000"/>
                  <a:buFont typeface="Tw Cen MT" panose="020B0602020104020603" pitchFamily="34" charset="0"/>
                  <a:buChar char=" "/>
                </a:pPr>
                <a:r>
                  <a:rPr lang="da-DK" sz="3600" dirty="0">
                    <a:ea typeface="Cambria Math" panose="02040503050406030204" pitchFamily="18" charset="0"/>
                  </a:rPr>
                  <a:t>[2] </a:t>
                </a:r>
                <a14:m>
                  <m:oMath xmlns:m="http://schemas.openxmlformats.org/officeDocument/2006/math">
                    <m:r>
                      <a:rPr lang="da-DK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da-DK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da-DK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da-DK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a-DK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da-DK" sz="3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</m:oMath>
                </a14:m>
                <a:endParaRPr lang="da-DK" sz="3600" i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91440" indent="-91440">
                  <a:buClr>
                    <a:schemeClr val="accent1"/>
                  </a:buClr>
                  <a:buSzPct val="100000"/>
                  <a:buFont typeface="Tw Cen MT" panose="020B0602020104020603" pitchFamily="34" charset="0"/>
                  <a:buChar char=" "/>
                </a:pPr>
                <a:r>
                  <a:rPr lang="da-DK" sz="3600" dirty="0">
                    <a:ea typeface="Cambria Math" panose="02040503050406030204" pitchFamily="18" charset="0"/>
                  </a:rPr>
                  <a:t>[3] </a:t>
                </a:r>
                <a14:m>
                  <m:oMath xmlns:m="http://schemas.openxmlformats.org/officeDocument/2006/math">
                    <m:r>
                      <a:rPr lang="da-DK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da-DK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a-DK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da-DK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a:rPr lang="da-DK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a-DK" sz="3600" dirty="0"/>
                  <a:t> </a:t>
                </a:r>
              </a:p>
              <a:p>
                <a:pPr marL="91440" indent="-91440">
                  <a:buClr>
                    <a:schemeClr val="accent1"/>
                  </a:buClr>
                  <a:buSzPct val="100000"/>
                  <a:buFont typeface="Tw Cen MT" panose="020B0602020104020603" pitchFamily="34" charset="0"/>
                  <a:buChar char=" "/>
                </a:pPr>
                <a:endParaRPr lang="da-DK" dirty="0"/>
              </a:p>
              <a:p>
                <a:pPr marL="91440" indent="-91440">
                  <a:buClr>
                    <a:schemeClr val="accent1"/>
                  </a:buClr>
                  <a:buSzPct val="100000"/>
                  <a:buFont typeface="Tw Cen MT" panose="020B0602020104020603" pitchFamily="34" charset="0"/>
                  <a:buChar char=" "/>
                </a:pPr>
                <a:endParaRPr lang="da-DK" dirty="0"/>
              </a:p>
              <a:p>
                <a:pPr marL="91440" indent="-91440">
                  <a:buClr>
                    <a:schemeClr val="accent1"/>
                  </a:buClr>
                  <a:buSzPct val="100000"/>
                  <a:buFont typeface="Tw Cen MT" panose="020B0602020104020603" pitchFamily="34" charset="0"/>
                  <a:buChar char=" "/>
                </a:pPr>
                <a:endParaRPr lang="da-DK" dirty="0"/>
              </a:p>
            </p:txBody>
          </p:sp>
        </mc:Choice>
        <mc:Fallback>
          <p:sp>
            <p:nvSpPr>
              <p:cNvPr id="6" name="Tekstfelt 5">
                <a:extLst>
                  <a:ext uri="{FF2B5EF4-FFF2-40B4-BE49-F238E27FC236}">
                    <a16:creationId xmlns:a16="http://schemas.microsoft.com/office/drawing/2014/main" id="{574100A6-7E41-79D9-82B0-A56F5DE6BF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7200" y="2379271"/>
                <a:ext cx="3647440" cy="2960041"/>
              </a:xfrm>
              <a:prstGeom prst="rect">
                <a:avLst/>
              </a:prstGeom>
              <a:blipFill>
                <a:blip r:embed="rId3"/>
                <a:stretch>
                  <a:fillRect l="-1505" t="-82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8876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31FE8-2835-7238-8625-B10439B73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0172A4-CF7D-A0E6-B16C-76F52D33F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Eksempel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8EB5981E-5716-9A9C-C5D9-1A395A66AF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24129" y="2286000"/>
                <a:ext cx="6759158" cy="4023360"/>
              </a:xfrm>
            </p:spPr>
            <p:txBody>
              <a:bodyPr/>
              <a:lstStyle/>
              <a:p>
                <a:r>
                  <a:rPr lang="da-DK" dirty="0"/>
                  <a:t>Man afmåler 0,30 L af en opløsning af magnesiumbromid med en stofmængdekoncentration på 0,05 mol/L</a:t>
                </a:r>
              </a:p>
              <a:p>
                <a:r>
                  <a:rPr lang="da-DK" dirty="0"/>
                  <a:t>Hvad er stofmængden?</a:t>
                </a:r>
              </a:p>
              <a:p>
                <a:r>
                  <a:rPr lang="da-DK" dirty="0"/>
                  <a:t>Vi bruger formel 2</a:t>
                </a:r>
              </a:p>
              <a:p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=0,05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𝑚𝑜𝑙</m:t>
                        </m:r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∙0,30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=0,015 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𝑚𝑜𝑙</m:t>
                    </m:r>
                  </m:oMath>
                </a14:m>
                <a:endParaRPr lang="da-DK" dirty="0"/>
              </a:p>
              <a:p>
                <a:endParaRPr lang="da-DK" dirty="0"/>
              </a:p>
              <a:p>
                <a:endParaRPr lang="da-DK" dirty="0"/>
              </a:p>
            </p:txBody>
          </p:sp>
        </mc:Choice>
        <mc:Fallback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8EB5981E-5716-9A9C-C5D9-1A395A66AF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4129" y="2286000"/>
                <a:ext cx="6759158" cy="4023360"/>
              </a:xfrm>
              <a:blipFill>
                <a:blip r:embed="rId2"/>
                <a:stretch>
                  <a:fillRect l="-451" t="-1818" r="-117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108C0371-CF6C-81AB-B699-E50DE9175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B106B-10A9-4B3A-8B65-2E3AF9B6FB86}" type="slidenum">
              <a:rPr lang="da-DK" smtClean="0"/>
              <a:t>9</a:t>
            </a:fld>
            <a:endParaRPr lang="da-DK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kstfelt 5">
                <a:extLst>
                  <a:ext uri="{FF2B5EF4-FFF2-40B4-BE49-F238E27FC236}">
                    <a16:creationId xmlns:a16="http://schemas.microsoft.com/office/drawing/2014/main" id="{9D579A84-B7FF-A806-F1AF-09FCBDF02436}"/>
                  </a:ext>
                </a:extLst>
              </p:cNvPr>
              <p:cNvSpPr txBox="1"/>
              <p:nvPr/>
            </p:nvSpPr>
            <p:spPr>
              <a:xfrm>
                <a:off x="8077200" y="2379271"/>
                <a:ext cx="3647440" cy="29600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" indent="-91440">
                  <a:buClr>
                    <a:schemeClr val="accent1"/>
                  </a:buClr>
                  <a:buSzPct val="100000"/>
                  <a:buFont typeface="Tw Cen MT" panose="020B0602020104020603" pitchFamily="34" charset="0"/>
                  <a:buChar char=" "/>
                </a:pPr>
                <a:r>
                  <a:rPr lang="da-DK" sz="3600" dirty="0"/>
                  <a:t>[1] </a:t>
                </a:r>
                <a14:m>
                  <m:oMath xmlns:m="http://schemas.openxmlformats.org/officeDocument/2006/math">
                    <m:r>
                      <a:rPr lang="da-DK" sz="36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da-DK" sz="3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a-DK" sz="3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3600" i="1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da-DK" sz="3600" i="1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  <m:r>
                      <a:rPr lang="da-DK" sz="3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</m:oMath>
                </a14:m>
                <a:endParaRPr lang="da-DK" sz="3600" i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91440" indent="-91440">
                  <a:buClr>
                    <a:schemeClr val="accent1"/>
                  </a:buClr>
                  <a:buSzPct val="100000"/>
                  <a:buFont typeface="Tw Cen MT" panose="020B0602020104020603" pitchFamily="34" charset="0"/>
                  <a:buChar char=" "/>
                </a:pPr>
                <a:r>
                  <a:rPr lang="da-DK" sz="3600" dirty="0">
                    <a:ea typeface="Cambria Math" panose="02040503050406030204" pitchFamily="18" charset="0"/>
                  </a:rPr>
                  <a:t>[2] </a:t>
                </a:r>
                <a14:m>
                  <m:oMath xmlns:m="http://schemas.openxmlformats.org/officeDocument/2006/math">
                    <m:r>
                      <a:rPr lang="da-DK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da-DK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da-DK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da-DK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a-DK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da-DK" sz="3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</m:oMath>
                </a14:m>
                <a:endParaRPr lang="da-DK" sz="3600" i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91440" indent="-91440">
                  <a:buClr>
                    <a:schemeClr val="accent1"/>
                  </a:buClr>
                  <a:buSzPct val="100000"/>
                  <a:buFont typeface="Tw Cen MT" panose="020B0602020104020603" pitchFamily="34" charset="0"/>
                  <a:buChar char=" "/>
                </a:pPr>
                <a:r>
                  <a:rPr lang="da-DK" sz="3600" dirty="0">
                    <a:ea typeface="Cambria Math" panose="02040503050406030204" pitchFamily="18" charset="0"/>
                  </a:rPr>
                  <a:t>[3] </a:t>
                </a:r>
                <a14:m>
                  <m:oMath xmlns:m="http://schemas.openxmlformats.org/officeDocument/2006/math">
                    <m:r>
                      <a:rPr lang="da-DK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da-DK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a-DK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da-DK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a:rPr lang="da-DK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a-DK" sz="3600" dirty="0"/>
                  <a:t> </a:t>
                </a:r>
              </a:p>
              <a:p>
                <a:pPr marL="91440" indent="-91440">
                  <a:buClr>
                    <a:schemeClr val="accent1"/>
                  </a:buClr>
                  <a:buSzPct val="100000"/>
                  <a:buFont typeface="Tw Cen MT" panose="020B0602020104020603" pitchFamily="34" charset="0"/>
                  <a:buChar char=" "/>
                </a:pPr>
                <a:endParaRPr lang="da-DK" dirty="0"/>
              </a:p>
              <a:p>
                <a:pPr marL="91440" indent="-91440">
                  <a:buClr>
                    <a:schemeClr val="accent1"/>
                  </a:buClr>
                  <a:buSzPct val="100000"/>
                  <a:buFont typeface="Tw Cen MT" panose="020B0602020104020603" pitchFamily="34" charset="0"/>
                  <a:buChar char=" "/>
                </a:pPr>
                <a:endParaRPr lang="da-DK" dirty="0"/>
              </a:p>
              <a:p>
                <a:pPr marL="91440" indent="-91440">
                  <a:buClr>
                    <a:schemeClr val="accent1"/>
                  </a:buClr>
                  <a:buSzPct val="100000"/>
                  <a:buFont typeface="Tw Cen MT" panose="020B0602020104020603" pitchFamily="34" charset="0"/>
                  <a:buChar char=" "/>
                </a:pPr>
                <a:endParaRPr lang="da-DK" dirty="0"/>
              </a:p>
            </p:txBody>
          </p:sp>
        </mc:Choice>
        <mc:Fallback>
          <p:sp>
            <p:nvSpPr>
              <p:cNvPr id="6" name="Tekstfelt 5">
                <a:extLst>
                  <a:ext uri="{FF2B5EF4-FFF2-40B4-BE49-F238E27FC236}">
                    <a16:creationId xmlns:a16="http://schemas.microsoft.com/office/drawing/2014/main" id="{9D579A84-B7FF-A806-F1AF-09FCBDF024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7200" y="2379271"/>
                <a:ext cx="3647440" cy="2960041"/>
              </a:xfrm>
              <a:prstGeom prst="rect">
                <a:avLst/>
              </a:prstGeom>
              <a:blipFill>
                <a:blip r:embed="rId3"/>
                <a:stretch>
                  <a:fillRect l="-1505" t="-82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2562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3549A-CCB8-86D6-570A-474AD0B2C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B947A8-C0AB-6C32-2364-22DCF90F3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Eksempel 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1F74F813-4EBF-8511-99E1-0FCA1E843B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24129" y="2286000"/>
                <a:ext cx="6759158" cy="4023360"/>
              </a:xfrm>
            </p:spPr>
            <p:txBody>
              <a:bodyPr/>
              <a:lstStyle/>
              <a:p>
                <a:r>
                  <a:rPr lang="da-DK" dirty="0"/>
                  <a:t>Vi skal bruge 0,020 mol af et stof fra en opløsning med en koncentration på 0,10 mol/L</a:t>
                </a:r>
              </a:p>
              <a:p>
                <a:r>
                  <a:rPr lang="da-DK" dirty="0"/>
                  <a:t>Hvor stort et volumen skal vi bruge?</a:t>
                </a:r>
              </a:p>
              <a:p>
                <a:r>
                  <a:rPr lang="da-DK" dirty="0"/>
                  <a:t>Vi bruger formel 3:</a:t>
                </a:r>
              </a:p>
              <a:p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a:rPr lang="da-DK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0,020 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𝑚𝑜𝑙</m:t>
                        </m:r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0,10 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𝑚𝑜𝑙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da-DK" b="0" i="1" smtClean="0">
                        <a:latin typeface="Cambria Math" panose="02040503050406030204" pitchFamily="18" charset="0"/>
                      </a:rPr>
                      <m:t>=0,20 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da-DK" dirty="0"/>
                  <a:t> = 200 </a:t>
                </a:r>
                <a:r>
                  <a:rPr lang="da-DK" dirty="0" err="1"/>
                  <a:t>mL</a:t>
                </a:r>
                <a:endParaRPr lang="da-DK" dirty="0"/>
              </a:p>
              <a:p>
                <a:endParaRPr lang="da-DK" dirty="0"/>
              </a:p>
            </p:txBody>
          </p:sp>
        </mc:Choice>
        <mc:Fallback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1F74F813-4EBF-8511-99E1-0FCA1E843B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4129" y="2286000"/>
                <a:ext cx="6759158" cy="4023360"/>
              </a:xfrm>
              <a:blipFill>
                <a:blip r:embed="rId2"/>
                <a:stretch>
                  <a:fillRect l="-451" t="-1818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9CF46F88-7EA4-F212-F8A9-CA87A75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B106B-10A9-4B3A-8B65-2E3AF9B6FB86}" type="slidenum">
              <a:rPr lang="da-DK" smtClean="0"/>
              <a:t>10</a:t>
            </a:fld>
            <a:endParaRPr lang="da-DK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kstfelt 5">
                <a:extLst>
                  <a:ext uri="{FF2B5EF4-FFF2-40B4-BE49-F238E27FC236}">
                    <a16:creationId xmlns:a16="http://schemas.microsoft.com/office/drawing/2014/main" id="{84F14879-35C1-6780-3BC5-A5B13353F158}"/>
                  </a:ext>
                </a:extLst>
              </p:cNvPr>
              <p:cNvSpPr txBox="1"/>
              <p:nvPr/>
            </p:nvSpPr>
            <p:spPr>
              <a:xfrm>
                <a:off x="8077200" y="2379271"/>
                <a:ext cx="3647440" cy="29600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" indent="-91440">
                  <a:buClr>
                    <a:schemeClr val="accent1"/>
                  </a:buClr>
                  <a:buSzPct val="100000"/>
                  <a:buFont typeface="Tw Cen MT" panose="020B0602020104020603" pitchFamily="34" charset="0"/>
                  <a:buChar char=" "/>
                </a:pPr>
                <a:r>
                  <a:rPr lang="da-DK" sz="3600" dirty="0"/>
                  <a:t>[1] </a:t>
                </a:r>
                <a14:m>
                  <m:oMath xmlns:m="http://schemas.openxmlformats.org/officeDocument/2006/math">
                    <m:r>
                      <a:rPr lang="da-DK" sz="36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da-DK" sz="3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a-DK" sz="3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3600" i="1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da-DK" sz="3600" i="1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  <m:r>
                      <a:rPr lang="da-DK" sz="3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</m:oMath>
                </a14:m>
                <a:endParaRPr lang="da-DK" sz="3600" i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91440" indent="-91440">
                  <a:buClr>
                    <a:schemeClr val="accent1"/>
                  </a:buClr>
                  <a:buSzPct val="100000"/>
                  <a:buFont typeface="Tw Cen MT" panose="020B0602020104020603" pitchFamily="34" charset="0"/>
                  <a:buChar char=" "/>
                </a:pPr>
                <a:r>
                  <a:rPr lang="da-DK" sz="3600" dirty="0">
                    <a:ea typeface="Cambria Math" panose="02040503050406030204" pitchFamily="18" charset="0"/>
                  </a:rPr>
                  <a:t>[2] </a:t>
                </a:r>
                <a14:m>
                  <m:oMath xmlns:m="http://schemas.openxmlformats.org/officeDocument/2006/math">
                    <m:r>
                      <a:rPr lang="da-DK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da-DK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da-DK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da-DK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a-DK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da-DK" sz="3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</m:oMath>
                </a14:m>
                <a:endParaRPr lang="da-DK" sz="3600" i="1" dirty="0">
                  <a:solidFill>
                    <a:srgbClr val="FF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91440" indent="-91440">
                  <a:buClr>
                    <a:schemeClr val="accent1"/>
                  </a:buClr>
                  <a:buSzPct val="100000"/>
                  <a:buFont typeface="Tw Cen MT" panose="020B0602020104020603" pitchFamily="34" charset="0"/>
                  <a:buChar char=" "/>
                </a:pPr>
                <a:r>
                  <a:rPr lang="da-DK" sz="3600" dirty="0">
                    <a:ea typeface="Cambria Math" panose="02040503050406030204" pitchFamily="18" charset="0"/>
                  </a:rPr>
                  <a:t>[3] </a:t>
                </a:r>
                <a14:m>
                  <m:oMath xmlns:m="http://schemas.openxmlformats.org/officeDocument/2006/math">
                    <m:r>
                      <a:rPr lang="da-DK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da-DK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a-DK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da-DK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a:rPr lang="da-DK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a-DK" sz="3600" dirty="0"/>
                  <a:t> </a:t>
                </a:r>
              </a:p>
              <a:p>
                <a:pPr marL="91440" indent="-91440">
                  <a:buClr>
                    <a:schemeClr val="accent1"/>
                  </a:buClr>
                  <a:buSzPct val="100000"/>
                  <a:buFont typeface="Tw Cen MT" panose="020B0602020104020603" pitchFamily="34" charset="0"/>
                  <a:buChar char=" "/>
                </a:pPr>
                <a:endParaRPr lang="da-DK" dirty="0"/>
              </a:p>
              <a:p>
                <a:pPr marL="91440" indent="-91440">
                  <a:buClr>
                    <a:schemeClr val="accent1"/>
                  </a:buClr>
                  <a:buSzPct val="100000"/>
                  <a:buFont typeface="Tw Cen MT" panose="020B0602020104020603" pitchFamily="34" charset="0"/>
                  <a:buChar char=" "/>
                </a:pPr>
                <a:endParaRPr lang="da-DK" dirty="0"/>
              </a:p>
              <a:p>
                <a:pPr marL="91440" indent="-91440">
                  <a:buClr>
                    <a:schemeClr val="accent1"/>
                  </a:buClr>
                  <a:buSzPct val="100000"/>
                  <a:buFont typeface="Tw Cen MT" panose="020B0602020104020603" pitchFamily="34" charset="0"/>
                  <a:buChar char=" "/>
                </a:pPr>
                <a:endParaRPr lang="da-DK" dirty="0"/>
              </a:p>
            </p:txBody>
          </p:sp>
        </mc:Choice>
        <mc:Fallback>
          <p:sp>
            <p:nvSpPr>
              <p:cNvPr id="6" name="Tekstfelt 5">
                <a:extLst>
                  <a:ext uri="{FF2B5EF4-FFF2-40B4-BE49-F238E27FC236}">
                    <a16:creationId xmlns:a16="http://schemas.microsoft.com/office/drawing/2014/main" id="{84F14879-35C1-6780-3BC5-A5B13353F1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7200" y="2379271"/>
                <a:ext cx="3647440" cy="2960041"/>
              </a:xfrm>
              <a:prstGeom prst="rect">
                <a:avLst/>
              </a:prstGeom>
              <a:blipFill>
                <a:blip r:embed="rId3"/>
                <a:stretch>
                  <a:fillRect l="-1505" t="-82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8881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C6A910-0989-82C3-B73A-2E4990F87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Enheden molær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1DAA671-E3E0-9541-FCA7-FCE4BA2C12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/>
              <a:t>Enhenden</a:t>
            </a:r>
            <a:r>
              <a:rPr lang="da-DK" dirty="0"/>
              <a:t> mol/L (mol pr. liter) kaldes også for molær og forkortes med en lille stort M!</a:t>
            </a:r>
          </a:p>
          <a:p>
            <a:endParaRPr lang="da-DK" dirty="0"/>
          </a:p>
          <a:p>
            <a:r>
              <a:rPr lang="da-DK" dirty="0"/>
              <a:t>c = 0,20 mol/L (0,20 mol pr. liter)</a:t>
            </a:r>
          </a:p>
          <a:p>
            <a:endParaRPr lang="da-DK" dirty="0"/>
          </a:p>
          <a:p>
            <a:r>
              <a:rPr lang="da-DK" dirty="0"/>
              <a:t>c = 0,20 </a:t>
            </a:r>
            <a:r>
              <a:rPr lang="da-DK" sz="1800" dirty="0"/>
              <a:t>M</a:t>
            </a:r>
            <a:r>
              <a:rPr lang="da-DK" dirty="0"/>
              <a:t> (0,20 molær)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E266B796-6995-CB1C-A67F-DE975E881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B106B-10A9-4B3A-8B65-2E3AF9B6FB86}" type="slidenum">
              <a:rPr lang="da-DK" smtClean="0"/>
              <a:t>11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541769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4819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D923D95-BB4A-4B43-1C6C-75957C9D5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43467"/>
            <a:ext cx="3415612" cy="5571066"/>
          </a:xfrm>
        </p:spPr>
        <p:txBody>
          <a:bodyPr>
            <a:normAutofit/>
          </a:bodyPr>
          <a:lstStyle/>
          <a:p>
            <a:r>
              <a:rPr lang="da-DK">
                <a:solidFill>
                  <a:srgbClr val="FFFFFF"/>
                </a:solidFill>
              </a:rPr>
              <a:t>Opgaver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C7E07F57-BBE3-91E0-5281-4E658C47B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A9B106B-10A9-4B3A-8B65-2E3AF9B6FB86}" type="slidenum">
              <a:rPr lang="da-DK" smtClean="0"/>
              <a:pPr>
                <a:spcAft>
                  <a:spcPts val="600"/>
                </a:spcAft>
              </a:pPr>
              <a:t>12</a:t>
            </a:fld>
            <a:endParaRPr lang="da-DK"/>
          </a:p>
        </p:txBody>
      </p:sp>
      <p:graphicFrame>
        <p:nvGraphicFramePr>
          <p:cNvPr id="6" name="Pladsholder til indhold 2">
            <a:extLst>
              <a:ext uri="{FF2B5EF4-FFF2-40B4-BE49-F238E27FC236}">
                <a16:creationId xmlns:a16="http://schemas.microsoft.com/office/drawing/2014/main" id="{C11D97AF-9FA6-FFE3-313D-594B614235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9026044"/>
              </p:ext>
            </p:extLst>
          </p:nvPr>
        </p:nvGraphicFramePr>
        <p:xfrm>
          <a:off x="5603875" y="954088"/>
          <a:ext cx="5641975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813503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BECD91-A85B-408B-A037-FE334ACC1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da-DK" dirty="0"/>
              <a:t>At fremstille en opløsning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69769A4D-3940-4344-B7C0-AE1DF019A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A9B106B-10A9-4B3A-8B65-2E3AF9B6FB86}" type="slidenum">
              <a:rPr lang="da-DK" smtClean="0"/>
              <a:pPr>
                <a:spcAft>
                  <a:spcPts val="600"/>
                </a:spcAft>
              </a:pPr>
              <a:t>13</a:t>
            </a:fld>
            <a:endParaRPr lang="da-DK"/>
          </a:p>
        </p:txBody>
      </p:sp>
      <p:graphicFrame>
        <p:nvGraphicFramePr>
          <p:cNvPr id="6" name="Pladsholder til indhold 2">
            <a:extLst>
              <a:ext uri="{FF2B5EF4-FFF2-40B4-BE49-F238E27FC236}">
                <a16:creationId xmlns:a16="http://schemas.microsoft.com/office/drawing/2014/main" id="{36A45A32-16E3-4005-AF23-4ECB8179C1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7634541"/>
              </p:ext>
            </p:extLst>
          </p:nvPr>
        </p:nvGraphicFramePr>
        <p:xfrm>
          <a:off x="1023938" y="2286000"/>
          <a:ext cx="1089374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63974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06E236-E9D3-4089-93A7-1E60A9B23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r>
              <a:rPr lang="da-DK" dirty="0"/>
              <a:t>At fremstille en opløsning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1985EC6-D98D-4435-8970-377AA2815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8638032" cy="4023360"/>
          </a:xfrm>
        </p:spPr>
        <p:txBody>
          <a:bodyPr>
            <a:normAutofit/>
          </a:bodyPr>
          <a:lstStyle/>
          <a:p>
            <a:r>
              <a:rPr lang="da-DK" dirty="0"/>
              <a:t>Beregningsdelen</a:t>
            </a:r>
          </a:p>
          <a:p>
            <a:r>
              <a:rPr lang="da-DK" dirty="0"/>
              <a:t>Natriumsulfat: Na</a:t>
            </a:r>
            <a:r>
              <a:rPr lang="da-DK" baseline="-25000" dirty="0"/>
              <a:t>2</a:t>
            </a:r>
            <a:r>
              <a:rPr lang="da-DK" dirty="0"/>
              <a:t>SO</a:t>
            </a:r>
            <a:r>
              <a:rPr lang="da-DK" baseline="-25000" dirty="0"/>
              <a:t>4</a:t>
            </a:r>
            <a:r>
              <a:rPr lang="da-DK" dirty="0"/>
              <a:t>, V = 0,10 L, c=0,20 mol/L</a:t>
            </a:r>
            <a:endParaRPr lang="da-DK" baseline="-25000" dirty="0"/>
          </a:p>
          <a:p>
            <a:r>
              <a:rPr lang="da-DK" dirty="0"/>
              <a:t>Tre skridt:</a:t>
            </a:r>
          </a:p>
          <a:p>
            <a:r>
              <a:rPr lang="da-DK" dirty="0"/>
              <a:t>1. Beregn stofmængde: n = </a:t>
            </a:r>
            <a:r>
              <a:rPr lang="da-DK" dirty="0" err="1"/>
              <a:t>c∙V</a:t>
            </a:r>
            <a:r>
              <a:rPr lang="da-DK" dirty="0"/>
              <a:t> = 0,20 mol/L∙0,10 L = 0,02 mol</a:t>
            </a:r>
          </a:p>
          <a:p>
            <a:r>
              <a:rPr lang="da-DK" dirty="0"/>
              <a:t>2. Beregn molarmasse: </a:t>
            </a:r>
          </a:p>
          <a:p>
            <a:r>
              <a:rPr lang="da-DK" dirty="0"/>
              <a:t>    M = 2∙22,99 g/mol+32,07 g/mol+4∙16,00 g/mol = 142,05 g/mol</a:t>
            </a:r>
          </a:p>
          <a:p>
            <a:r>
              <a:rPr lang="da-DK" dirty="0"/>
              <a:t>3. Beregn masse: m = </a:t>
            </a:r>
            <a:r>
              <a:rPr lang="da-DK" dirty="0" err="1"/>
              <a:t>n∙M</a:t>
            </a:r>
            <a:r>
              <a:rPr lang="da-DK" dirty="0"/>
              <a:t> = 0,02 mol∙142,05 g/mol = 2,841 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35A21675-71B1-453B-AB82-BFCAA36EF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A9B106B-10A9-4B3A-8B65-2E3AF9B6FB86}" type="slidenum">
              <a:rPr lang="da-DK" smtClean="0"/>
              <a:pPr>
                <a:spcAft>
                  <a:spcPts val="600"/>
                </a:spcAft>
              </a:pPr>
              <a:t>14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5300243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E47282-1957-4916-ADDB-1426B31A8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At fremstille en opløsning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D1A167B-7529-473A-956C-2A8F70E14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7014972" cy="4023360"/>
          </a:xfrm>
        </p:spPr>
        <p:txBody>
          <a:bodyPr/>
          <a:lstStyle/>
          <a:p>
            <a:r>
              <a:rPr lang="da-DK" dirty="0"/>
              <a:t>I laboratoriet gør man følgende:</a:t>
            </a:r>
          </a:p>
          <a:p>
            <a:r>
              <a:rPr lang="da-DK" dirty="0"/>
              <a:t>1. Afvej 2,841 g natriumsulfat på en vejebåd</a:t>
            </a:r>
          </a:p>
          <a:p>
            <a:r>
              <a:rPr lang="da-DK" dirty="0"/>
              <a:t>2. Overfør stoffet til en målekolbe (100 </a:t>
            </a:r>
            <a:r>
              <a:rPr lang="da-DK" dirty="0" err="1"/>
              <a:t>mL</a:t>
            </a:r>
            <a:r>
              <a:rPr lang="da-DK" dirty="0"/>
              <a:t>) vha. tragt</a:t>
            </a:r>
          </a:p>
          <a:p>
            <a:r>
              <a:rPr lang="da-DK" dirty="0"/>
              <a:t>3. Fyld noget vand i kolben, så den fx er halvt fyldt</a:t>
            </a:r>
          </a:p>
          <a:p>
            <a:r>
              <a:rPr lang="da-DK" dirty="0"/>
              <a:t>4. Sæt prop på kolben og ryst grundigt til alt stof er opløst</a:t>
            </a:r>
          </a:p>
          <a:p>
            <a:r>
              <a:rPr lang="da-DK" dirty="0"/>
              <a:t>5. Fyld vand på kolben indtil stregen</a:t>
            </a:r>
          </a:p>
          <a:p>
            <a:r>
              <a:rPr lang="da-DK" dirty="0"/>
              <a:t>6. Sæt igen prop på og omryst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7DE8EAF-DE68-46EE-AE50-6632ECD52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B106B-10A9-4B3A-8B65-2E3AF9B6FB86}" type="slidenum">
              <a:rPr lang="da-DK" smtClean="0"/>
              <a:t>15</a:t>
            </a:fld>
            <a:endParaRPr lang="da-DK"/>
          </a:p>
        </p:txBody>
      </p:sp>
      <p:pic>
        <p:nvPicPr>
          <p:cNvPr id="6" name="Billede 5" descr="Et billede, der indeholder tekst&#10;&#10;Automatisk genereret beskrivelse">
            <a:extLst>
              <a:ext uri="{FF2B5EF4-FFF2-40B4-BE49-F238E27FC236}">
                <a16:creationId xmlns:a16="http://schemas.microsoft.com/office/drawing/2014/main" id="{67A10D3F-55DA-45BD-AB31-6CD07D1FBB5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36" r="21543"/>
          <a:stretch/>
        </p:blipFill>
        <p:spPr>
          <a:xfrm>
            <a:off x="8660870" y="987957"/>
            <a:ext cx="2619375" cy="5006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4836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D4BFA3-CD22-00B4-8534-F4665F836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Opgaver</a:t>
            </a:r>
          </a:p>
        </p:txBody>
      </p:sp>
      <p:graphicFrame>
        <p:nvGraphicFramePr>
          <p:cNvPr id="6" name="Pladsholder til indhold 2">
            <a:extLst>
              <a:ext uri="{FF2B5EF4-FFF2-40B4-BE49-F238E27FC236}">
                <a16:creationId xmlns:a16="http://schemas.microsoft.com/office/drawing/2014/main" id="{6E790740-4420-C51D-4082-A2AE3214A5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5250090"/>
              </p:ext>
            </p:extLst>
          </p:nvPr>
        </p:nvGraphicFramePr>
        <p:xfrm>
          <a:off x="1024128" y="2286000"/>
          <a:ext cx="9720073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DDB849EC-FACE-370D-D1DD-2203D6A0B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B106B-10A9-4B3A-8B65-2E3AF9B6FB86}" type="slidenum">
              <a:rPr lang="da-DK" smtClean="0"/>
              <a:t>16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68876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B0456F-E791-9866-A930-7984F0E64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Omregning til masseprocent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5627FA3-FE62-E981-1DC6-E43C8B720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Stofmængdekoncentration i mol/L (eller </a:t>
            </a:r>
            <a:r>
              <a:rPr lang="da-DK" sz="1800" dirty="0"/>
              <a:t>M</a:t>
            </a:r>
            <a:r>
              <a:rPr lang="da-DK" dirty="0"/>
              <a:t>, molær) er praktisk i kemi</a:t>
            </a:r>
          </a:p>
          <a:p>
            <a:r>
              <a:rPr lang="da-DK" dirty="0"/>
              <a:t>I dagligdagen er det dog bedre med masseprocent</a:t>
            </a:r>
          </a:p>
          <a:p>
            <a:r>
              <a:rPr lang="da-DK" dirty="0"/>
              <a:t>Omregning fra stofmængdekoncentration til masseprocent sker gennem tre skridt</a:t>
            </a:r>
          </a:p>
          <a:p>
            <a:r>
              <a:rPr lang="da-DK" dirty="0"/>
              <a:t>Vi tager udgangspunkt i et eksempel hvor vi har magnesiumbromid (MgBr</a:t>
            </a:r>
            <a:r>
              <a:rPr lang="da-DK" baseline="-25000" dirty="0"/>
              <a:t>2</a:t>
            </a:r>
            <a:r>
              <a:rPr lang="da-DK" dirty="0"/>
              <a:t>) med en stofmængdekoncentration på 0,20 mol/L = 0,20 </a:t>
            </a:r>
            <a:r>
              <a:rPr lang="da-DK" sz="1800" dirty="0"/>
              <a:t>M</a:t>
            </a:r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4B01EA42-9781-7A67-8278-4AA35BD07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B106B-10A9-4B3A-8B65-2E3AF9B6FB86}" type="slidenum">
              <a:rPr lang="da-DK" smtClean="0"/>
              <a:t>17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25357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406016-E029-C352-7B41-1171DB8FA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Omregning til masseprocent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683BAFCC-0800-5BA4-08E8-3D04D06218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24128" y="2286000"/>
                <a:ext cx="7347711" cy="4023360"/>
              </a:xfrm>
            </p:spPr>
            <p:txBody>
              <a:bodyPr/>
              <a:lstStyle/>
              <a:p>
                <a:r>
                  <a:rPr lang="da-DK" dirty="0"/>
                  <a:t>1. Beregn stoffets molarmasse</a:t>
                </a:r>
              </a:p>
              <a:p>
                <a:r>
                  <a:rPr lang="da-DK" dirty="0"/>
                  <a:t>M = 24,31 g/mol + 2</a:t>
                </a:r>
                <a:r>
                  <a:rPr lang="da-DK" dirty="0">
                    <a:latin typeface="Aptos Narrow" panose="020B0004020202020204" pitchFamily="34" charset="0"/>
                  </a:rPr>
                  <a:t>∙79,90 g/mol = 184,11 g/mol</a:t>
                </a:r>
              </a:p>
              <a:p>
                <a:r>
                  <a:rPr lang="da-DK" dirty="0">
                    <a:latin typeface="Aptos Narrow" panose="020B0004020202020204" pitchFamily="34" charset="0"/>
                  </a:rPr>
                  <a:t>2. Beregn </a:t>
                </a:r>
                <a:r>
                  <a:rPr lang="da-DK" dirty="0" err="1">
                    <a:latin typeface="Aptos Narrow" panose="020B0004020202020204" pitchFamily="34" charset="0"/>
                  </a:rPr>
                  <a:t>c∙M</a:t>
                </a:r>
                <a:r>
                  <a:rPr lang="da-DK" dirty="0">
                    <a:latin typeface="Aptos Narrow" panose="020B0004020202020204" pitchFamily="34" charset="0"/>
                  </a:rPr>
                  <a:t> = 0,20 mol/L∙184,11 g/mol = 36,8 g/L</a:t>
                </a:r>
              </a:p>
              <a:p>
                <a:r>
                  <a:rPr lang="da-DK" dirty="0">
                    <a:latin typeface="Aptos Narrow" panose="020B0004020202020204" pitchFamily="34" charset="0"/>
                  </a:rPr>
                  <a:t>3. Beregn masseprocent</a:t>
                </a:r>
              </a:p>
              <a:p>
                <a:r>
                  <a:rPr lang="da-DK" dirty="0">
                    <a:latin typeface="Aptos Narrow" panose="020B0004020202020204" pitchFamily="34" charset="0"/>
                  </a:rPr>
                  <a:t>Vi regner med at en liter opløsning vejer 1000 g (da det meste  er vand)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𝑚𝑎𝑠𝑠𝑒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%</m:t>
                        </m:r>
                      </m:sub>
                    </m:sSub>
                    <m:r>
                      <a:rPr lang="da-DK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𝑠𝑡𝑜𝑓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a-DK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𝑜𝑝𝑙</m:t>
                            </m:r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ø</m:t>
                            </m:r>
                            <m:r>
                              <a:rPr lang="da-DK" b="0" i="1" smtClean="0">
                                <a:latin typeface="Cambria Math" panose="02040503050406030204" pitchFamily="18" charset="0"/>
                              </a:rPr>
                              <m:t>𝑠𝑛𝑖𝑛𝑔</m:t>
                            </m:r>
                          </m:sub>
                        </m:sSub>
                      </m:den>
                    </m:f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∙100 %= 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36,8 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1000 </m:t>
                        </m:r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</m:den>
                    </m:f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∙100 %=3,68 %</m:t>
                    </m:r>
                  </m:oMath>
                </a14:m>
                <a:endParaRPr lang="da-DK" dirty="0"/>
              </a:p>
            </p:txBody>
          </p:sp>
        </mc:Choice>
        <mc:Fallback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683BAFCC-0800-5BA4-08E8-3D04D06218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24128" y="2286000"/>
                <a:ext cx="7347711" cy="4023360"/>
              </a:xfrm>
              <a:blipFill>
                <a:blip r:embed="rId2"/>
                <a:stretch>
                  <a:fillRect l="-415" t="-1818" r="-41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F6532E23-4F9F-CEEA-D295-92F1B7914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B106B-10A9-4B3A-8B65-2E3AF9B6FB86}" type="slidenum">
              <a:rPr lang="da-DK" smtClean="0"/>
              <a:t>18</a:t>
            </a:fld>
            <a:endParaRPr lang="da-DK"/>
          </a:p>
        </p:txBody>
      </p:sp>
      <p:sp>
        <p:nvSpPr>
          <p:cNvPr id="5" name="Tekstfelt 4">
            <a:extLst>
              <a:ext uri="{FF2B5EF4-FFF2-40B4-BE49-F238E27FC236}">
                <a16:creationId xmlns:a16="http://schemas.microsoft.com/office/drawing/2014/main" id="{315BCD43-4A80-B23F-7987-301A180DAAF4}"/>
              </a:ext>
            </a:extLst>
          </p:cNvPr>
          <p:cNvSpPr txBox="1"/>
          <p:nvPr/>
        </p:nvSpPr>
        <p:spPr>
          <a:xfrm>
            <a:off x="8902051" y="2410252"/>
            <a:ext cx="28143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>
                <a:highlight>
                  <a:srgbClr val="FFFF00"/>
                </a:highlight>
              </a:rPr>
              <a:t>0,20 mol/L</a:t>
            </a:r>
          </a:p>
          <a:p>
            <a:r>
              <a:rPr lang="da-DK" dirty="0">
                <a:highlight>
                  <a:srgbClr val="FFFF00"/>
                </a:highlight>
              </a:rPr>
              <a:t>Magnesiumbromid</a:t>
            </a:r>
          </a:p>
          <a:p>
            <a:r>
              <a:rPr lang="da-DK" dirty="0">
                <a:highlight>
                  <a:srgbClr val="FFFF00"/>
                </a:highlight>
              </a:rPr>
              <a:t>MgBr</a:t>
            </a:r>
            <a:r>
              <a:rPr lang="da-DK" baseline="-25000" dirty="0">
                <a:highlight>
                  <a:srgbClr val="FFFF00"/>
                </a:highlight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9738111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210A77-B9C0-E7AD-61B8-52969BC70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da-DK" dirty="0"/>
              <a:t>Opgaver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342148D3-7EDC-C716-CF04-A70559F3C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A9B106B-10A9-4B3A-8B65-2E3AF9B6FB86}" type="slidenum">
              <a:rPr lang="da-DK" smtClean="0"/>
              <a:pPr>
                <a:spcAft>
                  <a:spcPts val="600"/>
                </a:spcAft>
              </a:pPr>
              <a:t>19</a:t>
            </a:fld>
            <a:endParaRPr lang="da-DK"/>
          </a:p>
        </p:txBody>
      </p:sp>
      <p:graphicFrame>
        <p:nvGraphicFramePr>
          <p:cNvPr id="6" name="Pladsholder til indhold 2">
            <a:extLst>
              <a:ext uri="{FF2B5EF4-FFF2-40B4-BE49-F238E27FC236}">
                <a16:creationId xmlns:a16="http://schemas.microsoft.com/office/drawing/2014/main" id="{2E31791F-2B95-C556-A293-AE3FA4116F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8182737"/>
              </p:ext>
            </p:extLst>
          </p:nvPr>
        </p:nvGraphicFramePr>
        <p:xfrm>
          <a:off x="1023938" y="2286000"/>
          <a:ext cx="97202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61736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B842DE-892D-AC74-069B-1216257B0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Oversigt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AF889E98-0DB2-808F-4041-A0945C2712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a-DK" dirty="0"/>
                  <a:t>Volumen, V</a:t>
                </a:r>
              </a:p>
              <a:p>
                <a:r>
                  <a:rPr lang="da-DK" dirty="0"/>
                  <a:t>Stofmængde, n</a:t>
                </a:r>
              </a:p>
              <a:p>
                <a:r>
                  <a:rPr lang="da-DK" dirty="0"/>
                  <a:t>Stofmængdekoncentration, c</a:t>
                </a:r>
              </a:p>
              <a:p>
                <a14:m>
                  <m:oMath xmlns:m="http://schemas.openxmlformats.org/officeDocument/2006/math">
                    <m:r>
                      <a:rPr lang="da-DK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da-DK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den>
                    </m:f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da-DK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da-DK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endParaRPr lang="da-DK" dirty="0"/>
              </a:p>
              <a:p>
                <a:r>
                  <a:rPr lang="da-DK" dirty="0"/>
                  <a:t>Fremstilling af opløsning</a:t>
                </a:r>
              </a:p>
              <a:p>
                <a:r>
                  <a:rPr lang="da-DK" dirty="0"/>
                  <a:t>Omregning til masseprocent (de tre skridt)</a:t>
                </a:r>
              </a:p>
              <a:p>
                <a:endParaRPr lang="da-DK" dirty="0"/>
              </a:p>
            </p:txBody>
          </p:sp>
        </mc:Choice>
        <mc:Fallback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AF889E98-0DB2-808F-4041-A0945C2712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13" t="-1818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FE6BB464-8D60-32E1-C1C9-DFC04D9A3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9B106B-10A9-4B3A-8B65-2E3AF9B6FB86}" type="slidenum">
              <a:rPr lang="da-DK" smtClean="0"/>
              <a:t>20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325492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925</TotalTime>
  <Words>826</Words>
  <Application>Microsoft Office PowerPoint</Application>
  <PresentationFormat>Widescreen</PresentationFormat>
  <Paragraphs>136</Paragraphs>
  <Slides>20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6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20</vt:i4>
      </vt:variant>
    </vt:vector>
  </HeadingPairs>
  <TitlesOfParts>
    <vt:vector size="27" baseType="lpstr">
      <vt:lpstr>Aptos Narrow</vt:lpstr>
      <vt:lpstr>Calibri</vt:lpstr>
      <vt:lpstr>Cambria Math</vt:lpstr>
      <vt:lpstr>Tw Cen MT</vt:lpstr>
      <vt:lpstr>Tw Cen MT Condensed</vt:lpstr>
      <vt:lpstr>Wingdings 3</vt:lpstr>
      <vt:lpstr>Integral</vt:lpstr>
      <vt:lpstr>Stofmængekoncentration</vt:lpstr>
      <vt:lpstr>Koncentration</vt:lpstr>
      <vt:lpstr>Koncentration</vt:lpstr>
      <vt:lpstr>Stofmængdekoncentration</vt:lpstr>
      <vt:lpstr>Stofmængdekoncentration</vt:lpstr>
      <vt:lpstr>Stofmængdekoncentration</vt:lpstr>
      <vt:lpstr>Omformning af formlen</vt:lpstr>
      <vt:lpstr>Eksempel 1</vt:lpstr>
      <vt:lpstr>Eksempel 2</vt:lpstr>
      <vt:lpstr>Eksempel 3</vt:lpstr>
      <vt:lpstr>Enheden molær</vt:lpstr>
      <vt:lpstr>Opgaver</vt:lpstr>
      <vt:lpstr>At fremstille en opløsning</vt:lpstr>
      <vt:lpstr>At fremstille en opløsning</vt:lpstr>
      <vt:lpstr>At fremstille en opløsning</vt:lpstr>
      <vt:lpstr>Opgaver</vt:lpstr>
      <vt:lpstr>Omregning til masseprocent</vt:lpstr>
      <vt:lpstr>Omregning til masseprocent</vt:lpstr>
      <vt:lpstr>Opgaver</vt:lpstr>
      <vt:lpstr>Oversigt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Blandinger</dc:title>
  <dc:creator>Henry Vest</dc:creator>
  <cp:lastModifiedBy>Henry Valdemar Vest</cp:lastModifiedBy>
  <cp:revision>40</cp:revision>
  <dcterms:created xsi:type="dcterms:W3CDTF">2021-02-10T12:09:31Z</dcterms:created>
  <dcterms:modified xsi:type="dcterms:W3CDTF">2026-09-29T13:21:58Z</dcterms:modified>
</cp:coreProperties>
</file>