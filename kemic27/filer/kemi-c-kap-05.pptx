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3" r:id="rId14"/>
    <p:sldId id="270" r:id="rId15"/>
    <p:sldId id="271" r:id="rId16"/>
    <p:sldId id="269" r:id="rId17"/>
    <p:sldId id="272" r:id="rId18"/>
    <p:sldId id="285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BB43AF-78E9-4B73-94EC-E84320EDB9F4}" v="27" dt="2026-09-24T08:30:40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modSld sldOrd">
      <pc:chgData name="Henry Valdemar Vest" userId="f5b1f0ec-4051-405f-83b3-0c678f78df49" providerId="ADAL" clId="{0B671710-12AA-4A9C-8982-6D6CBD054718}" dt="2026-09-24T08:30:40.122" v="26"/>
      <pc:docMkLst>
        <pc:docMk/>
      </pc:docMkLst>
      <pc:sldChg chg="modSp">
        <pc:chgData name="Henry Valdemar Vest" userId="f5b1f0ec-4051-405f-83b3-0c678f78df49" providerId="ADAL" clId="{0B671710-12AA-4A9C-8982-6D6CBD054718}" dt="2026-09-24T06:50:00.286" v="12"/>
        <pc:sldMkLst>
          <pc:docMk/>
          <pc:sldMk cId="1094910745" sldId="261"/>
        </pc:sldMkLst>
        <pc:graphicFrameChg chg="mod">
          <ac:chgData name="Henry Valdemar Vest" userId="f5b1f0ec-4051-405f-83b3-0c678f78df49" providerId="ADAL" clId="{0B671710-12AA-4A9C-8982-6D6CBD054718}" dt="2026-09-24T06:50:00.286" v="12"/>
          <ac:graphicFrameMkLst>
            <pc:docMk/>
            <pc:sldMk cId="1094910745" sldId="261"/>
            <ac:graphicFrameMk id="4" creationId="{603B3D59-6CF2-8A04-F14D-EEBA64FE58BB}"/>
          </ac:graphicFrameMkLst>
        </pc:graphicFrameChg>
      </pc:sldChg>
      <pc:sldChg chg="addSp modSp">
        <pc:chgData name="Henry Valdemar Vest" userId="f5b1f0ec-4051-405f-83b3-0c678f78df49" providerId="ADAL" clId="{0B671710-12AA-4A9C-8982-6D6CBD054718}" dt="2026-09-24T07:17:14.917" v="13" actId="767"/>
        <pc:sldMkLst>
          <pc:docMk/>
          <pc:sldMk cId="4030011122" sldId="268"/>
        </pc:sldMkLst>
        <pc:spChg chg="add mod">
          <ac:chgData name="Henry Valdemar Vest" userId="f5b1f0ec-4051-405f-83b3-0c678f78df49" providerId="ADAL" clId="{0B671710-12AA-4A9C-8982-6D6CBD054718}" dt="2026-09-24T07:17:14.917" v="13" actId="767"/>
          <ac:spMkLst>
            <pc:docMk/>
            <pc:sldMk cId="4030011122" sldId="268"/>
            <ac:spMk id="10" creationId="{A6889F86-AE9C-B547-3B06-F8025BA26744}"/>
          </ac:spMkLst>
        </pc:spChg>
      </pc:sldChg>
      <pc:sldChg chg="ord">
        <pc:chgData name="Henry Valdemar Vest" userId="f5b1f0ec-4051-405f-83b3-0c678f78df49" providerId="ADAL" clId="{0B671710-12AA-4A9C-8982-6D6CBD054718}" dt="2026-09-24T07:21:34.999" v="14"/>
        <pc:sldMkLst>
          <pc:docMk/>
          <pc:sldMk cId="1734680712" sldId="269"/>
        </pc:sldMkLst>
      </pc:sldChg>
      <pc:sldChg chg="modSp">
        <pc:chgData name="Henry Valdemar Vest" userId="f5b1f0ec-4051-405f-83b3-0c678f78df49" providerId="ADAL" clId="{0B671710-12AA-4A9C-8982-6D6CBD054718}" dt="2026-09-24T08:23:38.186" v="24" actId="5793"/>
        <pc:sldMkLst>
          <pc:docMk/>
          <pc:sldMk cId="1019927864" sldId="271"/>
        </pc:sldMkLst>
        <pc:graphicFrameChg chg="mod">
          <ac:chgData name="Henry Valdemar Vest" userId="f5b1f0ec-4051-405f-83b3-0c678f78df49" providerId="ADAL" clId="{0B671710-12AA-4A9C-8982-6D6CBD054718}" dt="2026-09-24T08:23:38.186" v="24" actId="5793"/>
          <ac:graphicFrameMkLst>
            <pc:docMk/>
            <pc:sldMk cId="1019927864" sldId="271"/>
            <ac:graphicFrameMk id="12" creationId="{5BFA3937-9C96-54BA-0465-836733E09C50}"/>
          </ac:graphicFrameMkLst>
        </pc:graphicFrameChg>
      </pc:sldChg>
      <pc:sldChg chg="ord">
        <pc:chgData name="Henry Valdemar Vest" userId="f5b1f0ec-4051-405f-83b3-0c678f78df49" providerId="ADAL" clId="{0B671710-12AA-4A9C-8982-6D6CBD054718}" dt="2026-09-24T07:21:56.698" v="15"/>
        <pc:sldMkLst>
          <pc:docMk/>
          <pc:sldMk cId="6822499" sldId="274"/>
        </pc:sldMkLst>
      </pc:sldChg>
      <pc:sldChg chg="modSp">
        <pc:chgData name="Henry Valdemar Vest" userId="f5b1f0ec-4051-405f-83b3-0c678f78df49" providerId="ADAL" clId="{0B671710-12AA-4A9C-8982-6D6CBD054718}" dt="2026-09-24T07:35:27.643" v="16"/>
        <pc:sldMkLst>
          <pc:docMk/>
          <pc:sldMk cId="1940116346" sldId="276"/>
        </pc:sldMkLst>
        <pc:graphicFrameChg chg="mod">
          <ac:chgData name="Henry Valdemar Vest" userId="f5b1f0ec-4051-405f-83b3-0c678f78df49" providerId="ADAL" clId="{0B671710-12AA-4A9C-8982-6D6CBD054718}" dt="2026-09-24T07:35:27.643" v="16"/>
          <ac:graphicFrameMkLst>
            <pc:docMk/>
            <pc:sldMk cId="1940116346" sldId="276"/>
            <ac:graphicFrameMk id="4" creationId="{51C8A1B1-1619-FC70-846B-917F8E9FBC38}"/>
          </ac:graphicFrameMkLst>
        </pc:graphicFrameChg>
      </pc:sldChg>
      <pc:sldChg chg="modSp">
        <pc:chgData name="Henry Valdemar Vest" userId="f5b1f0ec-4051-405f-83b3-0c678f78df49" providerId="ADAL" clId="{0B671710-12AA-4A9C-8982-6D6CBD054718}" dt="2026-09-24T07:38:26.126" v="17"/>
        <pc:sldMkLst>
          <pc:docMk/>
          <pc:sldMk cId="1236974352" sldId="277"/>
        </pc:sldMkLst>
        <pc:graphicFrameChg chg="mod">
          <ac:chgData name="Henry Valdemar Vest" userId="f5b1f0ec-4051-405f-83b3-0c678f78df49" providerId="ADAL" clId="{0B671710-12AA-4A9C-8982-6D6CBD054718}" dt="2026-09-24T07:38:26.126" v="17"/>
          <ac:graphicFrameMkLst>
            <pc:docMk/>
            <pc:sldMk cId="1236974352" sldId="277"/>
            <ac:graphicFrameMk id="4" creationId="{CCA855E9-6F74-FACA-E2D0-3C3883CB3649}"/>
          </ac:graphicFrameMkLst>
        </pc:graphicFrameChg>
      </pc:sldChg>
      <pc:sldChg chg="modSp">
        <pc:chgData name="Henry Valdemar Vest" userId="f5b1f0ec-4051-405f-83b3-0c678f78df49" providerId="ADAL" clId="{0B671710-12AA-4A9C-8982-6D6CBD054718}" dt="2026-09-24T07:47:07.725" v="18"/>
        <pc:sldMkLst>
          <pc:docMk/>
          <pc:sldMk cId="3029798717" sldId="279"/>
        </pc:sldMkLst>
        <pc:spChg chg="mod">
          <ac:chgData name="Henry Valdemar Vest" userId="f5b1f0ec-4051-405f-83b3-0c678f78df49" providerId="ADAL" clId="{0B671710-12AA-4A9C-8982-6D6CBD054718}" dt="2026-09-24T07:47:07.725" v="18"/>
          <ac:spMkLst>
            <pc:docMk/>
            <pc:sldMk cId="3029798717" sldId="279"/>
            <ac:spMk id="2" creationId="{02C22007-14A1-539D-ED81-D19D13AC0263}"/>
          </ac:spMkLst>
        </pc:spChg>
      </pc:sldChg>
      <pc:sldChg chg="modSp">
        <pc:chgData name="Henry Valdemar Vest" userId="f5b1f0ec-4051-405f-83b3-0c678f78df49" providerId="ADAL" clId="{0B671710-12AA-4A9C-8982-6D6CBD054718}" dt="2026-09-24T07:52:31.855" v="21"/>
        <pc:sldMkLst>
          <pc:docMk/>
          <pc:sldMk cId="2947864651" sldId="280"/>
        </pc:sldMkLst>
        <pc:spChg chg="mod">
          <ac:chgData name="Henry Valdemar Vest" userId="f5b1f0ec-4051-405f-83b3-0c678f78df49" providerId="ADAL" clId="{0B671710-12AA-4A9C-8982-6D6CBD054718}" dt="2026-09-24T07:50:33.597" v="19"/>
          <ac:spMkLst>
            <pc:docMk/>
            <pc:sldMk cId="2947864651" sldId="280"/>
            <ac:spMk id="2" creationId="{0D98B9BB-BC55-C11B-0DB9-A60F04E99684}"/>
          </ac:spMkLst>
        </pc:spChg>
        <pc:spChg chg="mod">
          <ac:chgData name="Henry Valdemar Vest" userId="f5b1f0ec-4051-405f-83b3-0c678f78df49" providerId="ADAL" clId="{0B671710-12AA-4A9C-8982-6D6CBD054718}" dt="2026-09-24T07:52:31.855" v="21"/>
          <ac:spMkLst>
            <pc:docMk/>
            <pc:sldMk cId="2947864651" sldId="280"/>
            <ac:spMk id="3" creationId="{BF290278-F4BD-C90A-F78A-09794666059B}"/>
          </ac:spMkLst>
        </pc:spChg>
      </pc:sldChg>
      <pc:sldChg chg="addSp modSp">
        <pc:chgData name="Henry Valdemar Vest" userId="f5b1f0ec-4051-405f-83b3-0c678f78df49" providerId="ADAL" clId="{0B671710-12AA-4A9C-8982-6D6CBD054718}" dt="2026-09-24T07:57:53.883" v="22" actId="767"/>
        <pc:sldMkLst>
          <pc:docMk/>
          <pc:sldMk cId="2019963089" sldId="281"/>
        </pc:sldMkLst>
        <pc:spChg chg="add mod">
          <ac:chgData name="Henry Valdemar Vest" userId="f5b1f0ec-4051-405f-83b3-0c678f78df49" providerId="ADAL" clId="{0B671710-12AA-4A9C-8982-6D6CBD054718}" dt="2026-09-24T07:57:53.883" v="22" actId="767"/>
          <ac:spMkLst>
            <pc:docMk/>
            <pc:sldMk cId="2019963089" sldId="281"/>
            <ac:spMk id="5" creationId="{DAAA3B41-BF95-51D3-8613-27F57E562C95}"/>
          </ac:spMkLst>
        </pc:spChg>
      </pc:sldChg>
      <pc:sldChg chg="addSp modSp">
        <pc:chgData name="Henry Valdemar Vest" userId="f5b1f0ec-4051-405f-83b3-0c678f78df49" providerId="ADAL" clId="{0B671710-12AA-4A9C-8982-6D6CBD054718}" dt="2026-09-24T08:30:40.122" v="26"/>
        <pc:sldMkLst>
          <pc:docMk/>
          <pc:sldMk cId="2539119050" sldId="285"/>
        </pc:sldMkLst>
        <pc:cxnChg chg="add mod">
          <ac:chgData name="Henry Valdemar Vest" userId="f5b1f0ec-4051-405f-83b3-0c678f78df49" providerId="ADAL" clId="{0B671710-12AA-4A9C-8982-6D6CBD054718}" dt="2026-09-24T08:30:16.913" v="25"/>
          <ac:cxnSpMkLst>
            <pc:docMk/>
            <pc:sldMk cId="2539119050" sldId="285"/>
            <ac:cxnSpMk id="11" creationId="{CB268810-486A-7D82-85F3-2D163053CD4D}"/>
          </ac:cxnSpMkLst>
        </pc:cxnChg>
        <pc:cxnChg chg="add mod">
          <ac:chgData name="Henry Valdemar Vest" userId="f5b1f0ec-4051-405f-83b3-0c678f78df49" providerId="ADAL" clId="{0B671710-12AA-4A9C-8982-6D6CBD054718}" dt="2026-09-24T08:30:40.122" v="26"/>
          <ac:cxnSpMkLst>
            <pc:docMk/>
            <pc:sldMk cId="2539119050" sldId="285"/>
            <ac:cxnSpMk id="13" creationId="{F33B0B16-88F4-D427-1B03-415914517745}"/>
          </ac:cxnSpMkLst>
        </pc:cxn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5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5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5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9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#9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54005B-3EAF-4E92-816B-6FA6AC6DEA96}" type="doc">
      <dgm:prSet loTypeId="urn:microsoft.com/office/officeart/2005/8/layout/hierarchy1" loCatId="hierarchy" qsTypeId="urn:microsoft.com/office/officeart/2005/8/quickstyle/simple1#19" qsCatId="simple" csTypeId="urn:microsoft.com/office/officeart/2005/8/colors/colorful1#2" csCatId="colorful"/>
      <dgm:spPr/>
      <dgm:t>
        <a:bodyPr/>
        <a:lstStyle/>
        <a:p>
          <a:endParaRPr lang="en-US"/>
        </a:p>
      </dgm:t>
    </dgm:pt>
    <dgm:pt modelId="{58E0D274-1E7A-402B-BD3C-A0FA51706251}">
      <dgm:prSet/>
      <dgm:spPr/>
      <dgm:t>
        <a:bodyPr/>
        <a:lstStyle/>
        <a:p>
          <a:r>
            <a:rPr lang="da-DK"/>
            <a:t>Oktetreglen: atomer opnår 8 elektroner (eller 18) ved at indgå i kemiske forbindelser</a:t>
          </a:r>
          <a:endParaRPr lang="en-US"/>
        </a:p>
      </dgm:t>
    </dgm:pt>
    <dgm:pt modelId="{21C5B8E7-9830-419B-8FC6-3517D1B15BB4}" type="parTrans" cxnId="{B4E7F21E-4AE8-4D6A-9CE9-24879D8B7151}">
      <dgm:prSet/>
      <dgm:spPr/>
      <dgm:t>
        <a:bodyPr/>
        <a:lstStyle/>
        <a:p>
          <a:endParaRPr lang="en-US"/>
        </a:p>
      </dgm:t>
    </dgm:pt>
    <dgm:pt modelId="{BB33922C-C234-4D33-8ED0-0076D5CD49A2}" type="sibTrans" cxnId="{B4E7F21E-4AE8-4D6A-9CE9-24879D8B7151}">
      <dgm:prSet/>
      <dgm:spPr/>
      <dgm:t>
        <a:bodyPr/>
        <a:lstStyle/>
        <a:p>
          <a:endParaRPr lang="en-US"/>
        </a:p>
      </dgm:t>
    </dgm:pt>
    <dgm:pt modelId="{9C36E09A-F69A-4365-A5EF-252235698310}">
      <dgm:prSet/>
      <dgm:spPr/>
      <dgm:t>
        <a:bodyPr/>
        <a:lstStyle/>
        <a:p>
          <a:r>
            <a:rPr lang="da-DK"/>
            <a:t>I ionforbindelser (kap. 4) sker det ved at atomerne afgiver eller optager elektroner</a:t>
          </a:r>
          <a:endParaRPr lang="en-US"/>
        </a:p>
      </dgm:t>
    </dgm:pt>
    <dgm:pt modelId="{1FE885DB-34E4-46D6-ACCE-EDF294E60965}" type="parTrans" cxnId="{21014E9F-7153-41C7-A17A-7FC2B5B18D95}">
      <dgm:prSet/>
      <dgm:spPr/>
      <dgm:t>
        <a:bodyPr/>
        <a:lstStyle/>
        <a:p>
          <a:endParaRPr lang="en-US"/>
        </a:p>
      </dgm:t>
    </dgm:pt>
    <dgm:pt modelId="{E9AE60D3-41E0-44D9-BD3E-4FC6471E09C8}" type="sibTrans" cxnId="{21014E9F-7153-41C7-A17A-7FC2B5B18D95}">
      <dgm:prSet/>
      <dgm:spPr/>
      <dgm:t>
        <a:bodyPr/>
        <a:lstStyle/>
        <a:p>
          <a:endParaRPr lang="en-US"/>
        </a:p>
      </dgm:t>
    </dgm:pt>
    <dgm:pt modelId="{5E2FD736-D85A-4D09-A9C2-A415E8CBF841}">
      <dgm:prSet/>
      <dgm:spPr/>
      <dgm:t>
        <a:bodyPr/>
        <a:lstStyle/>
        <a:p>
          <a:r>
            <a:rPr lang="da-DK"/>
            <a:t>I molekylforbindelser sker det ved en slags deling af elektroner</a:t>
          </a:r>
          <a:endParaRPr lang="en-US"/>
        </a:p>
      </dgm:t>
    </dgm:pt>
    <dgm:pt modelId="{F6D289A4-E526-4F76-BDF7-0D0F562EB286}" type="parTrans" cxnId="{3482A2B1-556C-4242-9211-7F87561C288B}">
      <dgm:prSet/>
      <dgm:spPr/>
      <dgm:t>
        <a:bodyPr/>
        <a:lstStyle/>
        <a:p>
          <a:endParaRPr lang="en-US"/>
        </a:p>
      </dgm:t>
    </dgm:pt>
    <dgm:pt modelId="{7DB2485E-2247-417E-9575-5B6B467C7B4A}" type="sibTrans" cxnId="{3482A2B1-556C-4242-9211-7F87561C288B}">
      <dgm:prSet/>
      <dgm:spPr/>
      <dgm:t>
        <a:bodyPr/>
        <a:lstStyle/>
        <a:p>
          <a:endParaRPr lang="en-US"/>
        </a:p>
      </dgm:t>
    </dgm:pt>
    <dgm:pt modelId="{8F81EBE7-A09D-4ED4-8CBF-BBEE510A9898}" type="pres">
      <dgm:prSet presAssocID="{F054005B-3EAF-4E92-816B-6FA6AC6DEA9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9BBCAA-10AE-4E17-94CE-82CB00401225}" type="pres">
      <dgm:prSet presAssocID="{58E0D274-1E7A-402B-BD3C-A0FA51706251}" presName="hierRoot1" presStyleCnt="0"/>
      <dgm:spPr/>
    </dgm:pt>
    <dgm:pt modelId="{FCA2402D-FB22-4B2E-BF65-D0EFD7DCE040}" type="pres">
      <dgm:prSet presAssocID="{58E0D274-1E7A-402B-BD3C-A0FA51706251}" presName="composite" presStyleCnt="0"/>
      <dgm:spPr/>
    </dgm:pt>
    <dgm:pt modelId="{986FAB0C-076C-48B7-AB7B-76041E48CB2C}" type="pres">
      <dgm:prSet presAssocID="{58E0D274-1E7A-402B-BD3C-A0FA51706251}" presName="background" presStyleLbl="node0" presStyleIdx="0" presStyleCnt="3"/>
      <dgm:spPr/>
    </dgm:pt>
    <dgm:pt modelId="{B2F4453C-5028-48BE-91A9-44C2B7CEDBB7}" type="pres">
      <dgm:prSet presAssocID="{58E0D274-1E7A-402B-BD3C-A0FA51706251}" presName="text" presStyleLbl="fgAcc0" presStyleIdx="0" presStyleCnt="3">
        <dgm:presLayoutVars>
          <dgm:chPref val="3"/>
        </dgm:presLayoutVars>
      </dgm:prSet>
      <dgm:spPr/>
    </dgm:pt>
    <dgm:pt modelId="{8DF9C836-E8C0-4077-96C6-75DD78F8CDB1}" type="pres">
      <dgm:prSet presAssocID="{58E0D274-1E7A-402B-BD3C-A0FA51706251}" presName="hierChild2" presStyleCnt="0"/>
      <dgm:spPr/>
    </dgm:pt>
    <dgm:pt modelId="{CFEA1BAC-4410-4D92-841E-C8785096F6C4}" type="pres">
      <dgm:prSet presAssocID="{9C36E09A-F69A-4365-A5EF-252235698310}" presName="hierRoot1" presStyleCnt="0"/>
      <dgm:spPr/>
    </dgm:pt>
    <dgm:pt modelId="{EE841484-ED9E-40A0-BD17-ACD503F7742A}" type="pres">
      <dgm:prSet presAssocID="{9C36E09A-F69A-4365-A5EF-252235698310}" presName="composite" presStyleCnt="0"/>
      <dgm:spPr/>
    </dgm:pt>
    <dgm:pt modelId="{C99DD657-6987-4FE0-A899-5CD564697672}" type="pres">
      <dgm:prSet presAssocID="{9C36E09A-F69A-4365-A5EF-252235698310}" presName="background" presStyleLbl="node0" presStyleIdx="1" presStyleCnt="3"/>
      <dgm:spPr/>
    </dgm:pt>
    <dgm:pt modelId="{F68BDCAA-22C4-4181-87CA-5224AD967BCC}" type="pres">
      <dgm:prSet presAssocID="{9C36E09A-F69A-4365-A5EF-252235698310}" presName="text" presStyleLbl="fgAcc0" presStyleIdx="1" presStyleCnt="3">
        <dgm:presLayoutVars>
          <dgm:chPref val="3"/>
        </dgm:presLayoutVars>
      </dgm:prSet>
      <dgm:spPr/>
    </dgm:pt>
    <dgm:pt modelId="{3A6FBB7B-F424-40F1-9DC1-D121DBB44457}" type="pres">
      <dgm:prSet presAssocID="{9C36E09A-F69A-4365-A5EF-252235698310}" presName="hierChild2" presStyleCnt="0"/>
      <dgm:spPr/>
    </dgm:pt>
    <dgm:pt modelId="{CCD2F1C5-D335-4546-82DC-61333B3D0F10}" type="pres">
      <dgm:prSet presAssocID="{5E2FD736-D85A-4D09-A9C2-A415E8CBF841}" presName="hierRoot1" presStyleCnt="0"/>
      <dgm:spPr/>
    </dgm:pt>
    <dgm:pt modelId="{8A3D3113-0E71-4BAE-8DCB-6B7F9244080C}" type="pres">
      <dgm:prSet presAssocID="{5E2FD736-D85A-4D09-A9C2-A415E8CBF841}" presName="composite" presStyleCnt="0"/>
      <dgm:spPr/>
    </dgm:pt>
    <dgm:pt modelId="{7A2BE874-901E-4B89-9705-8DB5CC9EC69F}" type="pres">
      <dgm:prSet presAssocID="{5E2FD736-D85A-4D09-A9C2-A415E8CBF841}" presName="background" presStyleLbl="node0" presStyleIdx="2" presStyleCnt="3"/>
      <dgm:spPr/>
    </dgm:pt>
    <dgm:pt modelId="{F9110162-114A-4D0D-A916-36A6C1221723}" type="pres">
      <dgm:prSet presAssocID="{5E2FD736-D85A-4D09-A9C2-A415E8CBF841}" presName="text" presStyleLbl="fgAcc0" presStyleIdx="2" presStyleCnt="3">
        <dgm:presLayoutVars>
          <dgm:chPref val="3"/>
        </dgm:presLayoutVars>
      </dgm:prSet>
      <dgm:spPr/>
    </dgm:pt>
    <dgm:pt modelId="{C0C31C83-7F44-48DD-B195-8C4A9D7BFC2A}" type="pres">
      <dgm:prSet presAssocID="{5E2FD736-D85A-4D09-A9C2-A415E8CBF841}" presName="hierChild2" presStyleCnt="0"/>
      <dgm:spPr/>
    </dgm:pt>
  </dgm:ptLst>
  <dgm:cxnLst>
    <dgm:cxn modelId="{B4E7F21E-4AE8-4D6A-9CE9-24879D8B7151}" srcId="{F054005B-3EAF-4E92-816B-6FA6AC6DEA96}" destId="{58E0D274-1E7A-402B-BD3C-A0FA51706251}" srcOrd="0" destOrd="0" parTransId="{21C5B8E7-9830-419B-8FC6-3517D1B15BB4}" sibTransId="{BB33922C-C234-4D33-8ED0-0076D5CD49A2}"/>
    <dgm:cxn modelId="{0CF38F3E-4F62-445E-B41A-76E80AD76B12}" type="presOf" srcId="{5E2FD736-D85A-4D09-A9C2-A415E8CBF841}" destId="{F9110162-114A-4D0D-A916-36A6C1221723}" srcOrd="0" destOrd="0" presId="urn:microsoft.com/office/officeart/2005/8/layout/hierarchy1"/>
    <dgm:cxn modelId="{F569CE9C-520F-44FA-9F25-6254DB71D25E}" type="presOf" srcId="{9C36E09A-F69A-4365-A5EF-252235698310}" destId="{F68BDCAA-22C4-4181-87CA-5224AD967BCC}" srcOrd="0" destOrd="0" presId="urn:microsoft.com/office/officeart/2005/8/layout/hierarchy1"/>
    <dgm:cxn modelId="{21014E9F-7153-41C7-A17A-7FC2B5B18D95}" srcId="{F054005B-3EAF-4E92-816B-6FA6AC6DEA96}" destId="{9C36E09A-F69A-4365-A5EF-252235698310}" srcOrd="1" destOrd="0" parTransId="{1FE885DB-34E4-46D6-ACCE-EDF294E60965}" sibTransId="{E9AE60D3-41E0-44D9-BD3E-4FC6471E09C8}"/>
    <dgm:cxn modelId="{A5C1ECAA-359E-4318-A3F3-515862B30EB4}" type="presOf" srcId="{F054005B-3EAF-4E92-816B-6FA6AC6DEA96}" destId="{8F81EBE7-A09D-4ED4-8CBF-BBEE510A9898}" srcOrd="0" destOrd="0" presId="urn:microsoft.com/office/officeart/2005/8/layout/hierarchy1"/>
    <dgm:cxn modelId="{3482A2B1-556C-4242-9211-7F87561C288B}" srcId="{F054005B-3EAF-4E92-816B-6FA6AC6DEA96}" destId="{5E2FD736-D85A-4D09-A9C2-A415E8CBF841}" srcOrd="2" destOrd="0" parTransId="{F6D289A4-E526-4F76-BDF7-0D0F562EB286}" sibTransId="{7DB2485E-2247-417E-9575-5B6B467C7B4A}"/>
    <dgm:cxn modelId="{580FD4E0-F15E-45AD-92E0-1832B84537BB}" type="presOf" srcId="{58E0D274-1E7A-402B-BD3C-A0FA51706251}" destId="{B2F4453C-5028-48BE-91A9-44C2B7CEDBB7}" srcOrd="0" destOrd="0" presId="urn:microsoft.com/office/officeart/2005/8/layout/hierarchy1"/>
    <dgm:cxn modelId="{D4C8DD9C-76E2-42D2-9686-4F71412F3B1F}" type="presParOf" srcId="{8F81EBE7-A09D-4ED4-8CBF-BBEE510A9898}" destId="{089BBCAA-10AE-4E17-94CE-82CB00401225}" srcOrd="0" destOrd="0" presId="urn:microsoft.com/office/officeart/2005/8/layout/hierarchy1"/>
    <dgm:cxn modelId="{54809DFB-B544-45DA-B7FA-256148D1FC87}" type="presParOf" srcId="{089BBCAA-10AE-4E17-94CE-82CB00401225}" destId="{FCA2402D-FB22-4B2E-BF65-D0EFD7DCE040}" srcOrd="0" destOrd="0" presId="urn:microsoft.com/office/officeart/2005/8/layout/hierarchy1"/>
    <dgm:cxn modelId="{23FA1332-C9EB-4CA3-8CF8-749AEE704E93}" type="presParOf" srcId="{FCA2402D-FB22-4B2E-BF65-D0EFD7DCE040}" destId="{986FAB0C-076C-48B7-AB7B-76041E48CB2C}" srcOrd="0" destOrd="0" presId="urn:microsoft.com/office/officeart/2005/8/layout/hierarchy1"/>
    <dgm:cxn modelId="{848BE40E-E4F2-4A62-AF96-630B2865DAB0}" type="presParOf" srcId="{FCA2402D-FB22-4B2E-BF65-D0EFD7DCE040}" destId="{B2F4453C-5028-48BE-91A9-44C2B7CEDBB7}" srcOrd="1" destOrd="0" presId="urn:microsoft.com/office/officeart/2005/8/layout/hierarchy1"/>
    <dgm:cxn modelId="{360E3BD5-AF01-46BF-9977-3226FDF8A9A1}" type="presParOf" srcId="{089BBCAA-10AE-4E17-94CE-82CB00401225}" destId="{8DF9C836-E8C0-4077-96C6-75DD78F8CDB1}" srcOrd="1" destOrd="0" presId="urn:microsoft.com/office/officeart/2005/8/layout/hierarchy1"/>
    <dgm:cxn modelId="{F9B17B3A-4A37-4123-B10C-5DE551F8CFEF}" type="presParOf" srcId="{8F81EBE7-A09D-4ED4-8CBF-BBEE510A9898}" destId="{CFEA1BAC-4410-4D92-841E-C8785096F6C4}" srcOrd="1" destOrd="0" presId="urn:microsoft.com/office/officeart/2005/8/layout/hierarchy1"/>
    <dgm:cxn modelId="{9D5034B8-96EF-4F87-B2C2-5DC8BDD0E0B3}" type="presParOf" srcId="{CFEA1BAC-4410-4D92-841E-C8785096F6C4}" destId="{EE841484-ED9E-40A0-BD17-ACD503F7742A}" srcOrd="0" destOrd="0" presId="urn:microsoft.com/office/officeart/2005/8/layout/hierarchy1"/>
    <dgm:cxn modelId="{598CDB71-CC11-42BC-8EAE-937E10708EEA}" type="presParOf" srcId="{EE841484-ED9E-40A0-BD17-ACD503F7742A}" destId="{C99DD657-6987-4FE0-A899-5CD564697672}" srcOrd="0" destOrd="0" presId="urn:microsoft.com/office/officeart/2005/8/layout/hierarchy1"/>
    <dgm:cxn modelId="{9A4A599F-B928-487E-9A00-A5E912935914}" type="presParOf" srcId="{EE841484-ED9E-40A0-BD17-ACD503F7742A}" destId="{F68BDCAA-22C4-4181-87CA-5224AD967BCC}" srcOrd="1" destOrd="0" presId="urn:microsoft.com/office/officeart/2005/8/layout/hierarchy1"/>
    <dgm:cxn modelId="{EA2D1CDD-4233-46AE-9C5E-06DE7BA02A20}" type="presParOf" srcId="{CFEA1BAC-4410-4D92-841E-C8785096F6C4}" destId="{3A6FBB7B-F424-40F1-9DC1-D121DBB44457}" srcOrd="1" destOrd="0" presId="urn:microsoft.com/office/officeart/2005/8/layout/hierarchy1"/>
    <dgm:cxn modelId="{3239EC8A-9477-47E6-9560-6C68F1B44922}" type="presParOf" srcId="{8F81EBE7-A09D-4ED4-8CBF-BBEE510A9898}" destId="{CCD2F1C5-D335-4546-82DC-61333B3D0F10}" srcOrd="2" destOrd="0" presId="urn:microsoft.com/office/officeart/2005/8/layout/hierarchy1"/>
    <dgm:cxn modelId="{0C0EDC8C-CBF7-4589-AD47-E8C9885705AD}" type="presParOf" srcId="{CCD2F1C5-D335-4546-82DC-61333B3D0F10}" destId="{8A3D3113-0E71-4BAE-8DCB-6B7F9244080C}" srcOrd="0" destOrd="0" presId="urn:microsoft.com/office/officeart/2005/8/layout/hierarchy1"/>
    <dgm:cxn modelId="{B3251C13-C341-4D5A-ADD5-1447BED24A95}" type="presParOf" srcId="{8A3D3113-0E71-4BAE-8DCB-6B7F9244080C}" destId="{7A2BE874-901E-4B89-9705-8DB5CC9EC69F}" srcOrd="0" destOrd="0" presId="urn:microsoft.com/office/officeart/2005/8/layout/hierarchy1"/>
    <dgm:cxn modelId="{358B96E3-E5E0-4C34-9B4B-CF4614A1A88B}" type="presParOf" srcId="{8A3D3113-0E71-4BAE-8DCB-6B7F9244080C}" destId="{F9110162-114A-4D0D-A916-36A6C1221723}" srcOrd="1" destOrd="0" presId="urn:microsoft.com/office/officeart/2005/8/layout/hierarchy1"/>
    <dgm:cxn modelId="{67A79CE9-E2EC-4BB8-90B1-147EBCB277A1}" type="presParOf" srcId="{CCD2F1C5-D335-4546-82DC-61333B3D0F10}" destId="{C0C31C83-7F44-48DD-B195-8C4A9D7BFC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41E690-1EB7-40E7-9BB8-AB2686AD3AE5}" type="doc">
      <dgm:prSet loTypeId="urn:microsoft.com/office/officeart/2005/8/layout/hierarchy3" loCatId="hierarchy" qsTypeId="urn:microsoft.com/office/officeart/2005/8/quickstyle/simple1#43" qsCatId="simple" csTypeId="urn:microsoft.com/office/officeart/2005/8/colors/colorful5#3" csCatId="colorful" phldr="1"/>
      <dgm:spPr/>
      <dgm:t>
        <a:bodyPr/>
        <a:lstStyle/>
        <a:p>
          <a:endParaRPr lang="en-US"/>
        </a:p>
      </dgm:t>
    </dgm:pt>
    <dgm:pt modelId="{D9E21D4A-152F-428E-9AD8-9B69CD0202ED}">
      <dgm:prSet/>
      <dgm:spPr/>
      <dgm:t>
        <a:bodyPr/>
        <a:lstStyle/>
        <a:p>
          <a:r>
            <a:rPr lang="da-DK" dirty="0"/>
            <a:t>Opgaver: 1</a:t>
          </a:r>
          <a:endParaRPr lang="en-US" dirty="0"/>
        </a:p>
      </dgm:t>
    </dgm:pt>
    <dgm:pt modelId="{A0CC81D7-5F97-4DE4-AEFB-39903EEF86D0}" type="parTrans" cxnId="{D8E8D650-13C2-49D1-9B7B-06DA83C0B8AD}">
      <dgm:prSet/>
      <dgm:spPr/>
      <dgm:t>
        <a:bodyPr/>
        <a:lstStyle/>
        <a:p>
          <a:endParaRPr lang="en-US"/>
        </a:p>
      </dgm:t>
    </dgm:pt>
    <dgm:pt modelId="{91C01A78-14F9-4BC6-B6DA-E4B2EBCD51E4}" type="sibTrans" cxnId="{D8E8D650-13C2-49D1-9B7B-06DA83C0B8AD}">
      <dgm:prSet/>
      <dgm:spPr/>
      <dgm:t>
        <a:bodyPr/>
        <a:lstStyle/>
        <a:p>
          <a:endParaRPr lang="en-US"/>
        </a:p>
      </dgm:t>
    </dgm:pt>
    <dgm:pt modelId="{8F8802FD-B1EC-4E91-B3A4-BADED0AFB272}">
      <dgm:prSet/>
      <dgm:spPr/>
      <dgm:t>
        <a:bodyPr/>
        <a:lstStyle/>
        <a:p>
          <a:r>
            <a:rPr lang="da-DK" dirty="0"/>
            <a:t>10 min.</a:t>
          </a:r>
          <a:endParaRPr lang="en-US" dirty="0"/>
        </a:p>
      </dgm:t>
    </dgm:pt>
    <dgm:pt modelId="{4ADBFBC8-F0B3-4416-BCF7-97F0693BC68E}" type="parTrans" cxnId="{08026FF6-BDB8-4B88-8759-1A97B0042372}">
      <dgm:prSet/>
      <dgm:spPr/>
      <dgm:t>
        <a:bodyPr/>
        <a:lstStyle/>
        <a:p>
          <a:endParaRPr lang="en-US"/>
        </a:p>
      </dgm:t>
    </dgm:pt>
    <dgm:pt modelId="{BD43AA60-171A-4DB5-A66F-D18AF16BF220}" type="sibTrans" cxnId="{08026FF6-BDB8-4B88-8759-1A97B0042372}">
      <dgm:prSet/>
      <dgm:spPr/>
      <dgm:t>
        <a:bodyPr/>
        <a:lstStyle/>
        <a:p>
          <a:endParaRPr lang="en-US"/>
        </a:p>
      </dgm:t>
    </dgm:pt>
    <dgm:pt modelId="{8A7DC2FA-1341-4C54-BF79-EA2545CCDF1E}" type="pres">
      <dgm:prSet presAssocID="{3D41E690-1EB7-40E7-9BB8-AB2686AD3AE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E6EAD0-4A91-489F-BAE3-E7E7771E768D}" type="pres">
      <dgm:prSet presAssocID="{D9E21D4A-152F-428E-9AD8-9B69CD0202ED}" presName="root" presStyleCnt="0"/>
      <dgm:spPr/>
    </dgm:pt>
    <dgm:pt modelId="{25836D88-96F4-4B26-B5C7-57C390F4E1B5}" type="pres">
      <dgm:prSet presAssocID="{D9E21D4A-152F-428E-9AD8-9B69CD0202ED}" presName="rootComposite" presStyleCnt="0"/>
      <dgm:spPr/>
    </dgm:pt>
    <dgm:pt modelId="{D7121869-67E3-49F2-95F7-0252E402DDCF}" type="pres">
      <dgm:prSet presAssocID="{D9E21D4A-152F-428E-9AD8-9B69CD0202ED}" presName="rootText" presStyleLbl="node1" presStyleIdx="0" presStyleCnt="2"/>
      <dgm:spPr/>
    </dgm:pt>
    <dgm:pt modelId="{B3EFFCCB-B840-4C52-989A-E1DC42F74E34}" type="pres">
      <dgm:prSet presAssocID="{D9E21D4A-152F-428E-9AD8-9B69CD0202ED}" presName="rootConnector" presStyleLbl="node1" presStyleIdx="0" presStyleCnt="2"/>
      <dgm:spPr/>
    </dgm:pt>
    <dgm:pt modelId="{24B8F922-98C6-44BC-AB44-C7CC35F0C03D}" type="pres">
      <dgm:prSet presAssocID="{D9E21D4A-152F-428E-9AD8-9B69CD0202ED}" presName="childShape" presStyleCnt="0"/>
      <dgm:spPr/>
    </dgm:pt>
    <dgm:pt modelId="{1469A3CF-1679-4E28-8AA4-05CF31A4B2BC}" type="pres">
      <dgm:prSet presAssocID="{8F8802FD-B1EC-4E91-B3A4-BADED0AFB272}" presName="root" presStyleCnt="0"/>
      <dgm:spPr/>
    </dgm:pt>
    <dgm:pt modelId="{911709FD-EBE8-4C31-BC98-0BFB5BD92D83}" type="pres">
      <dgm:prSet presAssocID="{8F8802FD-B1EC-4E91-B3A4-BADED0AFB272}" presName="rootComposite" presStyleCnt="0"/>
      <dgm:spPr/>
    </dgm:pt>
    <dgm:pt modelId="{95B7F87C-9173-4D08-8D3A-E2EF2A73F59B}" type="pres">
      <dgm:prSet presAssocID="{8F8802FD-B1EC-4E91-B3A4-BADED0AFB272}" presName="rootText" presStyleLbl="node1" presStyleIdx="1" presStyleCnt="2"/>
      <dgm:spPr/>
    </dgm:pt>
    <dgm:pt modelId="{0B82E928-E808-4DD0-AA5A-F6E512EF1448}" type="pres">
      <dgm:prSet presAssocID="{8F8802FD-B1EC-4E91-B3A4-BADED0AFB272}" presName="rootConnector" presStyleLbl="node1" presStyleIdx="1" presStyleCnt="2"/>
      <dgm:spPr/>
    </dgm:pt>
    <dgm:pt modelId="{C267879C-9F55-47CE-9DAB-E144CFC0ED75}" type="pres">
      <dgm:prSet presAssocID="{8F8802FD-B1EC-4E91-B3A4-BADED0AFB272}" presName="childShape" presStyleCnt="0"/>
      <dgm:spPr/>
    </dgm:pt>
  </dgm:ptLst>
  <dgm:cxnLst>
    <dgm:cxn modelId="{D8E8D650-13C2-49D1-9B7B-06DA83C0B8AD}" srcId="{3D41E690-1EB7-40E7-9BB8-AB2686AD3AE5}" destId="{D9E21D4A-152F-428E-9AD8-9B69CD0202ED}" srcOrd="0" destOrd="0" parTransId="{A0CC81D7-5F97-4DE4-AEFB-39903EEF86D0}" sibTransId="{91C01A78-14F9-4BC6-B6DA-E4B2EBCD51E4}"/>
    <dgm:cxn modelId="{4E612A52-1609-4FBA-817C-30A466499E37}" type="presOf" srcId="{8F8802FD-B1EC-4E91-B3A4-BADED0AFB272}" destId="{95B7F87C-9173-4D08-8D3A-E2EF2A73F59B}" srcOrd="0" destOrd="0" presId="urn:microsoft.com/office/officeart/2005/8/layout/hierarchy3"/>
    <dgm:cxn modelId="{E2174AB2-FBD3-405D-8A89-53740A94B84B}" type="presOf" srcId="{8F8802FD-B1EC-4E91-B3A4-BADED0AFB272}" destId="{0B82E928-E808-4DD0-AA5A-F6E512EF1448}" srcOrd="1" destOrd="0" presId="urn:microsoft.com/office/officeart/2005/8/layout/hierarchy3"/>
    <dgm:cxn modelId="{3E0A9BC5-3C70-4380-A7BC-26BBD3DA90F2}" type="presOf" srcId="{D9E21D4A-152F-428E-9AD8-9B69CD0202ED}" destId="{D7121869-67E3-49F2-95F7-0252E402DDCF}" srcOrd="0" destOrd="0" presId="urn:microsoft.com/office/officeart/2005/8/layout/hierarchy3"/>
    <dgm:cxn modelId="{6A340ECF-7492-4ED1-9C4C-15196AD3E9FE}" type="presOf" srcId="{3D41E690-1EB7-40E7-9BB8-AB2686AD3AE5}" destId="{8A7DC2FA-1341-4C54-BF79-EA2545CCDF1E}" srcOrd="0" destOrd="0" presId="urn:microsoft.com/office/officeart/2005/8/layout/hierarchy3"/>
    <dgm:cxn modelId="{FB765AF0-BB81-4374-A7E7-CCF8520CAD22}" type="presOf" srcId="{D9E21D4A-152F-428E-9AD8-9B69CD0202ED}" destId="{B3EFFCCB-B840-4C52-989A-E1DC42F74E34}" srcOrd="1" destOrd="0" presId="urn:microsoft.com/office/officeart/2005/8/layout/hierarchy3"/>
    <dgm:cxn modelId="{08026FF6-BDB8-4B88-8759-1A97B0042372}" srcId="{3D41E690-1EB7-40E7-9BB8-AB2686AD3AE5}" destId="{8F8802FD-B1EC-4E91-B3A4-BADED0AFB272}" srcOrd="1" destOrd="0" parTransId="{4ADBFBC8-F0B3-4416-BCF7-97F0693BC68E}" sibTransId="{BD43AA60-171A-4DB5-A66F-D18AF16BF220}"/>
    <dgm:cxn modelId="{0045340E-DCF8-4C30-9308-5FE15C21B2D8}" type="presParOf" srcId="{8A7DC2FA-1341-4C54-BF79-EA2545CCDF1E}" destId="{CAE6EAD0-4A91-489F-BAE3-E7E7771E768D}" srcOrd="0" destOrd="0" presId="urn:microsoft.com/office/officeart/2005/8/layout/hierarchy3"/>
    <dgm:cxn modelId="{116D198A-AD63-4750-B6FD-CF7AD82308BB}" type="presParOf" srcId="{CAE6EAD0-4A91-489F-BAE3-E7E7771E768D}" destId="{25836D88-96F4-4B26-B5C7-57C390F4E1B5}" srcOrd="0" destOrd="0" presId="urn:microsoft.com/office/officeart/2005/8/layout/hierarchy3"/>
    <dgm:cxn modelId="{FAF141C1-75E3-41D2-95E3-DE578EFE9EE3}" type="presParOf" srcId="{25836D88-96F4-4B26-B5C7-57C390F4E1B5}" destId="{D7121869-67E3-49F2-95F7-0252E402DDCF}" srcOrd="0" destOrd="0" presId="urn:microsoft.com/office/officeart/2005/8/layout/hierarchy3"/>
    <dgm:cxn modelId="{0167536F-BF5A-4107-BEEB-A12A54DB0089}" type="presParOf" srcId="{25836D88-96F4-4B26-B5C7-57C390F4E1B5}" destId="{B3EFFCCB-B840-4C52-989A-E1DC42F74E34}" srcOrd="1" destOrd="0" presId="urn:microsoft.com/office/officeart/2005/8/layout/hierarchy3"/>
    <dgm:cxn modelId="{B3A2AB64-1B2C-4EE7-9371-33920D5F77A1}" type="presParOf" srcId="{CAE6EAD0-4A91-489F-BAE3-E7E7771E768D}" destId="{24B8F922-98C6-44BC-AB44-C7CC35F0C03D}" srcOrd="1" destOrd="0" presId="urn:microsoft.com/office/officeart/2005/8/layout/hierarchy3"/>
    <dgm:cxn modelId="{455A3CE3-0D4F-43FB-8F5E-2FBEBB35C328}" type="presParOf" srcId="{8A7DC2FA-1341-4C54-BF79-EA2545CCDF1E}" destId="{1469A3CF-1679-4E28-8AA4-05CF31A4B2BC}" srcOrd="1" destOrd="0" presId="urn:microsoft.com/office/officeart/2005/8/layout/hierarchy3"/>
    <dgm:cxn modelId="{D2515556-53D0-4CF3-B4BB-DD8DF484C94A}" type="presParOf" srcId="{1469A3CF-1679-4E28-8AA4-05CF31A4B2BC}" destId="{911709FD-EBE8-4C31-BC98-0BFB5BD92D83}" srcOrd="0" destOrd="0" presId="urn:microsoft.com/office/officeart/2005/8/layout/hierarchy3"/>
    <dgm:cxn modelId="{ADC38991-4D60-4A0E-8BBC-06E2D6085E4A}" type="presParOf" srcId="{911709FD-EBE8-4C31-BC98-0BFB5BD92D83}" destId="{95B7F87C-9173-4D08-8D3A-E2EF2A73F59B}" srcOrd="0" destOrd="0" presId="urn:microsoft.com/office/officeart/2005/8/layout/hierarchy3"/>
    <dgm:cxn modelId="{7B891E9E-2FBE-4B75-AFB8-04648625A2C2}" type="presParOf" srcId="{911709FD-EBE8-4C31-BC98-0BFB5BD92D83}" destId="{0B82E928-E808-4DD0-AA5A-F6E512EF1448}" srcOrd="1" destOrd="0" presId="urn:microsoft.com/office/officeart/2005/8/layout/hierarchy3"/>
    <dgm:cxn modelId="{ECD0E7CA-E132-465A-9EEE-8BFBF1DBC039}" type="presParOf" srcId="{1469A3CF-1679-4E28-8AA4-05CF31A4B2BC}" destId="{C267879C-9F55-47CE-9DAB-E144CFC0ED7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A464A4-F2C3-4029-AF7B-310D5ED930A5}" type="doc">
      <dgm:prSet loTypeId="urn:microsoft.com/office/officeart/2018/2/layout/IconVerticalSolidList" loCatId="icon" qsTypeId="urn:microsoft.com/office/officeart/2005/8/quickstyle/simple1#70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21D25CB-16C7-4FF0-9E12-B57A69385EB2}">
      <dgm:prSet/>
      <dgm:spPr/>
      <dgm:t>
        <a:bodyPr/>
        <a:lstStyle/>
        <a:p>
          <a:r>
            <a:rPr lang="da-DK"/>
            <a:t>Atomerne går sammen for at opnå ædelgasstruktur, dvs. 8 elektroner i yderste skal</a:t>
          </a:r>
          <a:endParaRPr lang="en-US"/>
        </a:p>
      </dgm:t>
    </dgm:pt>
    <dgm:pt modelId="{268F5B73-D105-4C56-ACEC-CA002F8B622E}" type="parTrans" cxnId="{42408486-1B54-47EC-87A3-F788D5237A1D}">
      <dgm:prSet/>
      <dgm:spPr/>
      <dgm:t>
        <a:bodyPr/>
        <a:lstStyle/>
        <a:p>
          <a:endParaRPr lang="en-US"/>
        </a:p>
      </dgm:t>
    </dgm:pt>
    <dgm:pt modelId="{8539BE20-5690-4AAE-A531-C554425364B5}" type="sibTrans" cxnId="{42408486-1B54-47EC-87A3-F788D5237A1D}">
      <dgm:prSet/>
      <dgm:spPr/>
      <dgm:t>
        <a:bodyPr/>
        <a:lstStyle/>
        <a:p>
          <a:endParaRPr lang="en-US"/>
        </a:p>
      </dgm:t>
    </dgm:pt>
    <dgm:pt modelId="{09784C01-2AAB-4D32-A623-0C5E95BD9D22}">
      <dgm:prSet/>
      <dgm:spPr/>
      <dgm:t>
        <a:bodyPr/>
        <a:lstStyle/>
        <a:p>
          <a:r>
            <a:rPr lang="da-DK"/>
            <a:t>Hydrogen (H) er en undtagelse, den vil kun have 2 elektroner i yderste skal (så den ligner ædelgassen helium)</a:t>
          </a:r>
          <a:endParaRPr lang="en-US"/>
        </a:p>
      </dgm:t>
    </dgm:pt>
    <dgm:pt modelId="{FDC0CC49-FDAA-4626-9E65-EEC4A77C2153}" type="parTrans" cxnId="{E3E8B5F7-EA71-472E-98CE-CDC8C4D8EB6F}">
      <dgm:prSet/>
      <dgm:spPr/>
      <dgm:t>
        <a:bodyPr/>
        <a:lstStyle/>
        <a:p>
          <a:endParaRPr lang="en-US"/>
        </a:p>
      </dgm:t>
    </dgm:pt>
    <dgm:pt modelId="{C5B4F569-633F-46DB-8391-445EDD1ECB49}" type="sibTrans" cxnId="{E3E8B5F7-EA71-472E-98CE-CDC8C4D8EB6F}">
      <dgm:prSet/>
      <dgm:spPr/>
      <dgm:t>
        <a:bodyPr/>
        <a:lstStyle/>
        <a:p>
          <a:endParaRPr lang="en-US"/>
        </a:p>
      </dgm:t>
    </dgm:pt>
    <dgm:pt modelId="{43AB0861-C1A9-4CEF-803D-11AE4388CF45}">
      <dgm:prSet/>
      <dgm:spPr/>
      <dgm:t>
        <a:bodyPr/>
        <a:lstStyle/>
        <a:p>
          <a:r>
            <a:rPr lang="da-DK"/>
            <a:t>Der er andre undtagelser, men H er den absolut vigtigste, da H indgår i rigtigt mange molekylforbindelser</a:t>
          </a:r>
          <a:endParaRPr lang="en-US"/>
        </a:p>
      </dgm:t>
    </dgm:pt>
    <dgm:pt modelId="{83D59915-6164-423C-B633-D523EDAFA934}" type="parTrans" cxnId="{561767E7-5560-4DDE-8E67-40A0A711FAC1}">
      <dgm:prSet/>
      <dgm:spPr/>
      <dgm:t>
        <a:bodyPr/>
        <a:lstStyle/>
        <a:p>
          <a:endParaRPr lang="en-US"/>
        </a:p>
      </dgm:t>
    </dgm:pt>
    <dgm:pt modelId="{A58A9831-B58E-4E19-8A73-7F61D4E542BF}" type="sibTrans" cxnId="{561767E7-5560-4DDE-8E67-40A0A711FAC1}">
      <dgm:prSet/>
      <dgm:spPr/>
      <dgm:t>
        <a:bodyPr/>
        <a:lstStyle/>
        <a:p>
          <a:endParaRPr lang="en-US"/>
        </a:p>
      </dgm:t>
    </dgm:pt>
    <dgm:pt modelId="{68311536-E8CD-42F3-9313-0E172973A63D}" type="pres">
      <dgm:prSet presAssocID="{17A464A4-F2C3-4029-AF7B-310D5ED930A5}" presName="root" presStyleCnt="0">
        <dgm:presLayoutVars>
          <dgm:dir/>
          <dgm:resizeHandles val="exact"/>
        </dgm:presLayoutVars>
      </dgm:prSet>
      <dgm:spPr/>
    </dgm:pt>
    <dgm:pt modelId="{0C54FA9A-B3BD-416C-B671-9C74EB48BAF1}" type="pres">
      <dgm:prSet presAssocID="{821D25CB-16C7-4FF0-9E12-B57A69385EB2}" presName="compNode" presStyleCnt="0"/>
      <dgm:spPr/>
    </dgm:pt>
    <dgm:pt modelId="{6B8DD754-6C49-47D7-AC20-B0C0CDA63BA3}" type="pres">
      <dgm:prSet presAssocID="{821D25CB-16C7-4FF0-9E12-B57A69385EB2}" presName="bgRect" presStyleLbl="bgShp" presStyleIdx="0" presStyleCnt="3"/>
      <dgm:spPr/>
    </dgm:pt>
    <dgm:pt modelId="{E74C1238-F2C8-41DE-AE40-D3669A65B33B}" type="pres">
      <dgm:prSet presAssocID="{821D25CB-16C7-4FF0-9E12-B57A69385EB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8CA4D63C-BEB8-4009-B2AA-1D8BD3ADA4CF}" type="pres">
      <dgm:prSet presAssocID="{821D25CB-16C7-4FF0-9E12-B57A69385EB2}" presName="spaceRect" presStyleCnt="0"/>
      <dgm:spPr/>
    </dgm:pt>
    <dgm:pt modelId="{73E265A9-38FE-4CB2-B45D-F9E6C8806594}" type="pres">
      <dgm:prSet presAssocID="{821D25CB-16C7-4FF0-9E12-B57A69385EB2}" presName="parTx" presStyleLbl="revTx" presStyleIdx="0" presStyleCnt="3">
        <dgm:presLayoutVars>
          <dgm:chMax val="0"/>
          <dgm:chPref val="0"/>
        </dgm:presLayoutVars>
      </dgm:prSet>
      <dgm:spPr/>
    </dgm:pt>
    <dgm:pt modelId="{6D996845-8848-4D18-9199-19683EC5BB1D}" type="pres">
      <dgm:prSet presAssocID="{8539BE20-5690-4AAE-A531-C554425364B5}" presName="sibTrans" presStyleCnt="0"/>
      <dgm:spPr/>
    </dgm:pt>
    <dgm:pt modelId="{6F8250B4-8E41-4CDB-8644-B6F22BFB5B78}" type="pres">
      <dgm:prSet presAssocID="{09784C01-2AAB-4D32-A623-0C5E95BD9D22}" presName="compNode" presStyleCnt="0"/>
      <dgm:spPr/>
    </dgm:pt>
    <dgm:pt modelId="{F5F9CED4-0872-401B-A3F1-0C15EB9BF1E8}" type="pres">
      <dgm:prSet presAssocID="{09784C01-2AAB-4D32-A623-0C5E95BD9D22}" presName="bgRect" presStyleLbl="bgShp" presStyleIdx="1" presStyleCnt="3"/>
      <dgm:spPr/>
    </dgm:pt>
    <dgm:pt modelId="{6D5131CF-BC1E-4EF9-9B13-6346BBB1AD87}" type="pres">
      <dgm:prSet presAssocID="{09784C01-2AAB-4D32-A623-0C5E95BD9D2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AE7043C-8D2E-4FCE-8E24-0263D7E85BBC}" type="pres">
      <dgm:prSet presAssocID="{09784C01-2AAB-4D32-A623-0C5E95BD9D22}" presName="spaceRect" presStyleCnt="0"/>
      <dgm:spPr/>
    </dgm:pt>
    <dgm:pt modelId="{F185DD89-8F2B-4746-8E43-2B9B45D75D94}" type="pres">
      <dgm:prSet presAssocID="{09784C01-2AAB-4D32-A623-0C5E95BD9D22}" presName="parTx" presStyleLbl="revTx" presStyleIdx="1" presStyleCnt="3">
        <dgm:presLayoutVars>
          <dgm:chMax val="0"/>
          <dgm:chPref val="0"/>
        </dgm:presLayoutVars>
      </dgm:prSet>
      <dgm:spPr/>
    </dgm:pt>
    <dgm:pt modelId="{7DEFF665-E631-40BE-BA17-DC9D13D8CC1E}" type="pres">
      <dgm:prSet presAssocID="{C5B4F569-633F-46DB-8391-445EDD1ECB49}" presName="sibTrans" presStyleCnt="0"/>
      <dgm:spPr/>
    </dgm:pt>
    <dgm:pt modelId="{118BA0D8-FF20-4E69-B7E7-20E105BF68F2}" type="pres">
      <dgm:prSet presAssocID="{43AB0861-C1A9-4CEF-803D-11AE4388CF45}" presName="compNode" presStyleCnt="0"/>
      <dgm:spPr/>
    </dgm:pt>
    <dgm:pt modelId="{28C10363-A225-41A2-B161-DB6307FA6C76}" type="pres">
      <dgm:prSet presAssocID="{43AB0861-C1A9-4CEF-803D-11AE4388CF45}" presName="bgRect" presStyleLbl="bgShp" presStyleIdx="2" presStyleCnt="3"/>
      <dgm:spPr/>
    </dgm:pt>
    <dgm:pt modelId="{7FDF98B9-AA36-432D-9252-48B1CD83B0B2}" type="pres">
      <dgm:prSet presAssocID="{43AB0861-C1A9-4CEF-803D-11AE4388CF4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C2E6A0A9-1453-4010-B534-A47E1CC1752A}" type="pres">
      <dgm:prSet presAssocID="{43AB0861-C1A9-4CEF-803D-11AE4388CF45}" presName="spaceRect" presStyleCnt="0"/>
      <dgm:spPr/>
    </dgm:pt>
    <dgm:pt modelId="{04018873-CEA8-4A4E-9933-073E07658148}" type="pres">
      <dgm:prSet presAssocID="{43AB0861-C1A9-4CEF-803D-11AE4388CF4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3111105-49DA-4C7A-B13C-15758B8A621D}" type="presOf" srcId="{09784C01-2AAB-4D32-A623-0C5E95BD9D22}" destId="{F185DD89-8F2B-4746-8E43-2B9B45D75D94}" srcOrd="0" destOrd="0" presId="urn:microsoft.com/office/officeart/2018/2/layout/IconVerticalSolidList"/>
    <dgm:cxn modelId="{42408486-1B54-47EC-87A3-F788D5237A1D}" srcId="{17A464A4-F2C3-4029-AF7B-310D5ED930A5}" destId="{821D25CB-16C7-4FF0-9E12-B57A69385EB2}" srcOrd="0" destOrd="0" parTransId="{268F5B73-D105-4C56-ACEC-CA002F8B622E}" sibTransId="{8539BE20-5690-4AAE-A531-C554425364B5}"/>
    <dgm:cxn modelId="{7BF3248C-5189-421A-A71B-8C44E750ED70}" type="presOf" srcId="{821D25CB-16C7-4FF0-9E12-B57A69385EB2}" destId="{73E265A9-38FE-4CB2-B45D-F9E6C8806594}" srcOrd="0" destOrd="0" presId="urn:microsoft.com/office/officeart/2018/2/layout/IconVerticalSolidList"/>
    <dgm:cxn modelId="{561767E7-5560-4DDE-8E67-40A0A711FAC1}" srcId="{17A464A4-F2C3-4029-AF7B-310D5ED930A5}" destId="{43AB0861-C1A9-4CEF-803D-11AE4388CF45}" srcOrd="2" destOrd="0" parTransId="{83D59915-6164-423C-B633-D523EDAFA934}" sibTransId="{A58A9831-B58E-4E19-8A73-7F61D4E542BF}"/>
    <dgm:cxn modelId="{77F21BEB-9605-458A-9C16-E8E1C6CF5332}" type="presOf" srcId="{43AB0861-C1A9-4CEF-803D-11AE4388CF45}" destId="{04018873-CEA8-4A4E-9933-073E07658148}" srcOrd="0" destOrd="0" presId="urn:microsoft.com/office/officeart/2018/2/layout/IconVerticalSolidList"/>
    <dgm:cxn modelId="{E3E8B5F7-EA71-472E-98CE-CDC8C4D8EB6F}" srcId="{17A464A4-F2C3-4029-AF7B-310D5ED930A5}" destId="{09784C01-2AAB-4D32-A623-0C5E95BD9D22}" srcOrd="1" destOrd="0" parTransId="{FDC0CC49-FDAA-4626-9E65-EEC4A77C2153}" sibTransId="{C5B4F569-633F-46DB-8391-445EDD1ECB49}"/>
    <dgm:cxn modelId="{A7A58CFC-355F-4B44-AC9E-E1B6B3611696}" type="presOf" srcId="{17A464A4-F2C3-4029-AF7B-310D5ED930A5}" destId="{68311536-E8CD-42F3-9313-0E172973A63D}" srcOrd="0" destOrd="0" presId="urn:microsoft.com/office/officeart/2018/2/layout/IconVerticalSolidList"/>
    <dgm:cxn modelId="{41BF8A4E-9346-46F1-9240-8B1DB2D87E93}" type="presParOf" srcId="{68311536-E8CD-42F3-9313-0E172973A63D}" destId="{0C54FA9A-B3BD-416C-B671-9C74EB48BAF1}" srcOrd="0" destOrd="0" presId="urn:microsoft.com/office/officeart/2018/2/layout/IconVerticalSolidList"/>
    <dgm:cxn modelId="{52B882D4-8377-4871-8CD1-DF10728C0AC9}" type="presParOf" srcId="{0C54FA9A-B3BD-416C-B671-9C74EB48BAF1}" destId="{6B8DD754-6C49-47D7-AC20-B0C0CDA63BA3}" srcOrd="0" destOrd="0" presId="urn:microsoft.com/office/officeart/2018/2/layout/IconVerticalSolidList"/>
    <dgm:cxn modelId="{24B98C7F-84F7-4E70-93E2-F4872703B593}" type="presParOf" srcId="{0C54FA9A-B3BD-416C-B671-9C74EB48BAF1}" destId="{E74C1238-F2C8-41DE-AE40-D3669A65B33B}" srcOrd="1" destOrd="0" presId="urn:microsoft.com/office/officeart/2018/2/layout/IconVerticalSolidList"/>
    <dgm:cxn modelId="{A93987FA-DC5D-4420-80A3-2C73C2558F19}" type="presParOf" srcId="{0C54FA9A-B3BD-416C-B671-9C74EB48BAF1}" destId="{8CA4D63C-BEB8-4009-B2AA-1D8BD3ADA4CF}" srcOrd="2" destOrd="0" presId="urn:microsoft.com/office/officeart/2018/2/layout/IconVerticalSolidList"/>
    <dgm:cxn modelId="{7D33C21A-6940-42BA-9BCE-5C47A8022160}" type="presParOf" srcId="{0C54FA9A-B3BD-416C-B671-9C74EB48BAF1}" destId="{73E265A9-38FE-4CB2-B45D-F9E6C8806594}" srcOrd="3" destOrd="0" presId="urn:microsoft.com/office/officeart/2018/2/layout/IconVerticalSolidList"/>
    <dgm:cxn modelId="{523820F6-A533-4CF0-B69F-D14610446B2F}" type="presParOf" srcId="{68311536-E8CD-42F3-9313-0E172973A63D}" destId="{6D996845-8848-4D18-9199-19683EC5BB1D}" srcOrd="1" destOrd="0" presId="urn:microsoft.com/office/officeart/2018/2/layout/IconVerticalSolidList"/>
    <dgm:cxn modelId="{03E05B3F-D86D-48CC-8B7E-F736800AFC05}" type="presParOf" srcId="{68311536-E8CD-42F3-9313-0E172973A63D}" destId="{6F8250B4-8E41-4CDB-8644-B6F22BFB5B78}" srcOrd="2" destOrd="0" presId="urn:microsoft.com/office/officeart/2018/2/layout/IconVerticalSolidList"/>
    <dgm:cxn modelId="{87D137BD-9011-4DF9-AC37-3BDEAA0EA2B0}" type="presParOf" srcId="{6F8250B4-8E41-4CDB-8644-B6F22BFB5B78}" destId="{F5F9CED4-0872-401B-A3F1-0C15EB9BF1E8}" srcOrd="0" destOrd="0" presId="urn:microsoft.com/office/officeart/2018/2/layout/IconVerticalSolidList"/>
    <dgm:cxn modelId="{59126855-46E0-4FE9-9BB6-2F0E9DC2D1FF}" type="presParOf" srcId="{6F8250B4-8E41-4CDB-8644-B6F22BFB5B78}" destId="{6D5131CF-BC1E-4EF9-9B13-6346BBB1AD87}" srcOrd="1" destOrd="0" presId="urn:microsoft.com/office/officeart/2018/2/layout/IconVerticalSolidList"/>
    <dgm:cxn modelId="{C7B4B4C3-23DA-45B4-9F1A-DED6806E0EED}" type="presParOf" srcId="{6F8250B4-8E41-4CDB-8644-B6F22BFB5B78}" destId="{7AE7043C-8D2E-4FCE-8E24-0263D7E85BBC}" srcOrd="2" destOrd="0" presId="urn:microsoft.com/office/officeart/2018/2/layout/IconVerticalSolidList"/>
    <dgm:cxn modelId="{AE4BBB4A-281F-4DBA-AB08-41B209C9F225}" type="presParOf" srcId="{6F8250B4-8E41-4CDB-8644-B6F22BFB5B78}" destId="{F185DD89-8F2B-4746-8E43-2B9B45D75D94}" srcOrd="3" destOrd="0" presId="urn:microsoft.com/office/officeart/2018/2/layout/IconVerticalSolidList"/>
    <dgm:cxn modelId="{87916027-AE1C-40FA-A717-D44DF5CC3961}" type="presParOf" srcId="{68311536-E8CD-42F3-9313-0E172973A63D}" destId="{7DEFF665-E631-40BE-BA17-DC9D13D8CC1E}" srcOrd="3" destOrd="0" presId="urn:microsoft.com/office/officeart/2018/2/layout/IconVerticalSolidList"/>
    <dgm:cxn modelId="{63898FA0-49F2-4839-AFE9-552D794F50AD}" type="presParOf" srcId="{68311536-E8CD-42F3-9313-0E172973A63D}" destId="{118BA0D8-FF20-4E69-B7E7-20E105BF68F2}" srcOrd="4" destOrd="0" presId="urn:microsoft.com/office/officeart/2018/2/layout/IconVerticalSolidList"/>
    <dgm:cxn modelId="{65B493AD-383A-408E-963E-9C9DD32D419B}" type="presParOf" srcId="{118BA0D8-FF20-4E69-B7E7-20E105BF68F2}" destId="{28C10363-A225-41A2-B161-DB6307FA6C76}" srcOrd="0" destOrd="0" presId="urn:microsoft.com/office/officeart/2018/2/layout/IconVerticalSolidList"/>
    <dgm:cxn modelId="{6F3D5293-E687-42F9-9A21-EAA96F789F2F}" type="presParOf" srcId="{118BA0D8-FF20-4E69-B7E7-20E105BF68F2}" destId="{7FDF98B9-AA36-432D-9252-48B1CD83B0B2}" srcOrd="1" destOrd="0" presId="urn:microsoft.com/office/officeart/2018/2/layout/IconVerticalSolidList"/>
    <dgm:cxn modelId="{82F287B9-D9DF-4AE5-AD66-5EE08FA76851}" type="presParOf" srcId="{118BA0D8-FF20-4E69-B7E7-20E105BF68F2}" destId="{C2E6A0A9-1453-4010-B534-A47E1CC1752A}" srcOrd="2" destOrd="0" presId="urn:microsoft.com/office/officeart/2018/2/layout/IconVerticalSolidList"/>
    <dgm:cxn modelId="{8C6B9FC5-4E06-4D26-8152-CA4EFF3B366F}" type="presParOf" srcId="{118BA0D8-FF20-4E69-B7E7-20E105BF68F2}" destId="{04018873-CEA8-4A4E-9933-073E076581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3AA528-9D68-4B59-931A-B6EFFFB768E3}" type="doc">
      <dgm:prSet loTypeId="urn:microsoft.com/office/officeart/2018/2/layout/IconVerticalSolidList" loCatId="icon" qsTypeId="urn:microsoft.com/office/officeart/2005/8/quickstyle/simple1#89" qsCatId="simple" csTypeId="urn:microsoft.com/office/officeart/2005/8/colors/accent1_2#53" csCatId="accent1" phldr="1"/>
      <dgm:spPr/>
      <dgm:t>
        <a:bodyPr/>
        <a:lstStyle/>
        <a:p>
          <a:endParaRPr lang="en-US"/>
        </a:p>
      </dgm:t>
    </dgm:pt>
    <dgm:pt modelId="{2BC8A673-94FF-4E99-A624-E1F173000BFD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2</a:t>
          </a:r>
          <a:endParaRPr lang="en-US" dirty="0"/>
        </a:p>
      </dgm:t>
    </dgm:pt>
    <dgm:pt modelId="{7D611FFE-D618-46B5-91CA-B4D53071734E}" type="parTrans" cxnId="{994D2436-91DB-4554-AB53-98CE607DFA82}">
      <dgm:prSet/>
      <dgm:spPr/>
      <dgm:t>
        <a:bodyPr/>
        <a:lstStyle/>
        <a:p>
          <a:endParaRPr lang="en-US"/>
        </a:p>
      </dgm:t>
    </dgm:pt>
    <dgm:pt modelId="{3DAB3F2D-BB65-493E-A7EF-8A96552EF3B6}" type="sibTrans" cxnId="{994D2436-91DB-4554-AB53-98CE607DFA82}">
      <dgm:prSet/>
      <dgm:spPr/>
      <dgm:t>
        <a:bodyPr/>
        <a:lstStyle/>
        <a:p>
          <a:endParaRPr lang="en-US"/>
        </a:p>
      </dgm:t>
    </dgm:pt>
    <dgm:pt modelId="{7B20AAE4-A16A-4423-B1CB-D4B24C5271D8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15 min.</a:t>
          </a:r>
          <a:endParaRPr lang="en-US" dirty="0"/>
        </a:p>
      </dgm:t>
    </dgm:pt>
    <dgm:pt modelId="{D9FB94EC-26F9-4262-86FD-526770F755C4}" type="parTrans" cxnId="{38D07293-4147-4105-B9FD-AB2686FA3DBF}">
      <dgm:prSet/>
      <dgm:spPr/>
      <dgm:t>
        <a:bodyPr/>
        <a:lstStyle/>
        <a:p>
          <a:endParaRPr lang="en-US"/>
        </a:p>
      </dgm:t>
    </dgm:pt>
    <dgm:pt modelId="{FA203446-8D9C-480D-810F-EA9E1948BF89}" type="sibTrans" cxnId="{38D07293-4147-4105-B9FD-AB2686FA3DBF}">
      <dgm:prSet/>
      <dgm:spPr/>
      <dgm:t>
        <a:bodyPr/>
        <a:lstStyle/>
        <a:p>
          <a:endParaRPr lang="en-US"/>
        </a:p>
      </dgm:t>
    </dgm:pt>
    <dgm:pt modelId="{5D401CAF-1EE0-4B6D-8BEC-EFA4D88B06C5}" type="pres">
      <dgm:prSet presAssocID="{8A3AA528-9D68-4B59-931A-B6EFFFB768E3}" presName="root" presStyleCnt="0">
        <dgm:presLayoutVars>
          <dgm:dir/>
          <dgm:resizeHandles val="exact"/>
        </dgm:presLayoutVars>
      </dgm:prSet>
      <dgm:spPr/>
    </dgm:pt>
    <dgm:pt modelId="{071CF315-7593-4BC7-8752-6AC4FD78B636}" type="pres">
      <dgm:prSet presAssocID="{2BC8A673-94FF-4E99-A624-E1F173000BFD}" presName="compNode" presStyleCnt="0"/>
      <dgm:spPr/>
    </dgm:pt>
    <dgm:pt modelId="{69D4EB1A-8B5C-4247-BA99-5514826FCDBE}" type="pres">
      <dgm:prSet presAssocID="{2BC8A673-94FF-4E99-A624-E1F173000BFD}" presName="bgRect" presStyleLbl="bgShp" presStyleIdx="0" presStyleCnt="2"/>
      <dgm:spPr/>
    </dgm:pt>
    <dgm:pt modelId="{BA2D3430-1830-46B5-819D-E29768CEA74C}" type="pres">
      <dgm:prSet presAssocID="{2BC8A673-94FF-4E99-A624-E1F173000BF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6EE93E75-B8BD-4118-ABED-A12B26608179}" type="pres">
      <dgm:prSet presAssocID="{2BC8A673-94FF-4E99-A624-E1F173000BFD}" presName="spaceRect" presStyleCnt="0"/>
      <dgm:spPr/>
    </dgm:pt>
    <dgm:pt modelId="{E993CD23-AFE7-4908-98D0-966B8C6E9B09}" type="pres">
      <dgm:prSet presAssocID="{2BC8A673-94FF-4E99-A624-E1F173000BFD}" presName="parTx" presStyleLbl="revTx" presStyleIdx="0" presStyleCnt="2">
        <dgm:presLayoutVars>
          <dgm:chMax val="0"/>
          <dgm:chPref val="0"/>
        </dgm:presLayoutVars>
      </dgm:prSet>
      <dgm:spPr/>
    </dgm:pt>
    <dgm:pt modelId="{37C01C7F-4E4D-4CE4-8310-864987CAE7D2}" type="pres">
      <dgm:prSet presAssocID="{3DAB3F2D-BB65-493E-A7EF-8A96552EF3B6}" presName="sibTrans" presStyleCnt="0"/>
      <dgm:spPr/>
    </dgm:pt>
    <dgm:pt modelId="{CE13F84E-8571-452C-9455-6A53736F5D5E}" type="pres">
      <dgm:prSet presAssocID="{7B20AAE4-A16A-4423-B1CB-D4B24C5271D8}" presName="compNode" presStyleCnt="0"/>
      <dgm:spPr/>
    </dgm:pt>
    <dgm:pt modelId="{58C84C88-C5C1-40C6-8A59-EE588CF534A8}" type="pres">
      <dgm:prSet presAssocID="{7B20AAE4-A16A-4423-B1CB-D4B24C5271D8}" presName="bgRect" presStyleLbl="bgShp" presStyleIdx="1" presStyleCnt="2"/>
      <dgm:spPr/>
    </dgm:pt>
    <dgm:pt modelId="{54F1AEB6-03AF-404B-9A17-416ECE833473}" type="pres">
      <dgm:prSet presAssocID="{7B20AAE4-A16A-4423-B1CB-D4B24C5271D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ED2155AD-5C85-40B9-8D82-99833CC2D742}" type="pres">
      <dgm:prSet presAssocID="{7B20AAE4-A16A-4423-B1CB-D4B24C5271D8}" presName="spaceRect" presStyleCnt="0"/>
      <dgm:spPr/>
    </dgm:pt>
    <dgm:pt modelId="{29548D12-484D-49DC-8C2F-4B868D5DD65F}" type="pres">
      <dgm:prSet presAssocID="{7B20AAE4-A16A-4423-B1CB-D4B24C5271D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94D2436-91DB-4554-AB53-98CE607DFA82}" srcId="{8A3AA528-9D68-4B59-931A-B6EFFFB768E3}" destId="{2BC8A673-94FF-4E99-A624-E1F173000BFD}" srcOrd="0" destOrd="0" parTransId="{7D611FFE-D618-46B5-91CA-B4D53071734E}" sibTransId="{3DAB3F2D-BB65-493E-A7EF-8A96552EF3B6}"/>
    <dgm:cxn modelId="{49533744-BF0E-4488-BF11-329BA6888D99}" type="presOf" srcId="{7B20AAE4-A16A-4423-B1CB-D4B24C5271D8}" destId="{29548D12-484D-49DC-8C2F-4B868D5DD65F}" srcOrd="0" destOrd="0" presId="urn:microsoft.com/office/officeart/2018/2/layout/IconVerticalSolidList"/>
    <dgm:cxn modelId="{0749C783-35ED-4C69-8BC6-56033BB1CDF4}" type="presOf" srcId="{2BC8A673-94FF-4E99-A624-E1F173000BFD}" destId="{E993CD23-AFE7-4908-98D0-966B8C6E9B09}" srcOrd="0" destOrd="0" presId="urn:microsoft.com/office/officeart/2018/2/layout/IconVerticalSolidList"/>
    <dgm:cxn modelId="{38D07293-4147-4105-B9FD-AB2686FA3DBF}" srcId="{8A3AA528-9D68-4B59-931A-B6EFFFB768E3}" destId="{7B20AAE4-A16A-4423-B1CB-D4B24C5271D8}" srcOrd="1" destOrd="0" parTransId="{D9FB94EC-26F9-4262-86FD-526770F755C4}" sibTransId="{FA203446-8D9C-480D-810F-EA9E1948BF89}"/>
    <dgm:cxn modelId="{9BF950F0-4062-4781-81A8-86CF93DE153F}" type="presOf" srcId="{8A3AA528-9D68-4B59-931A-B6EFFFB768E3}" destId="{5D401CAF-1EE0-4B6D-8BEC-EFA4D88B06C5}" srcOrd="0" destOrd="0" presId="urn:microsoft.com/office/officeart/2018/2/layout/IconVerticalSolidList"/>
    <dgm:cxn modelId="{C2C7FD0F-DFC2-4378-B685-7DF9B7FBDDF0}" type="presParOf" srcId="{5D401CAF-1EE0-4B6D-8BEC-EFA4D88B06C5}" destId="{071CF315-7593-4BC7-8752-6AC4FD78B636}" srcOrd="0" destOrd="0" presId="urn:microsoft.com/office/officeart/2018/2/layout/IconVerticalSolidList"/>
    <dgm:cxn modelId="{33D01988-BFED-4084-B06E-0CD23DEE8D28}" type="presParOf" srcId="{071CF315-7593-4BC7-8752-6AC4FD78B636}" destId="{69D4EB1A-8B5C-4247-BA99-5514826FCDBE}" srcOrd="0" destOrd="0" presId="urn:microsoft.com/office/officeart/2018/2/layout/IconVerticalSolidList"/>
    <dgm:cxn modelId="{15FC2489-44DE-4BA7-B87E-2A84ABAB7F38}" type="presParOf" srcId="{071CF315-7593-4BC7-8752-6AC4FD78B636}" destId="{BA2D3430-1830-46B5-819D-E29768CEA74C}" srcOrd="1" destOrd="0" presId="urn:microsoft.com/office/officeart/2018/2/layout/IconVerticalSolidList"/>
    <dgm:cxn modelId="{9B55E522-9CE9-4042-A55A-B04003A2333E}" type="presParOf" srcId="{071CF315-7593-4BC7-8752-6AC4FD78B636}" destId="{6EE93E75-B8BD-4118-ABED-A12B26608179}" srcOrd="2" destOrd="0" presId="urn:microsoft.com/office/officeart/2018/2/layout/IconVerticalSolidList"/>
    <dgm:cxn modelId="{A7503422-E44B-4AD7-8F59-09F53D78FB88}" type="presParOf" srcId="{071CF315-7593-4BC7-8752-6AC4FD78B636}" destId="{E993CD23-AFE7-4908-98D0-966B8C6E9B09}" srcOrd="3" destOrd="0" presId="urn:microsoft.com/office/officeart/2018/2/layout/IconVerticalSolidList"/>
    <dgm:cxn modelId="{A56CBA94-FFBB-46CB-991E-78B30FE8844A}" type="presParOf" srcId="{5D401CAF-1EE0-4B6D-8BEC-EFA4D88B06C5}" destId="{37C01C7F-4E4D-4CE4-8310-864987CAE7D2}" srcOrd="1" destOrd="0" presId="urn:microsoft.com/office/officeart/2018/2/layout/IconVerticalSolidList"/>
    <dgm:cxn modelId="{C07874DA-5231-4C8E-87F1-57545C51A033}" type="presParOf" srcId="{5D401CAF-1EE0-4B6D-8BEC-EFA4D88B06C5}" destId="{CE13F84E-8571-452C-9455-6A53736F5D5E}" srcOrd="2" destOrd="0" presId="urn:microsoft.com/office/officeart/2018/2/layout/IconVerticalSolidList"/>
    <dgm:cxn modelId="{7A2B7C65-1B10-4227-9B92-BE644CFE06CC}" type="presParOf" srcId="{CE13F84E-8571-452C-9455-6A53736F5D5E}" destId="{58C84C88-C5C1-40C6-8A59-EE588CF534A8}" srcOrd="0" destOrd="0" presId="urn:microsoft.com/office/officeart/2018/2/layout/IconVerticalSolidList"/>
    <dgm:cxn modelId="{1E71FE4E-7EB1-44CE-8FC4-BE4BA69AEEA7}" type="presParOf" srcId="{CE13F84E-8571-452C-9455-6A53736F5D5E}" destId="{54F1AEB6-03AF-404B-9A17-416ECE833473}" srcOrd="1" destOrd="0" presId="urn:microsoft.com/office/officeart/2018/2/layout/IconVerticalSolidList"/>
    <dgm:cxn modelId="{148F7935-6355-48BA-AEA5-53F8BDB3FB6D}" type="presParOf" srcId="{CE13F84E-8571-452C-9455-6A53736F5D5E}" destId="{ED2155AD-5C85-40B9-8D82-99833CC2D742}" srcOrd="2" destOrd="0" presId="urn:microsoft.com/office/officeart/2018/2/layout/IconVerticalSolidList"/>
    <dgm:cxn modelId="{F803D3E1-AF08-4D20-BE7A-2C31B2A1A9BC}" type="presParOf" srcId="{CE13F84E-8571-452C-9455-6A53736F5D5E}" destId="{29548D12-484D-49DC-8C2F-4B868D5DD6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68CEAD-2E7D-4490-B98C-E3F0171CCCA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F2D59794-B18B-4EFC-9618-9A526101582E}">
      <dgm:prSet phldrT="[Tekst]" phldr="0"/>
      <dgm:spPr/>
      <dgm:t>
        <a:bodyPr/>
        <a:lstStyle/>
        <a:p>
          <a:r>
            <a:rPr lang="da-DK" dirty="0" err="1"/>
            <a:t>elektronparbinding</a:t>
          </a:r>
          <a:endParaRPr lang="da-DK" dirty="0"/>
        </a:p>
      </dgm:t>
    </dgm:pt>
    <dgm:pt modelId="{6EE90CFB-3F86-485E-95E9-EC61875AB35F}" type="parTrans" cxnId="{92DA9F31-C4B4-4ED0-B251-0E35B117F0BB}">
      <dgm:prSet/>
      <dgm:spPr/>
      <dgm:t>
        <a:bodyPr/>
        <a:lstStyle/>
        <a:p>
          <a:endParaRPr lang="da-DK"/>
        </a:p>
      </dgm:t>
    </dgm:pt>
    <dgm:pt modelId="{FF6282DF-4080-4081-BA71-19D42E9BDE9E}" type="sibTrans" cxnId="{92DA9F31-C4B4-4ED0-B251-0E35B117F0BB}">
      <dgm:prSet/>
      <dgm:spPr/>
      <dgm:t>
        <a:bodyPr/>
        <a:lstStyle/>
        <a:p>
          <a:endParaRPr lang="da-DK"/>
        </a:p>
      </dgm:t>
    </dgm:pt>
    <dgm:pt modelId="{FB2A99D5-0FD0-4A5D-AF65-FDBB1A275C20}">
      <dgm:prSet phldrT="[Tekst]" phldr="0"/>
      <dgm:spPr/>
      <dgm:t>
        <a:bodyPr/>
        <a:lstStyle/>
        <a:p>
          <a:r>
            <a:rPr lang="da-DK" dirty="0"/>
            <a:t>enkeltbinding</a:t>
          </a:r>
        </a:p>
      </dgm:t>
    </dgm:pt>
    <dgm:pt modelId="{26F55163-A325-4B55-982A-7C902794311E}" type="parTrans" cxnId="{AD303174-53EB-4483-995A-AEE6A7C2242C}">
      <dgm:prSet/>
      <dgm:spPr/>
      <dgm:t>
        <a:bodyPr/>
        <a:lstStyle/>
        <a:p>
          <a:endParaRPr lang="da-DK"/>
        </a:p>
      </dgm:t>
    </dgm:pt>
    <dgm:pt modelId="{84A234FB-C746-46F0-90B3-EFF58F039E5E}" type="sibTrans" cxnId="{AD303174-53EB-4483-995A-AEE6A7C2242C}">
      <dgm:prSet/>
      <dgm:spPr/>
      <dgm:t>
        <a:bodyPr/>
        <a:lstStyle/>
        <a:p>
          <a:endParaRPr lang="da-DK"/>
        </a:p>
      </dgm:t>
    </dgm:pt>
    <dgm:pt modelId="{DE5F1EA6-8F70-431B-87CA-7F5FC499AF4C}">
      <dgm:prSet phldrT="[Tekst]" phldr="0"/>
      <dgm:spPr/>
      <dgm:t>
        <a:bodyPr/>
        <a:lstStyle/>
        <a:p>
          <a:r>
            <a:rPr lang="da-DK" dirty="0"/>
            <a:t>dobbeltbinding</a:t>
          </a:r>
        </a:p>
      </dgm:t>
    </dgm:pt>
    <dgm:pt modelId="{5A8EADB5-C741-4BB4-98AE-FF432136A5AB}" type="parTrans" cxnId="{9639A164-674F-44D3-8784-59546383BF6B}">
      <dgm:prSet/>
      <dgm:spPr/>
      <dgm:t>
        <a:bodyPr/>
        <a:lstStyle/>
        <a:p>
          <a:endParaRPr lang="da-DK"/>
        </a:p>
      </dgm:t>
    </dgm:pt>
    <dgm:pt modelId="{6F8227A4-B659-46C3-98E0-8FAF37407E7A}" type="sibTrans" cxnId="{9639A164-674F-44D3-8784-59546383BF6B}">
      <dgm:prSet/>
      <dgm:spPr/>
      <dgm:t>
        <a:bodyPr/>
        <a:lstStyle/>
        <a:p>
          <a:endParaRPr lang="da-DK"/>
        </a:p>
      </dgm:t>
    </dgm:pt>
    <dgm:pt modelId="{A9D3CB21-54EE-40DA-934A-A7ABE17E6F7B}">
      <dgm:prSet phldrT="[Tekst]" phldr="0"/>
      <dgm:spPr/>
      <dgm:t>
        <a:bodyPr/>
        <a:lstStyle/>
        <a:p>
          <a:r>
            <a:rPr lang="da-DK" dirty="0" err="1"/>
            <a:t>trippelbinding</a:t>
          </a:r>
          <a:endParaRPr lang="da-DK" dirty="0"/>
        </a:p>
      </dgm:t>
    </dgm:pt>
    <dgm:pt modelId="{24F20B34-A5A2-4639-8EFE-A154145118A9}" type="parTrans" cxnId="{F0E6995B-5D76-40B2-A17F-963F9247ED6A}">
      <dgm:prSet/>
      <dgm:spPr/>
      <dgm:t>
        <a:bodyPr/>
        <a:lstStyle/>
        <a:p>
          <a:endParaRPr lang="da-DK"/>
        </a:p>
      </dgm:t>
    </dgm:pt>
    <dgm:pt modelId="{C6C59C8C-3DCD-45A7-B9CE-EEAED6ECF606}" type="sibTrans" cxnId="{F0E6995B-5D76-40B2-A17F-963F9247ED6A}">
      <dgm:prSet/>
      <dgm:spPr/>
      <dgm:t>
        <a:bodyPr/>
        <a:lstStyle/>
        <a:p>
          <a:endParaRPr lang="da-DK"/>
        </a:p>
      </dgm:t>
    </dgm:pt>
    <dgm:pt modelId="{890D65AB-DEC6-4690-A202-113D132FC67E}" type="pres">
      <dgm:prSet presAssocID="{9968CEAD-2E7D-4490-B98C-E3F0171CCCA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E76AC57-1050-4762-A9BF-75578EC3D7E7}" type="pres">
      <dgm:prSet presAssocID="{F2D59794-B18B-4EFC-9618-9A526101582E}" presName="root1" presStyleCnt="0"/>
      <dgm:spPr/>
    </dgm:pt>
    <dgm:pt modelId="{7FBDE4A4-FC16-48FB-B262-0972E9E9409B}" type="pres">
      <dgm:prSet presAssocID="{F2D59794-B18B-4EFC-9618-9A526101582E}" presName="LevelOneTextNode" presStyleLbl="node0" presStyleIdx="0" presStyleCnt="1">
        <dgm:presLayoutVars>
          <dgm:chPref val="3"/>
        </dgm:presLayoutVars>
      </dgm:prSet>
      <dgm:spPr/>
    </dgm:pt>
    <dgm:pt modelId="{C9DB4649-4086-4579-8732-CF304BD63A3C}" type="pres">
      <dgm:prSet presAssocID="{F2D59794-B18B-4EFC-9618-9A526101582E}" presName="level2hierChild" presStyleCnt="0"/>
      <dgm:spPr/>
    </dgm:pt>
    <dgm:pt modelId="{15C1F1AE-729C-4FAB-B5A3-C6B41C5BE60E}" type="pres">
      <dgm:prSet presAssocID="{26F55163-A325-4B55-982A-7C902794311E}" presName="conn2-1" presStyleLbl="parChTrans1D2" presStyleIdx="0" presStyleCnt="3"/>
      <dgm:spPr/>
    </dgm:pt>
    <dgm:pt modelId="{0C0BD9EF-28E6-4716-9770-F10710C76213}" type="pres">
      <dgm:prSet presAssocID="{26F55163-A325-4B55-982A-7C902794311E}" presName="connTx" presStyleLbl="parChTrans1D2" presStyleIdx="0" presStyleCnt="3"/>
      <dgm:spPr/>
    </dgm:pt>
    <dgm:pt modelId="{657FB05A-D268-46CD-8083-BD6F7945295F}" type="pres">
      <dgm:prSet presAssocID="{FB2A99D5-0FD0-4A5D-AF65-FDBB1A275C20}" presName="root2" presStyleCnt="0"/>
      <dgm:spPr/>
    </dgm:pt>
    <dgm:pt modelId="{A4C59E80-40EC-4707-AF69-1A1A3C7A8C38}" type="pres">
      <dgm:prSet presAssocID="{FB2A99D5-0FD0-4A5D-AF65-FDBB1A275C20}" presName="LevelTwoTextNode" presStyleLbl="node2" presStyleIdx="0" presStyleCnt="3" custScaleX="104009">
        <dgm:presLayoutVars>
          <dgm:chPref val="3"/>
        </dgm:presLayoutVars>
      </dgm:prSet>
      <dgm:spPr/>
    </dgm:pt>
    <dgm:pt modelId="{C58B642F-749B-44D3-94A7-036102D511A3}" type="pres">
      <dgm:prSet presAssocID="{FB2A99D5-0FD0-4A5D-AF65-FDBB1A275C20}" presName="level3hierChild" presStyleCnt="0"/>
      <dgm:spPr/>
    </dgm:pt>
    <dgm:pt modelId="{7FFDA143-273C-4DED-B149-C11A8D8783BD}" type="pres">
      <dgm:prSet presAssocID="{5A8EADB5-C741-4BB4-98AE-FF432136A5AB}" presName="conn2-1" presStyleLbl="parChTrans1D2" presStyleIdx="1" presStyleCnt="3"/>
      <dgm:spPr/>
    </dgm:pt>
    <dgm:pt modelId="{1A45DE08-FC36-4B7C-AC15-93CBEA68C4EB}" type="pres">
      <dgm:prSet presAssocID="{5A8EADB5-C741-4BB4-98AE-FF432136A5AB}" presName="connTx" presStyleLbl="parChTrans1D2" presStyleIdx="1" presStyleCnt="3"/>
      <dgm:spPr/>
    </dgm:pt>
    <dgm:pt modelId="{3D6DFC5A-9399-4194-ADAA-9A076BC50473}" type="pres">
      <dgm:prSet presAssocID="{DE5F1EA6-8F70-431B-87CA-7F5FC499AF4C}" presName="root2" presStyleCnt="0"/>
      <dgm:spPr/>
    </dgm:pt>
    <dgm:pt modelId="{720EB466-19C7-4A76-A8C0-D6C34072004F}" type="pres">
      <dgm:prSet presAssocID="{DE5F1EA6-8F70-431B-87CA-7F5FC499AF4C}" presName="LevelTwoTextNode" presStyleLbl="node2" presStyleIdx="1" presStyleCnt="3">
        <dgm:presLayoutVars>
          <dgm:chPref val="3"/>
        </dgm:presLayoutVars>
      </dgm:prSet>
      <dgm:spPr/>
    </dgm:pt>
    <dgm:pt modelId="{91073673-3D30-4951-8A99-610C94D8B780}" type="pres">
      <dgm:prSet presAssocID="{DE5F1EA6-8F70-431B-87CA-7F5FC499AF4C}" presName="level3hierChild" presStyleCnt="0"/>
      <dgm:spPr/>
    </dgm:pt>
    <dgm:pt modelId="{885712CA-82F1-419C-9987-49B3CF478A05}" type="pres">
      <dgm:prSet presAssocID="{24F20B34-A5A2-4639-8EFE-A154145118A9}" presName="conn2-1" presStyleLbl="parChTrans1D2" presStyleIdx="2" presStyleCnt="3"/>
      <dgm:spPr/>
    </dgm:pt>
    <dgm:pt modelId="{41AE1A1A-3AB9-494A-99AB-5F47A7D8D8BF}" type="pres">
      <dgm:prSet presAssocID="{24F20B34-A5A2-4639-8EFE-A154145118A9}" presName="connTx" presStyleLbl="parChTrans1D2" presStyleIdx="2" presStyleCnt="3"/>
      <dgm:spPr/>
    </dgm:pt>
    <dgm:pt modelId="{DA38EDC2-3823-4C23-BCA6-5696F6F1B2AA}" type="pres">
      <dgm:prSet presAssocID="{A9D3CB21-54EE-40DA-934A-A7ABE17E6F7B}" presName="root2" presStyleCnt="0"/>
      <dgm:spPr/>
    </dgm:pt>
    <dgm:pt modelId="{2E216EA1-1201-45E2-AE3C-2D801AC38307}" type="pres">
      <dgm:prSet presAssocID="{A9D3CB21-54EE-40DA-934A-A7ABE17E6F7B}" presName="LevelTwoTextNode" presStyleLbl="node2" presStyleIdx="2" presStyleCnt="3">
        <dgm:presLayoutVars>
          <dgm:chPref val="3"/>
        </dgm:presLayoutVars>
      </dgm:prSet>
      <dgm:spPr/>
    </dgm:pt>
    <dgm:pt modelId="{1D1C1870-2BAC-4F92-8522-A43A145977B7}" type="pres">
      <dgm:prSet presAssocID="{A9D3CB21-54EE-40DA-934A-A7ABE17E6F7B}" presName="level3hierChild" presStyleCnt="0"/>
      <dgm:spPr/>
    </dgm:pt>
  </dgm:ptLst>
  <dgm:cxnLst>
    <dgm:cxn modelId="{3EF3991E-BEBB-4EC2-840E-24FD05C0BCB0}" type="presOf" srcId="{26F55163-A325-4B55-982A-7C902794311E}" destId="{0C0BD9EF-28E6-4716-9770-F10710C76213}" srcOrd="1" destOrd="0" presId="urn:microsoft.com/office/officeart/2008/layout/HorizontalMultiLevelHierarchy"/>
    <dgm:cxn modelId="{6236FE22-D43D-4426-9C2B-EB2A99077376}" type="presOf" srcId="{FB2A99D5-0FD0-4A5D-AF65-FDBB1A275C20}" destId="{A4C59E80-40EC-4707-AF69-1A1A3C7A8C38}" srcOrd="0" destOrd="0" presId="urn:microsoft.com/office/officeart/2008/layout/HorizontalMultiLevelHierarchy"/>
    <dgm:cxn modelId="{92DA9F31-C4B4-4ED0-B251-0E35B117F0BB}" srcId="{9968CEAD-2E7D-4490-B98C-E3F0171CCCA3}" destId="{F2D59794-B18B-4EFC-9618-9A526101582E}" srcOrd="0" destOrd="0" parTransId="{6EE90CFB-3F86-485E-95E9-EC61875AB35F}" sibTransId="{FF6282DF-4080-4081-BA71-19D42E9BDE9E}"/>
    <dgm:cxn modelId="{F0E6995B-5D76-40B2-A17F-963F9247ED6A}" srcId="{F2D59794-B18B-4EFC-9618-9A526101582E}" destId="{A9D3CB21-54EE-40DA-934A-A7ABE17E6F7B}" srcOrd="2" destOrd="0" parTransId="{24F20B34-A5A2-4639-8EFE-A154145118A9}" sibTransId="{C6C59C8C-3DCD-45A7-B9CE-EEAED6ECF606}"/>
    <dgm:cxn modelId="{9639A164-674F-44D3-8784-59546383BF6B}" srcId="{F2D59794-B18B-4EFC-9618-9A526101582E}" destId="{DE5F1EA6-8F70-431B-87CA-7F5FC499AF4C}" srcOrd="1" destOrd="0" parTransId="{5A8EADB5-C741-4BB4-98AE-FF432136A5AB}" sibTransId="{6F8227A4-B659-46C3-98E0-8FAF37407E7A}"/>
    <dgm:cxn modelId="{F6E1EC6C-E32D-48BD-816E-E19094D4EB3B}" type="presOf" srcId="{F2D59794-B18B-4EFC-9618-9A526101582E}" destId="{7FBDE4A4-FC16-48FB-B262-0972E9E9409B}" srcOrd="0" destOrd="0" presId="urn:microsoft.com/office/officeart/2008/layout/HorizontalMultiLevelHierarchy"/>
    <dgm:cxn modelId="{7F6FA04D-6DF0-4AE1-B3D6-74987CCE5F9A}" type="presOf" srcId="{9968CEAD-2E7D-4490-B98C-E3F0171CCCA3}" destId="{890D65AB-DEC6-4690-A202-113D132FC67E}" srcOrd="0" destOrd="0" presId="urn:microsoft.com/office/officeart/2008/layout/HorizontalMultiLevelHierarchy"/>
    <dgm:cxn modelId="{18B20273-7B5F-4165-A11D-6717862967F3}" type="presOf" srcId="{DE5F1EA6-8F70-431B-87CA-7F5FC499AF4C}" destId="{720EB466-19C7-4A76-A8C0-D6C34072004F}" srcOrd="0" destOrd="0" presId="urn:microsoft.com/office/officeart/2008/layout/HorizontalMultiLevelHierarchy"/>
    <dgm:cxn modelId="{AD303174-53EB-4483-995A-AEE6A7C2242C}" srcId="{F2D59794-B18B-4EFC-9618-9A526101582E}" destId="{FB2A99D5-0FD0-4A5D-AF65-FDBB1A275C20}" srcOrd="0" destOrd="0" parTransId="{26F55163-A325-4B55-982A-7C902794311E}" sibTransId="{84A234FB-C746-46F0-90B3-EFF58F039E5E}"/>
    <dgm:cxn modelId="{0226B655-8F1E-4C07-BF18-84121EA3DA94}" type="presOf" srcId="{24F20B34-A5A2-4639-8EFE-A154145118A9}" destId="{41AE1A1A-3AB9-494A-99AB-5F47A7D8D8BF}" srcOrd="1" destOrd="0" presId="urn:microsoft.com/office/officeart/2008/layout/HorizontalMultiLevelHierarchy"/>
    <dgm:cxn modelId="{B1841E76-4753-4BA4-8759-45F0BAF760D1}" type="presOf" srcId="{5A8EADB5-C741-4BB4-98AE-FF432136A5AB}" destId="{7FFDA143-273C-4DED-B149-C11A8D8783BD}" srcOrd="0" destOrd="0" presId="urn:microsoft.com/office/officeart/2008/layout/HorizontalMultiLevelHierarchy"/>
    <dgm:cxn modelId="{1A23EC86-F113-47E6-A51D-C76AC742ABB9}" type="presOf" srcId="{5A8EADB5-C741-4BB4-98AE-FF432136A5AB}" destId="{1A45DE08-FC36-4B7C-AC15-93CBEA68C4EB}" srcOrd="1" destOrd="0" presId="urn:microsoft.com/office/officeart/2008/layout/HorizontalMultiLevelHierarchy"/>
    <dgm:cxn modelId="{57CF7592-7DEB-4D14-9709-7FBAD099A296}" type="presOf" srcId="{26F55163-A325-4B55-982A-7C902794311E}" destId="{15C1F1AE-729C-4FAB-B5A3-C6B41C5BE60E}" srcOrd="0" destOrd="0" presId="urn:microsoft.com/office/officeart/2008/layout/HorizontalMultiLevelHierarchy"/>
    <dgm:cxn modelId="{5240D294-FB28-4008-9715-D67824BF4E72}" type="presOf" srcId="{24F20B34-A5A2-4639-8EFE-A154145118A9}" destId="{885712CA-82F1-419C-9987-49B3CF478A05}" srcOrd="0" destOrd="0" presId="urn:microsoft.com/office/officeart/2008/layout/HorizontalMultiLevelHierarchy"/>
    <dgm:cxn modelId="{A2B532EE-0741-4442-B2D9-15960E119C31}" type="presOf" srcId="{A9D3CB21-54EE-40DA-934A-A7ABE17E6F7B}" destId="{2E216EA1-1201-45E2-AE3C-2D801AC38307}" srcOrd="0" destOrd="0" presId="urn:microsoft.com/office/officeart/2008/layout/HorizontalMultiLevelHierarchy"/>
    <dgm:cxn modelId="{EEFFE444-9778-44AF-AA6F-7A1111941064}" type="presParOf" srcId="{890D65AB-DEC6-4690-A202-113D132FC67E}" destId="{9E76AC57-1050-4762-A9BF-75578EC3D7E7}" srcOrd="0" destOrd="0" presId="urn:microsoft.com/office/officeart/2008/layout/HorizontalMultiLevelHierarchy"/>
    <dgm:cxn modelId="{5EBDC906-C0F4-40AB-9BCC-B88858D678F8}" type="presParOf" srcId="{9E76AC57-1050-4762-A9BF-75578EC3D7E7}" destId="{7FBDE4A4-FC16-48FB-B262-0972E9E9409B}" srcOrd="0" destOrd="0" presId="urn:microsoft.com/office/officeart/2008/layout/HorizontalMultiLevelHierarchy"/>
    <dgm:cxn modelId="{54195111-AD00-4B3D-8E0E-8799AA890E99}" type="presParOf" srcId="{9E76AC57-1050-4762-A9BF-75578EC3D7E7}" destId="{C9DB4649-4086-4579-8732-CF304BD63A3C}" srcOrd="1" destOrd="0" presId="urn:microsoft.com/office/officeart/2008/layout/HorizontalMultiLevelHierarchy"/>
    <dgm:cxn modelId="{3E7269E5-92F7-49FB-8EE8-BFE75D7F088B}" type="presParOf" srcId="{C9DB4649-4086-4579-8732-CF304BD63A3C}" destId="{15C1F1AE-729C-4FAB-B5A3-C6B41C5BE60E}" srcOrd="0" destOrd="0" presId="urn:microsoft.com/office/officeart/2008/layout/HorizontalMultiLevelHierarchy"/>
    <dgm:cxn modelId="{0867D84F-401B-45AC-BB7F-EADFAB068D39}" type="presParOf" srcId="{15C1F1AE-729C-4FAB-B5A3-C6B41C5BE60E}" destId="{0C0BD9EF-28E6-4716-9770-F10710C76213}" srcOrd="0" destOrd="0" presId="urn:microsoft.com/office/officeart/2008/layout/HorizontalMultiLevelHierarchy"/>
    <dgm:cxn modelId="{29431D31-76E5-49C2-B35A-DDB959C7F799}" type="presParOf" srcId="{C9DB4649-4086-4579-8732-CF304BD63A3C}" destId="{657FB05A-D268-46CD-8083-BD6F7945295F}" srcOrd="1" destOrd="0" presId="urn:microsoft.com/office/officeart/2008/layout/HorizontalMultiLevelHierarchy"/>
    <dgm:cxn modelId="{ACC83081-2213-4AB6-92C5-C50E384DC887}" type="presParOf" srcId="{657FB05A-D268-46CD-8083-BD6F7945295F}" destId="{A4C59E80-40EC-4707-AF69-1A1A3C7A8C38}" srcOrd="0" destOrd="0" presId="urn:microsoft.com/office/officeart/2008/layout/HorizontalMultiLevelHierarchy"/>
    <dgm:cxn modelId="{A6F96FB7-ED6B-4954-9FAE-D7B903D7EBE2}" type="presParOf" srcId="{657FB05A-D268-46CD-8083-BD6F7945295F}" destId="{C58B642F-749B-44D3-94A7-036102D511A3}" srcOrd="1" destOrd="0" presId="urn:microsoft.com/office/officeart/2008/layout/HorizontalMultiLevelHierarchy"/>
    <dgm:cxn modelId="{661746A2-F638-47BB-AFC0-F722D254F530}" type="presParOf" srcId="{C9DB4649-4086-4579-8732-CF304BD63A3C}" destId="{7FFDA143-273C-4DED-B149-C11A8D8783BD}" srcOrd="2" destOrd="0" presId="urn:microsoft.com/office/officeart/2008/layout/HorizontalMultiLevelHierarchy"/>
    <dgm:cxn modelId="{23F89485-E2DD-4F8A-BDE4-447213934569}" type="presParOf" srcId="{7FFDA143-273C-4DED-B149-C11A8D8783BD}" destId="{1A45DE08-FC36-4B7C-AC15-93CBEA68C4EB}" srcOrd="0" destOrd="0" presId="urn:microsoft.com/office/officeart/2008/layout/HorizontalMultiLevelHierarchy"/>
    <dgm:cxn modelId="{B6E55BB3-3009-4262-AFCF-BB7D45D5C7F7}" type="presParOf" srcId="{C9DB4649-4086-4579-8732-CF304BD63A3C}" destId="{3D6DFC5A-9399-4194-ADAA-9A076BC50473}" srcOrd="3" destOrd="0" presId="urn:microsoft.com/office/officeart/2008/layout/HorizontalMultiLevelHierarchy"/>
    <dgm:cxn modelId="{2393F637-4498-48C1-8294-B7CF143110EA}" type="presParOf" srcId="{3D6DFC5A-9399-4194-ADAA-9A076BC50473}" destId="{720EB466-19C7-4A76-A8C0-D6C34072004F}" srcOrd="0" destOrd="0" presId="urn:microsoft.com/office/officeart/2008/layout/HorizontalMultiLevelHierarchy"/>
    <dgm:cxn modelId="{E829E99B-D253-49F3-81A3-0CC9772DDE02}" type="presParOf" srcId="{3D6DFC5A-9399-4194-ADAA-9A076BC50473}" destId="{91073673-3D30-4951-8A99-610C94D8B780}" srcOrd="1" destOrd="0" presId="urn:microsoft.com/office/officeart/2008/layout/HorizontalMultiLevelHierarchy"/>
    <dgm:cxn modelId="{892F7875-9438-473F-9EA2-20E405841F48}" type="presParOf" srcId="{C9DB4649-4086-4579-8732-CF304BD63A3C}" destId="{885712CA-82F1-419C-9987-49B3CF478A05}" srcOrd="4" destOrd="0" presId="urn:microsoft.com/office/officeart/2008/layout/HorizontalMultiLevelHierarchy"/>
    <dgm:cxn modelId="{AD8A6CDE-30A2-41B5-B3D1-38D0262D1771}" type="presParOf" srcId="{885712CA-82F1-419C-9987-49B3CF478A05}" destId="{41AE1A1A-3AB9-494A-99AB-5F47A7D8D8BF}" srcOrd="0" destOrd="0" presId="urn:microsoft.com/office/officeart/2008/layout/HorizontalMultiLevelHierarchy"/>
    <dgm:cxn modelId="{4CC6D55A-BCE9-40A9-B242-8E48253C01A6}" type="presParOf" srcId="{C9DB4649-4086-4579-8732-CF304BD63A3C}" destId="{DA38EDC2-3823-4C23-BCA6-5696F6F1B2AA}" srcOrd="5" destOrd="0" presId="urn:microsoft.com/office/officeart/2008/layout/HorizontalMultiLevelHierarchy"/>
    <dgm:cxn modelId="{568D46BD-5214-456B-80D3-8C4036C636DA}" type="presParOf" srcId="{DA38EDC2-3823-4C23-BCA6-5696F6F1B2AA}" destId="{2E216EA1-1201-45E2-AE3C-2D801AC38307}" srcOrd="0" destOrd="0" presId="urn:microsoft.com/office/officeart/2008/layout/HorizontalMultiLevelHierarchy"/>
    <dgm:cxn modelId="{CDFD3A3B-BBCE-4924-988E-325236852497}" type="presParOf" srcId="{DA38EDC2-3823-4C23-BCA6-5696F6F1B2AA}" destId="{1D1C1870-2BAC-4F92-8522-A43A145977B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3AA528-9D68-4B59-931A-B6EFFFB768E3}" type="doc">
      <dgm:prSet loTypeId="urn:microsoft.com/office/officeart/2018/2/layout/IconVerticalSolidList" loCatId="icon" qsTypeId="urn:microsoft.com/office/officeart/2005/8/quickstyle/simple1#89" qsCatId="simple" csTypeId="urn:microsoft.com/office/officeart/2005/8/colors/accent1_2#53" csCatId="accent1" phldr="1"/>
      <dgm:spPr/>
      <dgm:t>
        <a:bodyPr/>
        <a:lstStyle/>
        <a:p>
          <a:endParaRPr lang="en-US"/>
        </a:p>
      </dgm:t>
    </dgm:pt>
    <dgm:pt modelId="{2BC8A673-94FF-4E99-A624-E1F173000BFD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3</a:t>
          </a:r>
          <a:endParaRPr lang="en-US" dirty="0"/>
        </a:p>
      </dgm:t>
    </dgm:pt>
    <dgm:pt modelId="{7D611FFE-D618-46B5-91CA-B4D53071734E}" type="parTrans" cxnId="{994D2436-91DB-4554-AB53-98CE607DFA82}">
      <dgm:prSet/>
      <dgm:spPr/>
      <dgm:t>
        <a:bodyPr/>
        <a:lstStyle/>
        <a:p>
          <a:endParaRPr lang="en-US"/>
        </a:p>
      </dgm:t>
    </dgm:pt>
    <dgm:pt modelId="{3DAB3F2D-BB65-493E-A7EF-8A96552EF3B6}" type="sibTrans" cxnId="{994D2436-91DB-4554-AB53-98CE607DFA82}">
      <dgm:prSet/>
      <dgm:spPr/>
      <dgm:t>
        <a:bodyPr/>
        <a:lstStyle/>
        <a:p>
          <a:endParaRPr lang="en-US"/>
        </a:p>
      </dgm:t>
    </dgm:pt>
    <dgm:pt modelId="{7B20AAE4-A16A-4423-B1CB-D4B24C5271D8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10 min.</a:t>
          </a:r>
          <a:endParaRPr lang="en-US"/>
        </a:p>
      </dgm:t>
    </dgm:pt>
    <dgm:pt modelId="{D9FB94EC-26F9-4262-86FD-526770F755C4}" type="parTrans" cxnId="{38D07293-4147-4105-B9FD-AB2686FA3DBF}">
      <dgm:prSet/>
      <dgm:spPr/>
      <dgm:t>
        <a:bodyPr/>
        <a:lstStyle/>
        <a:p>
          <a:endParaRPr lang="en-US"/>
        </a:p>
      </dgm:t>
    </dgm:pt>
    <dgm:pt modelId="{FA203446-8D9C-480D-810F-EA9E1948BF89}" type="sibTrans" cxnId="{38D07293-4147-4105-B9FD-AB2686FA3DBF}">
      <dgm:prSet/>
      <dgm:spPr/>
      <dgm:t>
        <a:bodyPr/>
        <a:lstStyle/>
        <a:p>
          <a:endParaRPr lang="en-US"/>
        </a:p>
      </dgm:t>
    </dgm:pt>
    <dgm:pt modelId="{5D401CAF-1EE0-4B6D-8BEC-EFA4D88B06C5}" type="pres">
      <dgm:prSet presAssocID="{8A3AA528-9D68-4B59-931A-B6EFFFB768E3}" presName="root" presStyleCnt="0">
        <dgm:presLayoutVars>
          <dgm:dir/>
          <dgm:resizeHandles val="exact"/>
        </dgm:presLayoutVars>
      </dgm:prSet>
      <dgm:spPr/>
    </dgm:pt>
    <dgm:pt modelId="{071CF315-7593-4BC7-8752-6AC4FD78B636}" type="pres">
      <dgm:prSet presAssocID="{2BC8A673-94FF-4E99-A624-E1F173000BFD}" presName="compNode" presStyleCnt="0"/>
      <dgm:spPr/>
    </dgm:pt>
    <dgm:pt modelId="{69D4EB1A-8B5C-4247-BA99-5514826FCDBE}" type="pres">
      <dgm:prSet presAssocID="{2BC8A673-94FF-4E99-A624-E1F173000BFD}" presName="bgRect" presStyleLbl="bgShp" presStyleIdx="0" presStyleCnt="2"/>
      <dgm:spPr/>
    </dgm:pt>
    <dgm:pt modelId="{BA2D3430-1830-46B5-819D-E29768CEA74C}" type="pres">
      <dgm:prSet presAssocID="{2BC8A673-94FF-4E99-A624-E1F173000BF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6EE93E75-B8BD-4118-ABED-A12B26608179}" type="pres">
      <dgm:prSet presAssocID="{2BC8A673-94FF-4E99-A624-E1F173000BFD}" presName="spaceRect" presStyleCnt="0"/>
      <dgm:spPr/>
    </dgm:pt>
    <dgm:pt modelId="{E993CD23-AFE7-4908-98D0-966B8C6E9B09}" type="pres">
      <dgm:prSet presAssocID="{2BC8A673-94FF-4E99-A624-E1F173000BFD}" presName="parTx" presStyleLbl="revTx" presStyleIdx="0" presStyleCnt="2">
        <dgm:presLayoutVars>
          <dgm:chMax val="0"/>
          <dgm:chPref val="0"/>
        </dgm:presLayoutVars>
      </dgm:prSet>
      <dgm:spPr/>
    </dgm:pt>
    <dgm:pt modelId="{37C01C7F-4E4D-4CE4-8310-864987CAE7D2}" type="pres">
      <dgm:prSet presAssocID="{3DAB3F2D-BB65-493E-A7EF-8A96552EF3B6}" presName="sibTrans" presStyleCnt="0"/>
      <dgm:spPr/>
    </dgm:pt>
    <dgm:pt modelId="{CE13F84E-8571-452C-9455-6A53736F5D5E}" type="pres">
      <dgm:prSet presAssocID="{7B20AAE4-A16A-4423-B1CB-D4B24C5271D8}" presName="compNode" presStyleCnt="0"/>
      <dgm:spPr/>
    </dgm:pt>
    <dgm:pt modelId="{58C84C88-C5C1-40C6-8A59-EE588CF534A8}" type="pres">
      <dgm:prSet presAssocID="{7B20AAE4-A16A-4423-B1CB-D4B24C5271D8}" presName="bgRect" presStyleLbl="bgShp" presStyleIdx="1" presStyleCnt="2"/>
      <dgm:spPr/>
    </dgm:pt>
    <dgm:pt modelId="{54F1AEB6-03AF-404B-9A17-416ECE833473}" type="pres">
      <dgm:prSet presAssocID="{7B20AAE4-A16A-4423-B1CB-D4B24C5271D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ED2155AD-5C85-40B9-8D82-99833CC2D742}" type="pres">
      <dgm:prSet presAssocID="{7B20AAE4-A16A-4423-B1CB-D4B24C5271D8}" presName="spaceRect" presStyleCnt="0"/>
      <dgm:spPr/>
    </dgm:pt>
    <dgm:pt modelId="{29548D12-484D-49DC-8C2F-4B868D5DD65F}" type="pres">
      <dgm:prSet presAssocID="{7B20AAE4-A16A-4423-B1CB-D4B24C5271D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94D2436-91DB-4554-AB53-98CE607DFA82}" srcId="{8A3AA528-9D68-4B59-931A-B6EFFFB768E3}" destId="{2BC8A673-94FF-4E99-A624-E1F173000BFD}" srcOrd="0" destOrd="0" parTransId="{7D611FFE-D618-46B5-91CA-B4D53071734E}" sibTransId="{3DAB3F2D-BB65-493E-A7EF-8A96552EF3B6}"/>
    <dgm:cxn modelId="{49533744-BF0E-4488-BF11-329BA6888D99}" type="presOf" srcId="{7B20AAE4-A16A-4423-B1CB-D4B24C5271D8}" destId="{29548D12-484D-49DC-8C2F-4B868D5DD65F}" srcOrd="0" destOrd="0" presId="urn:microsoft.com/office/officeart/2018/2/layout/IconVerticalSolidList"/>
    <dgm:cxn modelId="{0749C783-35ED-4C69-8BC6-56033BB1CDF4}" type="presOf" srcId="{2BC8A673-94FF-4E99-A624-E1F173000BFD}" destId="{E993CD23-AFE7-4908-98D0-966B8C6E9B09}" srcOrd="0" destOrd="0" presId="urn:microsoft.com/office/officeart/2018/2/layout/IconVerticalSolidList"/>
    <dgm:cxn modelId="{38D07293-4147-4105-B9FD-AB2686FA3DBF}" srcId="{8A3AA528-9D68-4B59-931A-B6EFFFB768E3}" destId="{7B20AAE4-A16A-4423-B1CB-D4B24C5271D8}" srcOrd="1" destOrd="0" parTransId="{D9FB94EC-26F9-4262-86FD-526770F755C4}" sibTransId="{FA203446-8D9C-480D-810F-EA9E1948BF89}"/>
    <dgm:cxn modelId="{9BF950F0-4062-4781-81A8-86CF93DE153F}" type="presOf" srcId="{8A3AA528-9D68-4B59-931A-B6EFFFB768E3}" destId="{5D401CAF-1EE0-4B6D-8BEC-EFA4D88B06C5}" srcOrd="0" destOrd="0" presId="urn:microsoft.com/office/officeart/2018/2/layout/IconVerticalSolidList"/>
    <dgm:cxn modelId="{C2C7FD0F-DFC2-4378-B685-7DF9B7FBDDF0}" type="presParOf" srcId="{5D401CAF-1EE0-4B6D-8BEC-EFA4D88B06C5}" destId="{071CF315-7593-4BC7-8752-6AC4FD78B636}" srcOrd="0" destOrd="0" presId="urn:microsoft.com/office/officeart/2018/2/layout/IconVerticalSolidList"/>
    <dgm:cxn modelId="{33D01988-BFED-4084-B06E-0CD23DEE8D28}" type="presParOf" srcId="{071CF315-7593-4BC7-8752-6AC4FD78B636}" destId="{69D4EB1A-8B5C-4247-BA99-5514826FCDBE}" srcOrd="0" destOrd="0" presId="urn:microsoft.com/office/officeart/2018/2/layout/IconVerticalSolidList"/>
    <dgm:cxn modelId="{15FC2489-44DE-4BA7-B87E-2A84ABAB7F38}" type="presParOf" srcId="{071CF315-7593-4BC7-8752-6AC4FD78B636}" destId="{BA2D3430-1830-46B5-819D-E29768CEA74C}" srcOrd="1" destOrd="0" presId="urn:microsoft.com/office/officeart/2018/2/layout/IconVerticalSolidList"/>
    <dgm:cxn modelId="{9B55E522-9CE9-4042-A55A-B04003A2333E}" type="presParOf" srcId="{071CF315-7593-4BC7-8752-6AC4FD78B636}" destId="{6EE93E75-B8BD-4118-ABED-A12B26608179}" srcOrd="2" destOrd="0" presId="urn:microsoft.com/office/officeart/2018/2/layout/IconVerticalSolidList"/>
    <dgm:cxn modelId="{A7503422-E44B-4AD7-8F59-09F53D78FB88}" type="presParOf" srcId="{071CF315-7593-4BC7-8752-6AC4FD78B636}" destId="{E993CD23-AFE7-4908-98D0-966B8C6E9B09}" srcOrd="3" destOrd="0" presId="urn:microsoft.com/office/officeart/2018/2/layout/IconVerticalSolidList"/>
    <dgm:cxn modelId="{A56CBA94-FFBB-46CB-991E-78B30FE8844A}" type="presParOf" srcId="{5D401CAF-1EE0-4B6D-8BEC-EFA4D88B06C5}" destId="{37C01C7F-4E4D-4CE4-8310-864987CAE7D2}" srcOrd="1" destOrd="0" presId="urn:microsoft.com/office/officeart/2018/2/layout/IconVerticalSolidList"/>
    <dgm:cxn modelId="{C07874DA-5231-4C8E-87F1-57545C51A033}" type="presParOf" srcId="{5D401CAF-1EE0-4B6D-8BEC-EFA4D88B06C5}" destId="{CE13F84E-8571-452C-9455-6A53736F5D5E}" srcOrd="2" destOrd="0" presId="urn:microsoft.com/office/officeart/2018/2/layout/IconVerticalSolidList"/>
    <dgm:cxn modelId="{7A2B7C65-1B10-4227-9B92-BE644CFE06CC}" type="presParOf" srcId="{CE13F84E-8571-452C-9455-6A53736F5D5E}" destId="{58C84C88-C5C1-40C6-8A59-EE588CF534A8}" srcOrd="0" destOrd="0" presId="urn:microsoft.com/office/officeart/2018/2/layout/IconVerticalSolidList"/>
    <dgm:cxn modelId="{1E71FE4E-7EB1-44CE-8FC4-BE4BA69AEEA7}" type="presParOf" srcId="{CE13F84E-8571-452C-9455-6A53736F5D5E}" destId="{54F1AEB6-03AF-404B-9A17-416ECE833473}" srcOrd="1" destOrd="0" presId="urn:microsoft.com/office/officeart/2018/2/layout/IconVerticalSolidList"/>
    <dgm:cxn modelId="{148F7935-6355-48BA-AEA5-53F8BDB3FB6D}" type="presParOf" srcId="{CE13F84E-8571-452C-9455-6A53736F5D5E}" destId="{ED2155AD-5C85-40B9-8D82-99833CC2D742}" srcOrd="2" destOrd="0" presId="urn:microsoft.com/office/officeart/2018/2/layout/IconVerticalSolidList"/>
    <dgm:cxn modelId="{F803D3E1-AF08-4D20-BE7A-2C31B2A1A9BC}" type="presParOf" srcId="{CE13F84E-8571-452C-9455-6A53736F5D5E}" destId="{29548D12-484D-49DC-8C2F-4B868D5DD6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3AA528-9D68-4B59-931A-B6EFFFB768E3}" type="doc">
      <dgm:prSet loTypeId="urn:microsoft.com/office/officeart/2018/2/layout/IconVerticalSolidList" loCatId="icon" qsTypeId="urn:microsoft.com/office/officeart/2005/8/quickstyle/simple1#89" qsCatId="simple" csTypeId="urn:microsoft.com/office/officeart/2005/8/colors/accent1_2#53" csCatId="accent1" phldr="1"/>
      <dgm:spPr/>
      <dgm:t>
        <a:bodyPr/>
        <a:lstStyle/>
        <a:p>
          <a:endParaRPr lang="en-US"/>
        </a:p>
      </dgm:t>
    </dgm:pt>
    <dgm:pt modelId="{2BC8A673-94FF-4E99-A624-E1F173000BFD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4</a:t>
          </a:r>
          <a:endParaRPr lang="en-US" dirty="0"/>
        </a:p>
      </dgm:t>
    </dgm:pt>
    <dgm:pt modelId="{7D611FFE-D618-46B5-91CA-B4D53071734E}" type="parTrans" cxnId="{994D2436-91DB-4554-AB53-98CE607DFA82}">
      <dgm:prSet/>
      <dgm:spPr/>
      <dgm:t>
        <a:bodyPr/>
        <a:lstStyle/>
        <a:p>
          <a:endParaRPr lang="en-US"/>
        </a:p>
      </dgm:t>
    </dgm:pt>
    <dgm:pt modelId="{3DAB3F2D-BB65-493E-A7EF-8A96552EF3B6}" type="sibTrans" cxnId="{994D2436-91DB-4554-AB53-98CE607DFA82}">
      <dgm:prSet/>
      <dgm:spPr/>
      <dgm:t>
        <a:bodyPr/>
        <a:lstStyle/>
        <a:p>
          <a:endParaRPr lang="en-US"/>
        </a:p>
      </dgm:t>
    </dgm:pt>
    <dgm:pt modelId="{7B20AAE4-A16A-4423-B1CB-D4B24C5271D8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15 min.</a:t>
          </a:r>
          <a:endParaRPr lang="en-US" dirty="0"/>
        </a:p>
      </dgm:t>
    </dgm:pt>
    <dgm:pt modelId="{D9FB94EC-26F9-4262-86FD-526770F755C4}" type="parTrans" cxnId="{38D07293-4147-4105-B9FD-AB2686FA3DBF}">
      <dgm:prSet/>
      <dgm:spPr/>
      <dgm:t>
        <a:bodyPr/>
        <a:lstStyle/>
        <a:p>
          <a:endParaRPr lang="en-US"/>
        </a:p>
      </dgm:t>
    </dgm:pt>
    <dgm:pt modelId="{FA203446-8D9C-480D-810F-EA9E1948BF89}" type="sibTrans" cxnId="{38D07293-4147-4105-B9FD-AB2686FA3DBF}">
      <dgm:prSet/>
      <dgm:spPr/>
      <dgm:t>
        <a:bodyPr/>
        <a:lstStyle/>
        <a:p>
          <a:endParaRPr lang="en-US"/>
        </a:p>
      </dgm:t>
    </dgm:pt>
    <dgm:pt modelId="{5D401CAF-1EE0-4B6D-8BEC-EFA4D88B06C5}" type="pres">
      <dgm:prSet presAssocID="{8A3AA528-9D68-4B59-931A-B6EFFFB768E3}" presName="root" presStyleCnt="0">
        <dgm:presLayoutVars>
          <dgm:dir/>
          <dgm:resizeHandles val="exact"/>
        </dgm:presLayoutVars>
      </dgm:prSet>
      <dgm:spPr/>
    </dgm:pt>
    <dgm:pt modelId="{071CF315-7593-4BC7-8752-6AC4FD78B636}" type="pres">
      <dgm:prSet presAssocID="{2BC8A673-94FF-4E99-A624-E1F173000BFD}" presName="compNode" presStyleCnt="0"/>
      <dgm:spPr/>
    </dgm:pt>
    <dgm:pt modelId="{69D4EB1A-8B5C-4247-BA99-5514826FCDBE}" type="pres">
      <dgm:prSet presAssocID="{2BC8A673-94FF-4E99-A624-E1F173000BFD}" presName="bgRect" presStyleLbl="bgShp" presStyleIdx="0" presStyleCnt="2"/>
      <dgm:spPr/>
    </dgm:pt>
    <dgm:pt modelId="{BA2D3430-1830-46B5-819D-E29768CEA74C}" type="pres">
      <dgm:prSet presAssocID="{2BC8A673-94FF-4E99-A624-E1F173000BF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6EE93E75-B8BD-4118-ABED-A12B26608179}" type="pres">
      <dgm:prSet presAssocID="{2BC8A673-94FF-4E99-A624-E1F173000BFD}" presName="spaceRect" presStyleCnt="0"/>
      <dgm:spPr/>
    </dgm:pt>
    <dgm:pt modelId="{E993CD23-AFE7-4908-98D0-966B8C6E9B09}" type="pres">
      <dgm:prSet presAssocID="{2BC8A673-94FF-4E99-A624-E1F173000BFD}" presName="parTx" presStyleLbl="revTx" presStyleIdx="0" presStyleCnt="2">
        <dgm:presLayoutVars>
          <dgm:chMax val="0"/>
          <dgm:chPref val="0"/>
        </dgm:presLayoutVars>
      </dgm:prSet>
      <dgm:spPr/>
    </dgm:pt>
    <dgm:pt modelId="{37C01C7F-4E4D-4CE4-8310-864987CAE7D2}" type="pres">
      <dgm:prSet presAssocID="{3DAB3F2D-BB65-493E-A7EF-8A96552EF3B6}" presName="sibTrans" presStyleCnt="0"/>
      <dgm:spPr/>
    </dgm:pt>
    <dgm:pt modelId="{CE13F84E-8571-452C-9455-6A53736F5D5E}" type="pres">
      <dgm:prSet presAssocID="{7B20AAE4-A16A-4423-B1CB-D4B24C5271D8}" presName="compNode" presStyleCnt="0"/>
      <dgm:spPr/>
    </dgm:pt>
    <dgm:pt modelId="{58C84C88-C5C1-40C6-8A59-EE588CF534A8}" type="pres">
      <dgm:prSet presAssocID="{7B20AAE4-A16A-4423-B1CB-D4B24C5271D8}" presName="bgRect" presStyleLbl="bgShp" presStyleIdx="1" presStyleCnt="2"/>
      <dgm:spPr/>
    </dgm:pt>
    <dgm:pt modelId="{54F1AEB6-03AF-404B-9A17-416ECE833473}" type="pres">
      <dgm:prSet presAssocID="{7B20AAE4-A16A-4423-B1CB-D4B24C5271D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ED2155AD-5C85-40B9-8D82-99833CC2D742}" type="pres">
      <dgm:prSet presAssocID="{7B20AAE4-A16A-4423-B1CB-D4B24C5271D8}" presName="spaceRect" presStyleCnt="0"/>
      <dgm:spPr/>
    </dgm:pt>
    <dgm:pt modelId="{29548D12-484D-49DC-8C2F-4B868D5DD65F}" type="pres">
      <dgm:prSet presAssocID="{7B20AAE4-A16A-4423-B1CB-D4B24C5271D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94D2436-91DB-4554-AB53-98CE607DFA82}" srcId="{8A3AA528-9D68-4B59-931A-B6EFFFB768E3}" destId="{2BC8A673-94FF-4E99-A624-E1F173000BFD}" srcOrd="0" destOrd="0" parTransId="{7D611FFE-D618-46B5-91CA-B4D53071734E}" sibTransId="{3DAB3F2D-BB65-493E-A7EF-8A96552EF3B6}"/>
    <dgm:cxn modelId="{49533744-BF0E-4488-BF11-329BA6888D99}" type="presOf" srcId="{7B20AAE4-A16A-4423-B1CB-D4B24C5271D8}" destId="{29548D12-484D-49DC-8C2F-4B868D5DD65F}" srcOrd="0" destOrd="0" presId="urn:microsoft.com/office/officeart/2018/2/layout/IconVerticalSolidList"/>
    <dgm:cxn modelId="{0749C783-35ED-4C69-8BC6-56033BB1CDF4}" type="presOf" srcId="{2BC8A673-94FF-4E99-A624-E1F173000BFD}" destId="{E993CD23-AFE7-4908-98D0-966B8C6E9B09}" srcOrd="0" destOrd="0" presId="urn:microsoft.com/office/officeart/2018/2/layout/IconVerticalSolidList"/>
    <dgm:cxn modelId="{38D07293-4147-4105-B9FD-AB2686FA3DBF}" srcId="{8A3AA528-9D68-4B59-931A-B6EFFFB768E3}" destId="{7B20AAE4-A16A-4423-B1CB-D4B24C5271D8}" srcOrd="1" destOrd="0" parTransId="{D9FB94EC-26F9-4262-86FD-526770F755C4}" sibTransId="{FA203446-8D9C-480D-810F-EA9E1948BF89}"/>
    <dgm:cxn modelId="{9BF950F0-4062-4781-81A8-86CF93DE153F}" type="presOf" srcId="{8A3AA528-9D68-4B59-931A-B6EFFFB768E3}" destId="{5D401CAF-1EE0-4B6D-8BEC-EFA4D88B06C5}" srcOrd="0" destOrd="0" presId="urn:microsoft.com/office/officeart/2018/2/layout/IconVerticalSolidList"/>
    <dgm:cxn modelId="{C2C7FD0F-DFC2-4378-B685-7DF9B7FBDDF0}" type="presParOf" srcId="{5D401CAF-1EE0-4B6D-8BEC-EFA4D88B06C5}" destId="{071CF315-7593-4BC7-8752-6AC4FD78B636}" srcOrd="0" destOrd="0" presId="urn:microsoft.com/office/officeart/2018/2/layout/IconVerticalSolidList"/>
    <dgm:cxn modelId="{33D01988-BFED-4084-B06E-0CD23DEE8D28}" type="presParOf" srcId="{071CF315-7593-4BC7-8752-6AC4FD78B636}" destId="{69D4EB1A-8B5C-4247-BA99-5514826FCDBE}" srcOrd="0" destOrd="0" presId="urn:microsoft.com/office/officeart/2018/2/layout/IconVerticalSolidList"/>
    <dgm:cxn modelId="{15FC2489-44DE-4BA7-B87E-2A84ABAB7F38}" type="presParOf" srcId="{071CF315-7593-4BC7-8752-6AC4FD78B636}" destId="{BA2D3430-1830-46B5-819D-E29768CEA74C}" srcOrd="1" destOrd="0" presId="urn:microsoft.com/office/officeart/2018/2/layout/IconVerticalSolidList"/>
    <dgm:cxn modelId="{9B55E522-9CE9-4042-A55A-B04003A2333E}" type="presParOf" srcId="{071CF315-7593-4BC7-8752-6AC4FD78B636}" destId="{6EE93E75-B8BD-4118-ABED-A12B26608179}" srcOrd="2" destOrd="0" presId="urn:microsoft.com/office/officeart/2018/2/layout/IconVerticalSolidList"/>
    <dgm:cxn modelId="{A7503422-E44B-4AD7-8F59-09F53D78FB88}" type="presParOf" srcId="{071CF315-7593-4BC7-8752-6AC4FD78B636}" destId="{E993CD23-AFE7-4908-98D0-966B8C6E9B09}" srcOrd="3" destOrd="0" presId="urn:microsoft.com/office/officeart/2018/2/layout/IconVerticalSolidList"/>
    <dgm:cxn modelId="{A56CBA94-FFBB-46CB-991E-78B30FE8844A}" type="presParOf" srcId="{5D401CAF-1EE0-4B6D-8BEC-EFA4D88B06C5}" destId="{37C01C7F-4E4D-4CE4-8310-864987CAE7D2}" srcOrd="1" destOrd="0" presId="urn:microsoft.com/office/officeart/2018/2/layout/IconVerticalSolidList"/>
    <dgm:cxn modelId="{C07874DA-5231-4C8E-87F1-57545C51A033}" type="presParOf" srcId="{5D401CAF-1EE0-4B6D-8BEC-EFA4D88B06C5}" destId="{CE13F84E-8571-452C-9455-6A53736F5D5E}" srcOrd="2" destOrd="0" presId="urn:microsoft.com/office/officeart/2018/2/layout/IconVerticalSolidList"/>
    <dgm:cxn modelId="{7A2B7C65-1B10-4227-9B92-BE644CFE06CC}" type="presParOf" srcId="{CE13F84E-8571-452C-9455-6A53736F5D5E}" destId="{58C84C88-C5C1-40C6-8A59-EE588CF534A8}" srcOrd="0" destOrd="0" presId="urn:microsoft.com/office/officeart/2018/2/layout/IconVerticalSolidList"/>
    <dgm:cxn modelId="{1E71FE4E-7EB1-44CE-8FC4-BE4BA69AEEA7}" type="presParOf" srcId="{CE13F84E-8571-452C-9455-6A53736F5D5E}" destId="{54F1AEB6-03AF-404B-9A17-416ECE833473}" srcOrd="1" destOrd="0" presId="urn:microsoft.com/office/officeart/2018/2/layout/IconVerticalSolidList"/>
    <dgm:cxn modelId="{148F7935-6355-48BA-AEA5-53F8BDB3FB6D}" type="presParOf" srcId="{CE13F84E-8571-452C-9455-6A53736F5D5E}" destId="{ED2155AD-5C85-40B9-8D82-99833CC2D742}" srcOrd="2" destOrd="0" presId="urn:microsoft.com/office/officeart/2018/2/layout/IconVerticalSolidList"/>
    <dgm:cxn modelId="{F803D3E1-AF08-4D20-BE7A-2C31B2A1A9BC}" type="presParOf" srcId="{CE13F84E-8571-452C-9455-6A53736F5D5E}" destId="{29548D12-484D-49DC-8C2F-4B868D5DD6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4F37FDB-4ADD-4162-9A1C-EA7F6C76C139}" type="doc">
      <dgm:prSet loTypeId="urn:microsoft.com/office/officeart/2005/8/layout/vProcess5" loCatId="process" qsTypeId="urn:microsoft.com/office/officeart/2005/8/quickstyle/simple1#111" qsCatId="simple" csTypeId="urn:microsoft.com/office/officeart/2005/8/colors/colorful1#9" csCatId="colorful"/>
      <dgm:spPr/>
      <dgm:t>
        <a:bodyPr/>
        <a:lstStyle/>
        <a:p>
          <a:endParaRPr lang="en-US"/>
        </a:p>
      </dgm:t>
    </dgm:pt>
    <dgm:pt modelId="{EAC55B92-68E4-48FF-B5EE-5825B19B5CB4}">
      <dgm:prSet/>
      <dgm:spPr/>
      <dgm:t>
        <a:bodyPr/>
        <a:lstStyle/>
        <a:p>
          <a:r>
            <a:rPr lang="da-DK"/>
            <a:t>Grundstoffer (én slags atomer): F</a:t>
          </a:r>
          <a:r>
            <a:rPr lang="da-DK" baseline="-25000"/>
            <a:t>2</a:t>
          </a:r>
          <a:r>
            <a:rPr lang="da-DK"/>
            <a:t>, H</a:t>
          </a:r>
          <a:r>
            <a:rPr lang="da-DK" baseline="-25000"/>
            <a:t>2</a:t>
          </a:r>
          <a:r>
            <a:rPr lang="da-DK"/>
            <a:t>, S</a:t>
          </a:r>
          <a:r>
            <a:rPr lang="da-DK" baseline="-25000"/>
            <a:t>8</a:t>
          </a:r>
          <a:endParaRPr lang="en-US"/>
        </a:p>
      </dgm:t>
    </dgm:pt>
    <dgm:pt modelId="{44F98E3B-E22B-4A29-83BC-F102B0BA7DDE}" type="parTrans" cxnId="{E2E42BBF-D385-4C1A-8011-C837D8FF5C2E}">
      <dgm:prSet/>
      <dgm:spPr/>
      <dgm:t>
        <a:bodyPr/>
        <a:lstStyle/>
        <a:p>
          <a:endParaRPr lang="en-US"/>
        </a:p>
      </dgm:t>
    </dgm:pt>
    <dgm:pt modelId="{10D91483-D44A-4BA1-BBF9-5C2D0E06FCE2}" type="sibTrans" cxnId="{E2E42BBF-D385-4C1A-8011-C837D8FF5C2E}">
      <dgm:prSet/>
      <dgm:spPr/>
      <dgm:t>
        <a:bodyPr/>
        <a:lstStyle/>
        <a:p>
          <a:endParaRPr lang="en-US"/>
        </a:p>
      </dgm:t>
    </dgm:pt>
    <dgm:pt modelId="{F5E64BBD-BA64-42D1-9366-82E42080C12C}">
      <dgm:prSet/>
      <dgm:spPr/>
      <dgm:t>
        <a:bodyPr/>
        <a:lstStyle/>
        <a:p>
          <a:r>
            <a:rPr lang="da-DK"/>
            <a:t>Molekylforbindelser (flere slags atomer): H</a:t>
          </a:r>
          <a:r>
            <a:rPr lang="da-DK" baseline="-25000"/>
            <a:t>2</a:t>
          </a:r>
          <a:r>
            <a:rPr lang="da-DK"/>
            <a:t>O, CO</a:t>
          </a:r>
          <a:r>
            <a:rPr lang="da-DK" baseline="-25000"/>
            <a:t>2</a:t>
          </a:r>
          <a:r>
            <a:rPr lang="da-DK"/>
            <a:t>, NH</a:t>
          </a:r>
          <a:r>
            <a:rPr lang="da-DK" baseline="-25000"/>
            <a:t>3</a:t>
          </a:r>
          <a:endParaRPr lang="en-US"/>
        </a:p>
      </dgm:t>
    </dgm:pt>
    <dgm:pt modelId="{1A74ACD5-0FAC-46A6-BAB0-5F60F5040142}" type="parTrans" cxnId="{924D8739-A0EC-4CA1-AEE5-CA1C74C94B5C}">
      <dgm:prSet/>
      <dgm:spPr/>
      <dgm:t>
        <a:bodyPr/>
        <a:lstStyle/>
        <a:p>
          <a:endParaRPr lang="en-US"/>
        </a:p>
      </dgm:t>
    </dgm:pt>
    <dgm:pt modelId="{B7949A7C-F922-4D2E-A870-FF6DCF8B358E}" type="sibTrans" cxnId="{924D8739-A0EC-4CA1-AEE5-CA1C74C94B5C}">
      <dgm:prSet/>
      <dgm:spPr/>
      <dgm:t>
        <a:bodyPr/>
        <a:lstStyle/>
        <a:p>
          <a:endParaRPr lang="en-US"/>
        </a:p>
      </dgm:t>
    </dgm:pt>
    <dgm:pt modelId="{6CD4BE1A-FFD6-4BEE-976E-321A2AE27958}">
      <dgm:prSet/>
      <dgm:spPr/>
      <dgm:t>
        <a:bodyPr/>
        <a:lstStyle/>
        <a:p>
          <a:r>
            <a:rPr lang="da-DK"/>
            <a:t>Når vi skal navngive stofferne der består af ikkemetaller, skal vi skelne mellem grundstoffer og molekylforbindelser</a:t>
          </a:r>
          <a:endParaRPr lang="en-US"/>
        </a:p>
      </dgm:t>
    </dgm:pt>
    <dgm:pt modelId="{7948E895-84A6-43F9-B4A1-AA9BD9E73B7D}" type="parTrans" cxnId="{F4D2C1C4-9BF3-4755-A0BD-6139F08712BB}">
      <dgm:prSet/>
      <dgm:spPr/>
      <dgm:t>
        <a:bodyPr/>
        <a:lstStyle/>
        <a:p>
          <a:endParaRPr lang="en-US"/>
        </a:p>
      </dgm:t>
    </dgm:pt>
    <dgm:pt modelId="{6EFEF473-7B43-43E2-AC7A-C0A2FFAD584D}" type="sibTrans" cxnId="{F4D2C1C4-9BF3-4755-A0BD-6139F08712BB}">
      <dgm:prSet/>
      <dgm:spPr/>
      <dgm:t>
        <a:bodyPr/>
        <a:lstStyle/>
        <a:p>
          <a:endParaRPr lang="en-US"/>
        </a:p>
      </dgm:t>
    </dgm:pt>
    <dgm:pt modelId="{4E66809D-2414-4918-A2CA-E4641AF8254B}" type="pres">
      <dgm:prSet presAssocID="{D4F37FDB-4ADD-4162-9A1C-EA7F6C76C139}" presName="outerComposite" presStyleCnt="0">
        <dgm:presLayoutVars>
          <dgm:chMax val="5"/>
          <dgm:dir/>
          <dgm:resizeHandles val="exact"/>
        </dgm:presLayoutVars>
      </dgm:prSet>
      <dgm:spPr/>
    </dgm:pt>
    <dgm:pt modelId="{AF356B43-0C90-44AB-9321-9D8D4002C906}" type="pres">
      <dgm:prSet presAssocID="{D4F37FDB-4ADD-4162-9A1C-EA7F6C76C139}" presName="dummyMaxCanvas" presStyleCnt="0">
        <dgm:presLayoutVars/>
      </dgm:prSet>
      <dgm:spPr/>
    </dgm:pt>
    <dgm:pt modelId="{EEAEBC42-ACED-4EED-9C52-9893DC2A5F47}" type="pres">
      <dgm:prSet presAssocID="{D4F37FDB-4ADD-4162-9A1C-EA7F6C76C139}" presName="ThreeNodes_1" presStyleLbl="node1" presStyleIdx="0" presStyleCnt="3">
        <dgm:presLayoutVars>
          <dgm:bulletEnabled val="1"/>
        </dgm:presLayoutVars>
      </dgm:prSet>
      <dgm:spPr/>
    </dgm:pt>
    <dgm:pt modelId="{28A13934-7F8F-4BD8-B6D9-80BBE9153072}" type="pres">
      <dgm:prSet presAssocID="{D4F37FDB-4ADD-4162-9A1C-EA7F6C76C139}" presName="ThreeNodes_2" presStyleLbl="node1" presStyleIdx="1" presStyleCnt="3">
        <dgm:presLayoutVars>
          <dgm:bulletEnabled val="1"/>
        </dgm:presLayoutVars>
      </dgm:prSet>
      <dgm:spPr/>
    </dgm:pt>
    <dgm:pt modelId="{43BF8838-AF5A-45E5-BB29-DED20B04273A}" type="pres">
      <dgm:prSet presAssocID="{D4F37FDB-4ADD-4162-9A1C-EA7F6C76C139}" presName="ThreeNodes_3" presStyleLbl="node1" presStyleIdx="2" presStyleCnt="3">
        <dgm:presLayoutVars>
          <dgm:bulletEnabled val="1"/>
        </dgm:presLayoutVars>
      </dgm:prSet>
      <dgm:spPr/>
    </dgm:pt>
    <dgm:pt modelId="{22A6F4A7-6B0D-4EAD-9F07-7D97CEDAB44D}" type="pres">
      <dgm:prSet presAssocID="{D4F37FDB-4ADD-4162-9A1C-EA7F6C76C139}" presName="ThreeConn_1-2" presStyleLbl="fgAccFollowNode1" presStyleIdx="0" presStyleCnt="2">
        <dgm:presLayoutVars>
          <dgm:bulletEnabled val="1"/>
        </dgm:presLayoutVars>
      </dgm:prSet>
      <dgm:spPr/>
    </dgm:pt>
    <dgm:pt modelId="{82F8CA60-AC51-4103-ABF1-7B8537D6D42C}" type="pres">
      <dgm:prSet presAssocID="{D4F37FDB-4ADD-4162-9A1C-EA7F6C76C139}" presName="ThreeConn_2-3" presStyleLbl="fgAccFollowNode1" presStyleIdx="1" presStyleCnt="2">
        <dgm:presLayoutVars>
          <dgm:bulletEnabled val="1"/>
        </dgm:presLayoutVars>
      </dgm:prSet>
      <dgm:spPr/>
    </dgm:pt>
    <dgm:pt modelId="{6EEE7B41-ABC7-4E65-923F-3D0CC7CE2CCD}" type="pres">
      <dgm:prSet presAssocID="{D4F37FDB-4ADD-4162-9A1C-EA7F6C76C139}" presName="ThreeNodes_1_text" presStyleLbl="node1" presStyleIdx="2" presStyleCnt="3">
        <dgm:presLayoutVars>
          <dgm:bulletEnabled val="1"/>
        </dgm:presLayoutVars>
      </dgm:prSet>
      <dgm:spPr/>
    </dgm:pt>
    <dgm:pt modelId="{656ABE49-5405-4318-8E4C-A430D8A4CC76}" type="pres">
      <dgm:prSet presAssocID="{D4F37FDB-4ADD-4162-9A1C-EA7F6C76C139}" presName="ThreeNodes_2_text" presStyleLbl="node1" presStyleIdx="2" presStyleCnt="3">
        <dgm:presLayoutVars>
          <dgm:bulletEnabled val="1"/>
        </dgm:presLayoutVars>
      </dgm:prSet>
      <dgm:spPr/>
    </dgm:pt>
    <dgm:pt modelId="{1F852070-5D53-4D47-A4D7-D9AA44B98582}" type="pres">
      <dgm:prSet presAssocID="{D4F37FDB-4ADD-4162-9A1C-EA7F6C76C13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6D58500-3A70-48FF-B20E-5AC1D1FEF5D0}" type="presOf" srcId="{EAC55B92-68E4-48FF-B5EE-5825B19B5CB4}" destId="{6EEE7B41-ABC7-4E65-923F-3D0CC7CE2CCD}" srcOrd="1" destOrd="0" presId="urn:microsoft.com/office/officeart/2005/8/layout/vProcess5"/>
    <dgm:cxn modelId="{7839F01C-F322-43C1-B890-0171BABE6F64}" type="presOf" srcId="{F5E64BBD-BA64-42D1-9366-82E42080C12C}" destId="{28A13934-7F8F-4BD8-B6D9-80BBE9153072}" srcOrd="0" destOrd="0" presId="urn:microsoft.com/office/officeart/2005/8/layout/vProcess5"/>
    <dgm:cxn modelId="{6AF2252A-284E-477A-B770-2B28868B03D1}" type="presOf" srcId="{6CD4BE1A-FFD6-4BEE-976E-321A2AE27958}" destId="{43BF8838-AF5A-45E5-BB29-DED20B04273A}" srcOrd="0" destOrd="0" presId="urn:microsoft.com/office/officeart/2005/8/layout/vProcess5"/>
    <dgm:cxn modelId="{924D8739-A0EC-4CA1-AEE5-CA1C74C94B5C}" srcId="{D4F37FDB-4ADD-4162-9A1C-EA7F6C76C139}" destId="{F5E64BBD-BA64-42D1-9366-82E42080C12C}" srcOrd="1" destOrd="0" parTransId="{1A74ACD5-0FAC-46A6-BAB0-5F60F5040142}" sibTransId="{B7949A7C-F922-4D2E-A870-FF6DCF8B358E}"/>
    <dgm:cxn modelId="{A8D8D042-2878-4A65-B8AD-E9DB7DDBAB3E}" type="presOf" srcId="{D4F37FDB-4ADD-4162-9A1C-EA7F6C76C139}" destId="{4E66809D-2414-4918-A2CA-E4641AF8254B}" srcOrd="0" destOrd="0" presId="urn:microsoft.com/office/officeart/2005/8/layout/vProcess5"/>
    <dgm:cxn modelId="{E4C15D52-C3FF-4B01-B449-5B5C2F9D3D0A}" type="presOf" srcId="{B7949A7C-F922-4D2E-A870-FF6DCF8B358E}" destId="{82F8CA60-AC51-4103-ABF1-7B8537D6D42C}" srcOrd="0" destOrd="0" presId="urn:microsoft.com/office/officeart/2005/8/layout/vProcess5"/>
    <dgm:cxn modelId="{E2E42BBF-D385-4C1A-8011-C837D8FF5C2E}" srcId="{D4F37FDB-4ADD-4162-9A1C-EA7F6C76C139}" destId="{EAC55B92-68E4-48FF-B5EE-5825B19B5CB4}" srcOrd="0" destOrd="0" parTransId="{44F98E3B-E22B-4A29-83BC-F102B0BA7DDE}" sibTransId="{10D91483-D44A-4BA1-BBF9-5C2D0E06FCE2}"/>
    <dgm:cxn modelId="{F4D2C1C4-9BF3-4755-A0BD-6139F08712BB}" srcId="{D4F37FDB-4ADD-4162-9A1C-EA7F6C76C139}" destId="{6CD4BE1A-FFD6-4BEE-976E-321A2AE27958}" srcOrd="2" destOrd="0" parTransId="{7948E895-84A6-43F9-B4A1-AA9BD9E73B7D}" sibTransId="{6EFEF473-7B43-43E2-AC7A-C0A2FFAD584D}"/>
    <dgm:cxn modelId="{DBEAB0C8-E8FC-4789-91D9-66BCDD2DEF8F}" type="presOf" srcId="{6CD4BE1A-FFD6-4BEE-976E-321A2AE27958}" destId="{1F852070-5D53-4D47-A4D7-D9AA44B98582}" srcOrd="1" destOrd="0" presId="urn:microsoft.com/office/officeart/2005/8/layout/vProcess5"/>
    <dgm:cxn modelId="{950044D3-3820-4E72-9F73-0BF7F018FDA0}" type="presOf" srcId="{F5E64BBD-BA64-42D1-9366-82E42080C12C}" destId="{656ABE49-5405-4318-8E4C-A430D8A4CC76}" srcOrd="1" destOrd="0" presId="urn:microsoft.com/office/officeart/2005/8/layout/vProcess5"/>
    <dgm:cxn modelId="{4AE2A9E0-3231-4EE8-A8B1-46438D797409}" type="presOf" srcId="{EAC55B92-68E4-48FF-B5EE-5825B19B5CB4}" destId="{EEAEBC42-ACED-4EED-9C52-9893DC2A5F47}" srcOrd="0" destOrd="0" presId="urn:microsoft.com/office/officeart/2005/8/layout/vProcess5"/>
    <dgm:cxn modelId="{87C359EF-D065-4A54-BA04-4399089BFF62}" type="presOf" srcId="{10D91483-D44A-4BA1-BBF9-5C2D0E06FCE2}" destId="{22A6F4A7-6B0D-4EAD-9F07-7D97CEDAB44D}" srcOrd="0" destOrd="0" presId="urn:microsoft.com/office/officeart/2005/8/layout/vProcess5"/>
    <dgm:cxn modelId="{45D2083B-008A-4E23-BD47-3AF4D200CDA0}" type="presParOf" srcId="{4E66809D-2414-4918-A2CA-E4641AF8254B}" destId="{AF356B43-0C90-44AB-9321-9D8D4002C906}" srcOrd="0" destOrd="0" presId="urn:microsoft.com/office/officeart/2005/8/layout/vProcess5"/>
    <dgm:cxn modelId="{A0FC485E-99E9-44E8-8A69-9261597AE7A4}" type="presParOf" srcId="{4E66809D-2414-4918-A2CA-E4641AF8254B}" destId="{EEAEBC42-ACED-4EED-9C52-9893DC2A5F47}" srcOrd="1" destOrd="0" presId="urn:microsoft.com/office/officeart/2005/8/layout/vProcess5"/>
    <dgm:cxn modelId="{2D119AE9-2F29-47F0-B501-88A9F79D3F2C}" type="presParOf" srcId="{4E66809D-2414-4918-A2CA-E4641AF8254B}" destId="{28A13934-7F8F-4BD8-B6D9-80BBE9153072}" srcOrd="2" destOrd="0" presId="urn:microsoft.com/office/officeart/2005/8/layout/vProcess5"/>
    <dgm:cxn modelId="{A45CA7EA-1D53-4382-8574-17F26948235A}" type="presParOf" srcId="{4E66809D-2414-4918-A2CA-E4641AF8254B}" destId="{43BF8838-AF5A-45E5-BB29-DED20B04273A}" srcOrd="3" destOrd="0" presId="urn:microsoft.com/office/officeart/2005/8/layout/vProcess5"/>
    <dgm:cxn modelId="{562CFD59-25B7-450A-8E69-4703229DFBB8}" type="presParOf" srcId="{4E66809D-2414-4918-A2CA-E4641AF8254B}" destId="{22A6F4A7-6B0D-4EAD-9F07-7D97CEDAB44D}" srcOrd="4" destOrd="0" presId="urn:microsoft.com/office/officeart/2005/8/layout/vProcess5"/>
    <dgm:cxn modelId="{4DE5F0DC-647F-4578-80EB-7F79D2FCD1EE}" type="presParOf" srcId="{4E66809D-2414-4918-A2CA-E4641AF8254B}" destId="{82F8CA60-AC51-4103-ABF1-7B8537D6D42C}" srcOrd="5" destOrd="0" presId="urn:microsoft.com/office/officeart/2005/8/layout/vProcess5"/>
    <dgm:cxn modelId="{DF78FF7E-DD61-44C7-9412-5C64DB56FA97}" type="presParOf" srcId="{4E66809D-2414-4918-A2CA-E4641AF8254B}" destId="{6EEE7B41-ABC7-4E65-923F-3D0CC7CE2CCD}" srcOrd="6" destOrd="0" presId="urn:microsoft.com/office/officeart/2005/8/layout/vProcess5"/>
    <dgm:cxn modelId="{DA7F33A7-7F92-4A09-8156-0FDD7AC71B58}" type="presParOf" srcId="{4E66809D-2414-4918-A2CA-E4641AF8254B}" destId="{656ABE49-5405-4318-8E4C-A430D8A4CC76}" srcOrd="7" destOrd="0" presId="urn:microsoft.com/office/officeart/2005/8/layout/vProcess5"/>
    <dgm:cxn modelId="{FCA4C876-59C6-4294-86E5-2AD75B411302}" type="presParOf" srcId="{4E66809D-2414-4918-A2CA-E4641AF8254B}" destId="{1F852070-5D53-4D47-A4D7-D9AA44B9858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A6174FF-6933-4CAD-80DD-792B0DC98533}" type="doc">
      <dgm:prSet loTypeId="urn:microsoft.com/office/officeart/2005/8/layout/list1" loCatId="list" qsTypeId="urn:microsoft.com/office/officeart/2005/8/quickstyle/simple1#121" qsCatId="simple" csTypeId="urn:microsoft.com/office/officeart/2005/8/colors/colorful5#9" csCatId="colorful" phldr="1"/>
      <dgm:spPr/>
      <dgm:t>
        <a:bodyPr/>
        <a:lstStyle/>
        <a:p>
          <a:endParaRPr lang="en-US"/>
        </a:p>
      </dgm:t>
    </dgm:pt>
    <dgm:pt modelId="{98465C24-F8D1-46C1-A9AD-BE2581B391E0}">
      <dgm:prSet/>
      <dgm:spPr/>
      <dgm:t>
        <a:bodyPr/>
        <a:lstStyle/>
        <a:p>
          <a:r>
            <a:rPr lang="da-DK" dirty="0"/>
            <a:t>Opgaver: 5+6</a:t>
          </a:r>
          <a:endParaRPr lang="en-US" dirty="0"/>
        </a:p>
      </dgm:t>
    </dgm:pt>
    <dgm:pt modelId="{56963BD1-2791-4D72-AAD1-0CB57CB6642B}" type="parTrans" cxnId="{97DD2B0D-4BDD-44B7-AA88-156DCD4034DB}">
      <dgm:prSet/>
      <dgm:spPr/>
      <dgm:t>
        <a:bodyPr/>
        <a:lstStyle/>
        <a:p>
          <a:endParaRPr lang="en-US"/>
        </a:p>
      </dgm:t>
    </dgm:pt>
    <dgm:pt modelId="{DC61A8DE-F9C8-4765-89F8-1249E749073E}" type="sibTrans" cxnId="{97DD2B0D-4BDD-44B7-AA88-156DCD4034DB}">
      <dgm:prSet/>
      <dgm:spPr/>
      <dgm:t>
        <a:bodyPr/>
        <a:lstStyle/>
        <a:p>
          <a:endParaRPr lang="en-US"/>
        </a:p>
      </dgm:t>
    </dgm:pt>
    <dgm:pt modelId="{44B4D394-4721-4A47-A05A-BE3C42E20310}">
      <dgm:prSet/>
      <dgm:spPr/>
      <dgm:t>
        <a:bodyPr/>
        <a:lstStyle/>
        <a:p>
          <a:r>
            <a:rPr lang="da-DK"/>
            <a:t>20 min.</a:t>
          </a:r>
          <a:endParaRPr lang="en-US" dirty="0"/>
        </a:p>
      </dgm:t>
    </dgm:pt>
    <dgm:pt modelId="{2E32F27A-3F21-4876-A9F0-5F0A39A07242}" type="parTrans" cxnId="{423EF2EA-A825-40C8-BC96-F2AA485EC178}">
      <dgm:prSet/>
      <dgm:spPr/>
      <dgm:t>
        <a:bodyPr/>
        <a:lstStyle/>
        <a:p>
          <a:endParaRPr lang="en-US"/>
        </a:p>
      </dgm:t>
    </dgm:pt>
    <dgm:pt modelId="{B843884E-1826-4340-BC87-83B21207521B}" type="sibTrans" cxnId="{423EF2EA-A825-40C8-BC96-F2AA485EC178}">
      <dgm:prSet/>
      <dgm:spPr/>
      <dgm:t>
        <a:bodyPr/>
        <a:lstStyle/>
        <a:p>
          <a:endParaRPr lang="en-US"/>
        </a:p>
      </dgm:t>
    </dgm:pt>
    <dgm:pt modelId="{A35A33E0-4AE6-4996-B1F4-210C6EB781D9}" type="pres">
      <dgm:prSet presAssocID="{7A6174FF-6933-4CAD-80DD-792B0DC98533}" presName="linear" presStyleCnt="0">
        <dgm:presLayoutVars>
          <dgm:dir/>
          <dgm:animLvl val="lvl"/>
          <dgm:resizeHandles val="exact"/>
        </dgm:presLayoutVars>
      </dgm:prSet>
      <dgm:spPr/>
    </dgm:pt>
    <dgm:pt modelId="{281A3AB6-5D08-4C01-B131-A1607C4DF318}" type="pres">
      <dgm:prSet presAssocID="{98465C24-F8D1-46C1-A9AD-BE2581B391E0}" presName="parentLin" presStyleCnt="0"/>
      <dgm:spPr/>
    </dgm:pt>
    <dgm:pt modelId="{0CFD5A6A-FF59-4C6C-A84D-71D0BA5510FE}" type="pres">
      <dgm:prSet presAssocID="{98465C24-F8D1-46C1-A9AD-BE2581B391E0}" presName="parentLeftMargin" presStyleLbl="node1" presStyleIdx="0" presStyleCnt="2"/>
      <dgm:spPr/>
    </dgm:pt>
    <dgm:pt modelId="{B4E00577-49C1-45F4-A215-318D8E34AB09}" type="pres">
      <dgm:prSet presAssocID="{98465C24-F8D1-46C1-A9AD-BE2581B391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83A3EE2-89A9-45DB-90BB-DA050FC9C113}" type="pres">
      <dgm:prSet presAssocID="{98465C24-F8D1-46C1-A9AD-BE2581B391E0}" presName="negativeSpace" presStyleCnt="0"/>
      <dgm:spPr/>
    </dgm:pt>
    <dgm:pt modelId="{11DA4BB4-F7F6-4AF7-8C21-FC87DFFF4B95}" type="pres">
      <dgm:prSet presAssocID="{98465C24-F8D1-46C1-A9AD-BE2581B391E0}" presName="childText" presStyleLbl="conFgAcc1" presStyleIdx="0" presStyleCnt="2">
        <dgm:presLayoutVars>
          <dgm:bulletEnabled val="1"/>
        </dgm:presLayoutVars>
      </dgm:prSet>
      <dgm:spPr/>
    </dgm:pt>
    <dgm:pt modelId="{81AD3607-AF04-4C84-8F18-FEC26707CA78}" type="pres">
      <dgm:prSet presAssocID="{DC61A8DE-F9C8-4765-89F8-1249E749073E}" presName="spaceBetweenRectangles" presStyleCnt="0"/>
      <dgm:spPr/>
    </dgm:pt>
    <dgm:pt modelId="{16229352-C953-498F-B6DF-B1AFC5AE8EF4}" type="pres">
      <dgm:prSet presAssocID="{44B4D394-4721-4A47-A05A-BE3C42E20310}" presName="parentLin" presStyleCnt="0"/>
      <dgm:spPr/>
    </dgm:pt>
    <dgm:pt modelId="{E715B181-BD8F-4781-A075-7B523ED96932}" type="pres">
      <dgm:prSet presAssocID="{44B4D394-4721-4A47-A05A-BE3C42E20310}" presName="parentLeftMargin" presStyleLbl="node1" presStyleIdx="0" presStyleCnt="2"/>
      <dgm:spPr/>
    </dgm:pt>
    <dgm:pt modelId="{2220BCA6-B47E-4F7B-B45C-506EA6F23778}" type="pres">
      <dgm:prSet presAssocID="{44B4D394-4721-4A47-A05A-BE3C42E2031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7784A9C-E51D-4E7E-B73D-71BD3FA1644B}" type="pres">
      <dgm:prSet presAssocID="{44B4D394-4721-4A47-A05A-BE3C42E20310}" presName="negativeSpace" presStyleCnt="0"/>
      <dgm:spPr/>
    </dgm:pt>
    <dgm:pt modelId="{A3D2B30B-C872-42D1-87FB-921B2ABC1687}" type="pres">
      <dgm:prSet presAssocID="{44B4D394-4721-4A47-A05A-BE3C42E2031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7DD2B0D-4BDD-44B7-AA88-156DCD4034DB}" srcId="{7A6174FF-6933-4CAD-80DD-792B0DC98533}" destId="{98465C24-F8D1-46C1-A9AD-BE2581B391E0}" srcOrd="0" destOrd="0" parTransId="{56963BD1-2791-4D72-AAD1-0CB57CB6642B}" sibTransId="{DC61A8DE-F9C8-4765-89F8-1249E749073E}"/>
    <dgm:cxn modelId="{58B12815-A089-458D-B568-D4CD1FE85785}" type="presOf" srcId="{44B4D394-4721-4A47-A05A-BE3C42E20310}" destId="{E715B181-BD8F-4781-A075-7B523ED96932}" srcOrd="0" destOrd="0" presId="urn:microsoft.com/office/officeart/2005/8/layout/list1"/>
    <dgm:cxn modelId="{0DAD3F17-8B4B-4EB5-AC10-3D553D3390E7}" type="presOf" srcId="{44B4D394-4721-4A47-A05A-BE3C42E20310}" destId="{2220BCA6-B47E-4F7B-B45C-506EA6F23778}" srcOrd="1" destOrd="0" presId="urn:microsoft.com/office/officeart/2005/8/layout/list1"/>
    <dgm:cxn modelId="{5CA0C6C7-1C4E-4BA3-A308-30DD17EF0201}" type="presOf" srcId="{98465C24-F8D1-46C1-A9AD-BE2581B391E0}" destId="{B4E00577-49C1-45F4-A215-318D8E34AB09}" srcOrd="1" destOrd="0" presId="urn:microsoft.com/office/officeart/2005/8/layout/list1"/>
    <dgm:cxn modelId="{7A2ACEDA-9F47-47F3-9A2E-FFE3A28B19E1}" type="presOf" srcId="{98465C24-F8D1-46C1-A9AD-BE2581B391E0}" destId="{0CFD5A6A-FF59-4C6C-A84D-71D0BA5510FE}" srcOrd="0" destOrd="0" presId="urn:microsoft.com/office/officeart/2005/8/layout/list1"/>
    <dgm:cxn modelId="{423EF2EA-A825-40C8-BC96-F2AA485EC178}" srcId="{7A6174FF-6933-4CAD-80DD-792B0DC98533}" destId="{44B4D394-4721-4A47-A05A-BE3C42E20310}" srcOrd="1" destOrd="0" parTransId="{2E32F27A-3F21-4876-A9F0-5F0A39A07242}" sibTransId="{B843884E-1826-4340-BC87-83B21207521B}"/>
    <dgm:cxn modelId="{9258EAF1-94B0-4B1A-90C7-E78EB7FE6543}" type="presOf" srcId="{7A6174FF-6933-4CAD-80DD-792B0DC98533}" destId="{A35A33E0-4AE6-4996-B1F4-210C6EB781D9}" srcOrd="0" destOrd="0" presId="urn:microsoft.com/office/officeart/2005/8/layout/list1"/>
    <dgm:cxn modelId="{38568DAC-E253-48B6-A802-3B0AE31DD216}" type="presParOf" srcId="{A35A33E0-4AE6-4996-B1F4-210C6EB781D9}" destId="{281A3AB6-5D08-4C01-B131-A1607C4DF318}" srcOrd="0" destOrd="0" presId="urn:microsoft.com/office/officeart/2005/8/layout/list1"/>
    <dgm:cxn modelId="{D84415EB-5E69-4013-B672-2AE440CBBF94}" type="presParOf" srcId="{281A3AB6-5D08-4C01-B131-A1607C4DF318}" destId="{0CFD5A6A-FF59-4C6C-A84D-71D0BA5510FE}" srcOrd="0" destOrd="0" presId="urn:microsoft.com/office/officeart/2005/8/layout/list1"/>
    <dgm:cxn modelId="{8A981152-9AC8-4379-9019-D67DC94EDCE1}" type="presParOf" srcId="{281A3AB6-5D08-4C01-B131-A1607C4DF318}" destId="{B4E00577-49C1-45F4-A215-318D8E34AB09}" srcOrd="1" destOrd="0" presId="urn:microsoft.com/office/officeart/2005/8/layout/list1"/>
    <dgm:cxn modelId="{358E6C88-8AEA-4B18-BA4F-C4A64357316B}" type="presParOf" srcId="{A35A33E0-4AE6-4996-B1F4-210C6EB781D9}" destId="{583A3EE2-89A9-45DB-90BB-DA050FC9C113}" srcOrd="1" destOrd="0" presId="urn:microsoft.com/office/officeart/2005/8/layout/list1"/>
    <dgm:cxn modelId="{56B9C12A-985E-48F1-9C15-1C3CAAD0EF37}" type="presParOf" srcId="{A35A33E0-4AE6-4996-B1F4-210C6EB781D9}" destId="{11DA4BB4-F7F6-4AF7-8C21-FC87DFFF4B95}" srcOrd="2" destOrd="0" presId="urn:microsoft.com/office/officeart/2005/8/layout/list1"/>
    <dgm:cxn modelId="{73148438-FB2E-4D78-B42F-4C2807DF9385}" type="presParOf" srcId="{A35A33E0-4AE6-4996-B1F4-210C6EB781D9}" destId="{81AD3607-AF04-4C84-8F18-FEC26707CA78}" srcOrd="3" destOrd="0" presId="urn:microsoft.com/office/officeart/2005/8/layout/list1"/>
    <dgm:cxn modelId="{684009FE-E614-44CB-89C8-6DB7247C1E01}" type="presParOf" srcId="{A35A33E0-4AE6-4996-B1F4-210C6EB781D9}" destId="{16229352-C953-498F-B6DF-B1AFC5AE8EF4}" srcOrd="4" destOrd="0" presId="urn:microsoft.com/office/officeart/2005/8/layout/list1"/>
    <dgm:cxn modelId="{906F2ABE-53B9-4630-B152-2E5D105D2F26}" type="presParOf" srcId="{16229352-C953-498F-B6DF-B1AFC5AE8EF4}" destId="{E715B181-BD8F-4781-A075-7B523ED96932}" srcOrd="0" destOrd="0" presId="urn:microsoft.com/office/officeart/2005/8/layout/list1"/>
    <dgm:cxn modelId="{BAD26F1B-68F7-49A3-94A4-248B7F52D893}" type="presParOf" srcId="{16229352-C953-498F-B6DF-B1AFC5AE8EF4}" destId="{2220BCA6-B47E-4F7B-B45C-506EA6F23778}" srcOrd="1" destOrd="0" presId="urn:microsoft.com/office/officeart/2005/8/layout/list1"/>
    <dgm:cxn modelId="{D990C7CE-EC53-48F0-88C6-3670C56295FD}" type="presParOf" srcId="{A35A33E0-4AE6-4996-B1F4-210C6EB781D9}" destId="{17784A9C-E51D-4E7E-B73D-71BD3FA1644B}" srcOrd="5" destOrd="0" presId="urn:microsoft.com/office/officeart/2005/8/layout/list1"/>
    <dgm:cxn modelId="{7D0C23F4-29B2-4CB7-95C1-64A4AF15C6ED}" type="presParOf" srcId="{A35A33E0-4AE6-4996-B1F4-210C6EB781D9}" destId="{A3D2B30B-C872-42D1-87FB-921B2ABC16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FAB0C-076C-48B7-AB7B-76041E48CB2C}">
      <dsp:nvSpPr>
        <dsp:cNvPr id="0" name=""/>
        <dsp:cNvSpPr/>
      </dsp:nvSpPr>
      <dsp:spPr>
        <a:xfrm>
          <a:off x="0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4453C-5028-48BE-91A9-44C2B7CEDBB7}">
      <dsp:nvSpPr>
        <dsp:cNvPr id="0" name=""/>
        <dsp:cNvSpPr/>
      </dsp:nvSpPr>
      <dsp:spPr>
        <a:xfrm>
          <a:off x="336053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/>
            <a:t>Oktetreglen: atomer opnår 8 elektroner (eller 18) ved at indgå i kemiske forbindelser</a:t>
          </a:r>
          <a:endParaRPr lang="en-US" sz="2400" kern="1200"/>
        </a:p>
      </dsp:txBody>
      <dsp:txXfrm>
        <a:off x="392304" y="1055219"/>
        <a:ext cx="2911983" cy="1808046"/>
      </dsp:txXfrm>
    </dsp:sp>
    <dsp:sp modelId="{C99DD657-6987-4FE0-A899-5CD564697672}">
      <dsp:nvSpPr>
        <dsp:cNvPr id="0" name=""/>
        <dsp:cNvSpPr/>
      </dsp:nvSpPr>
      <dsp:spPr>
        <a:xfrm>
          <a:off x="3696592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BDCAA-22C4-4181-87CA-5224AD967BCC}">
      <dsp:nvSpPr>
        <dsp:cNvPr id="0" name=""/>
        <dsp:cNvSpPr/>
      </dsp:nvSpPr>
      <dsp:spPr>
        <a:xfrm>
          <a:off x="4032646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/>
            <a:t>I ionforbindelser (kap. 4) sker det ved at atomerne afgiver eller optager elektroner</a:t>
          </a:r>
          <a:endParaRPr lang="en-US" sz="2400" kern="1200"/>
        </a:p>
      </dsp:txBody>
      <dsp:txXfrm>
        <a:off x="4088897" y="1055219"/>
        <a:ext cx="2911983" cy="1808046"/>
      </dsp:txXfrm>
    </dsp:sp>
    <dsp:sp modelId="{7A2BE874-901E-4B89-9705-8DB5CC9EC69F}">
      <dsp:nvSpPr>
        <dsp:cNvPr id="0" name=""/>
        <dsp:cNvSpPr/>
      </dsp:nvSpPr>
      <dsp:spPr>
        <a:xfrm>
          <a:off x="7393185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10162-114A-4D0D-A916-36A6C1221723}">
      <dsp:nvSpPr>
        <dsp:cNvPr id="0" name=""/>
        <dsp:cNvSpPr/>
      </dsp:nvSpPr>
      <dsp:spPr>
        <a:xfrm>
          <a:off x="7729239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/>
            <a:t>I molekylforbindelser sker det ved en slags deling af elektroner</a:t>
          </a:r>
          <a:endParaRPr lang="en-US" sz="2400" kern="1200"/>
        </a:p>
      </dsp:txBody>
      <dsp:txXfrm>
        <a:off x="7785490" y="1055219"/>
        <a:ext cx="2911983" cy="18080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21869-67E3-49F2-95F7-0252E402DDCF}">
      <dsp:nvSpPr>
        <dsp:cNvPr id="0" name=""/>
        <dsp:cNvSpPr/>
      </dsp:nvSpPr>
      <dsp:spPr>
        <a:xfrm>
          <a:off x="766" y="2074327"/>
          <a:ext cx="2789790" cy="13948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57150" rIns="85725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500" kern="1200" dirty="0"/>
            <a:t>Opgaver: 1</a:t>
          </a:r>
          <a:endParaRPr lang="en-US" sz="4500" kern="1200" dirty="0"/>
        </a:p>
      </dsp:txBody>
      <dsp:txXfrm>
        <a:off x="41621" y="2115182"/>
        <a:ext cx="2708080" cy="1313185"/>
      </dsp:txXfrm>
    </dsp:sp>
    <dsp:sp modelId="{95B7F87C-9173-4D08-8D3A-E2EF2A73F59B}">
      <dsp:nvSpPr>
        <dsp:cNvPr id="0" name=""/>
        <dsp:cNvSpPr/>
      </dsp:nvSpPr>
      <dsp:spPr>
        <a:xfrm>
          <a:off x="3488004" y="2074327"/>
          <a:ext cx="2789790" cy="1394895"/>
        </a:xfrm>
        <a:prstGeom prst="roundRect">
          <a:avLst>
            <a:gd name="adj" fmla="val 10000"/>
          </a:avLst>
        </a:prstGeom>
        <a:solidFill>
          <a:schemeClr val="accent5">
            <a:hueOff val="4860045"/>
            <a:satOff val="1718"/>
            <a:lumOff val="1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57150" rIns="85725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500" kern="1200" dirty="0"/>
            <a:t>10 min.</a:t>
          </a:r>
          <a:endParaRPr lang="en-US" sz="4500" kern="1200" dirty="0"/>
        </a:p>
      </dsp:txBody>
      <dsp:txXfrm>
        <a:off x="3528859" y="2115182"/>
        <a:ext cx="2708080" cy="13131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8DD754-6C49-47D7-AC20-B0C0CDA63BA3}">
      <dsp:nvSpPr>
        <dsp:cNvPr id="0" name=""/>
        <dsp:cNvSpPr/>
      </dsp:nvSpPr>
      <dsp:spPr>
        <a:xfrm>
          <a:off x="0" y="676"/>
          <a:ext cx="6278562" cy="15834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C1238-F2C8-41DE-AE40-D3669A65B33B}">
      <dsp:nvSpPr>
        <dsp:cNvPr id="0" name=""/>
        <dsp:cNvSpPr/>
      </dsp:nvSpPr>
      <dsp:spPr>
        <a:xfrm>
          <a:off x="479004" y="356960"/>
          <a:ext cx="870916" cy="870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265A9-38FE-4CB2-B45D-F9E6C8806594}">
      <dsp:nvSpPr>
        <dsp:cNvPr id="0" name=""/>
        <dsp:cNvSpPr/>
      </dsp:nvSpPr>
      <dsp:spPr>
        <a:xfrm>
          <a:off x="1828924" y="676"/>
          <a:ext cx="4449637" cy="1583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85" tIns="167585" rIns="167585" bIns="16758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/>
            <a:t>Atomerne går sammen for at opnå ædelgasstruktur, dvs. 8 elektroner i yderste skal</a:t>
          </a:r>
          <a:endParaRPr lang="en-US" sz="2200" kern="1200"/>
        </a:p>
      </dsp:txBody>
      <dsp:txXfrm>
        <a:off x="1828924" y="676"/>
        <a:ext cx="4449637" cy="1583484"/>
      </dsp:txXfrm>
    </dsp:sp>
    <dsp:sp modelId="{F5F9CED4-0872-401B-A3F1-0C15EB9BF1E8}">
      <dsp:nvSpPr>
        <dsp:cNvPr id="0" name=""/>
        <dsp:cNvSpPr/>
      </dsp:nvSpPr>
      <dsp:spPr>
        <a:xfrm>
          <a:off x="0" y="1980032"/>
          <a:ext cx="6278562" cy="15834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131CF-BC1E-4EF9-9B13-6346BBB1AD87}">
      <dsp:nvSpPr>
        <dsp:cNvPr id="0" name=""/>
        <dsp:cNvSpPr/>
      </dsp:nvSpPr>
      <dsp:spPr>
        <a:xfrm>
          <a:off x="479004" y="2336316"/>
          <a:ext cx="870916" cy="870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5DD89-8F2B-4746-8E43-2B9B45D75D94}">
      <dsp:nvSpPr>
        <dsp:cNvPr id="0" name=""/>
        <dsp:cNvSpPr/>
      </dsp:nvSpPr>
      <dsp:spPr>
        <a:xfrm>
          <a:off x="1828924" y="1980032"/>
          <a:ext cx="4449637" cy="1583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85" tIns="167585" rIns="167585" bIns="16758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/>
            <a:t>Hydrogen (H) er en undtagelse, den vil kun have 2 elektroner i yderste skal (så den ligner ædelgassen helium)</a:t>
          </a:r>
          <a:endParaRPr lang="en-US" sz="2200" kern="1200"/>
        </a:p>
      </dsp:txBody>
      <dsp:txXfrm>
        <a:off x="1828924" y="1980032"/>
        <a:ext cx="4449637" cy="1583484"/>
      </dsp:txXfrm>
    </dsp:sp>
    <dsp:sp modelId="{28C10363-A225-41A2-B161-DB6307FA6C76}">
      <dsp:nvSpPr>
        <dsp:cNvPr id="0" name=""/>
        <dsp:cNvSpPr/>
      </dsp:nvSpPr>
      <dsp:spPr>
        <a:xfrm>
          <a:off x="0" y="3959388"/>
          <a:ext cx="6278562" cy="15834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F98B9-AA36-432D-9252-48B1CD83B0B2}">
      <dsp:nvSpPr>
        <dsp:cNvPr id="0" name=""/>
        <dsp:cNvSpPr/>
      </dsp:nvSpPr>
      <dsp:spPr>
        <a:xfrm>
          <a:off x="479004" y="4315672"/>
          <a:ext cx="870916" cy="870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18873-CEA8-4A4E-9933-073E07658148}">
      <dsp:nvSpPr>
        <dsp:cNvPr id="0" name=""/>
        <dsp:cNvSpPr/>
      </dsp:nvSpPr>
      <dsp:spPr>
        <a:xfrm>
          <a:off x="1828924" y="3959388"/>
          <a:ext cx="4449637" cy="1583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85" tIns="167585" rIns="167585" bIns="16758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/>
            <a:t>Der er andre undtagelser, men H er den absolut vigtigste, da H indgår i rigtigt mange molekylforbindelser</a:t>
          </a:r>
          <a:endParaRPr lang="en-US" sz="2200" kern="1200"/>
        </a:p>
      </dsp:txBody>
      <dsp:txXfrm>
        <a:off x="1828924" y="3959388"/>
        <a:ext cx="4449637" cy="15834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4EB1A-8B5C-4247-BA99-5514826FCDBE}">
      <dsp:nvSpPr>
        <dsp:cNvPr id="0" name=""/>
        <dsp:cNvSpPr/>
      </dsp:nvSpPr>
      <dsp:spPr>
        <a:xfrm>
          <a:off x="0" y="612005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D3430-1830-46B5-819D-E29768CEA74C}">
      <dsp:nvSpPr>
        <dsp:cNvPr id="0" name=""/>
        <dsp:cNvSpPr/>
      </dsp:nvSpPr>
      <dsp:spPr>
        <a:xfrm>
          <a:off x="341781" y="866222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3CD23-AFE7-4908-98D0-966B8C6E9B09}">
      <dsp:nvSpPr>
        <dsp:cNvPr id="0" name=""/>
        <dsp:cNvSpPr/>
      </dsp:nvSpPr>
      <dsp:spPr>
        <a:xfrm>
          <a:off x="1304983" y="612005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2</a:t>
          </a:r>
          <a:endParaRPr lang="en-US" sz="2500" kern="1200" dirty="0"/>
        </a:p>
      </dsp:txBody>
      <dsp:txXfrm>
        <a:off x="1304983" y="612005"/>
        <a:ext cx="9448741" cy="1129855"/>
      </dsp:txXfrm>
    </dsp:sp>
    <dsp:sp modelId="{58C84C88-C5C1-40C6-8A59-EE588CF534A8}">
      <dsp:nvSpPr>
        <dsp:cNvPr id="0" name=""/>
        <dsp:cNvSpPr/>
      </dsp:nvSpPr>
      <dsp:spPr>
        <a:xfrm>
          <a:off x="0" y="2024324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1AEB6-03AF-404B-9A17-416ECE833473}">
      <dsp:nvSpPr>
        <dsp:cNvPr id="0" name=""/>
        <dsp:cNvSpPr/>
      </dsp:nvSpPr>
      <dsp:spPr>
        <a:xfrm>
          <a:off x="341781" y="2278541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48D12-484D-49DC-8C2F-4B868D5DD65F}">
      <dsp:nvSpPr>
        <dsp:cNvPr id="0" name=""/>
        <dsp:cNvSpPr/>
      </dsp:nvSpPr>
      <dsp:spPr>
        <a:xfrm>
          <a:off x="1304983" y="2024324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15 min.</a:t>
          </a:r>
          <a:endParaRPr lang="en-US" sz="2500" kern="1200" dirty="0"/>
        </a:p>
      </dsp:txBody>
      <dsp:txXfrm>
        <a:off x="1304983" y="2024324"/>
        <a:ext cx="9448741" cy="11298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712CA-82F1-419C-9987-49B3CF478A05}">
      <dsp:nvSpPr>
        <dsp:cNvPr id="0" name=""/>
        <dsp:cNvSpPr/>
      </dsp:nvSpPr>
      <dsp:spPr>
        <a:xfrm>
          <a:off x="2776427" y="2209195"/>
          <a:ext cx="550708" cy="1049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5354" y="0"/>
              </a:lnTo>
              <a:lnTo>
                <a:pt x="275354" y="1049367"/>
              </a:lnTo>
              <a:lnTo>
                <a:pt x="550708" y="10493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3022154" y="2704251"/>
        <a:ext cx="59254" cy="59254"/>
      </dsp:txXfrm>
    </dsp:sp>
    <dsp:sp modelId="{7FFDA143-273C-4DED-B149-C11A8D8783BD}">
      <dsp:nvSpPr>
        <dsp:cNvPr id="0" name=""/>
        <dsp:cNvSpPr/>
      </dsp:nvSpPr>
      <dsp:spPr>
        <a:xfrm>
          <a:off x="2776427" y="2163475"/>
          <a:ext cx="55070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0708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3038014" y="2195427"/>
        <a:ext cx="27535" cy="27535"/>
      </dsp:txXfrm>
    </dsp:sp>
    <dsp:sp modelId="{15C1F1AE-729C-4FAB-B5A3-C6B41C5BE60E}">
      <dsp:nvSpPr>
        <dsp:cNvPr id="0" name=""/>
        <dsp:cNvSpPr/>
      </dsp:nvSpPr>
      <dsp:spPr>
        <a:xfrm>
          <a:off x="2776427" y="1159827"/>
          <a:ext cx="550708" cy="1049367"/>
        </a:xfrm>
        <a:custGeom>
          <a:avLst/>
          <a:gdLst/>
          <a:ahLst/>
          <a:cxnLst/>
          <a:rect l="0" t="0" r="0" b="0"/>
          <a:pathLst>
            <a:path>
              <a:moveTo>
                <a:pt x="0" y="1049367"/>
              </a:moveTo>
              <a:lnTo>
                <a:pt x="275354" y="1049367"/>
              </a:lnTo>
              <a:lnTo>
                <a:pt x="275354" y="0"/>
              </a:lnTo>
              <a:lnTo>
                <a:pt x="55070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00" kern="1200"/>
        </a:p>
      </dsp:txBody>
      <dsp:txXfrm>
        <a:off x="3022154" y="1654883"/>
        <a:ext cx="59254" cy="59254"/>
      </dsp:txXfrm>
    </dsp:sp>
    <dsp:sp modelId="{7FBDE4A4-FC16-48FB-B262-0972E9E9409B}">
      <dsp:nvSpPr>
        <dsp:cNvPr id="0" name=""/>
        <dsp:cNvSpPr/>
      </dsp:nvSpPr>
      <dsp:spPr>
        <a:xfrm rot="16200000">
          <a:off x="147485" y="1789447"/>
          <a:ext cx="4418390" cy="839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kern="1200" dirty="0" err="1"/>
            <a:t>elektronparbinding</a:t>
          </a:r>
          <a:endParaRPr lang="da-DK" sz="4400" kern="1200" dirty="0"/>
        </a:p>
      </dsp:txBody>
      <dsp:txXfrm>
        <a:off x="147485" y="1789447"/>
        <a:ext cx="4418390" cy="839494"/>
      </dsp:txXfrm>
    </dsp:sp>
    <dsp:sp modelId="{A4C59E80-40EC-4707-AF69-1A1A3C7A8C38}">
      <dsp:nvSpPr>
        <dsp:cNvPr id="0" name=""/>
        <dsp:cNvSpPr/>
      </dsp:nvSpPr>
      <dsp:spPr>
        <a:xfrm>
          <a:off x="3327136" y="740080"/>
          <a:ext cx="2863930" cy="839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 dirty="0"/>
            <a:t>enkeltbinding</a:t>
          </a:r>
        </a:p>
      </dsp:txBody>
      <dsp:txXfrm>
        <a:off x="3327136" y="740080"/>
        <a:ext cx="2863930" cy="839494"/>
      </dsp:txXfrm>
    </dsp:sp>
    <dsp:sp modelId="{720EB466-19C7-4A76-A8C0-D6C34072004F}">
      <dsp:nvSpPr>
        <dsp:cNvPr id="0" name=""/>
        <dsp:cNvSpPr/>
      </dsp:nvSpPr>
      <dsp:spPr>
        <a:xfrm>
          <a:off x="3327136" y="1789447"/>
          <a:ext cx="2753540" cy="839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 dirty="0"/>
            <a:t>dobbeltbinding</a:t>
          </a:r>
        </a:p>
      </dsp:txBody>
      <dsp:txXfrm>
        <a:off x="3327136" y="1789447"/>
        <a:ext cx="2753540" cy="839494"/>
      </dsp:txXfrm>
    </dsp:sp>
    <dsp:sp modelId="{2E216EA1-1201-45E2-AE3C-2D801AC38307}">
      <dsp:nvSpPr>
        <dsp:cNvPr id="0" name=""/>
        <dsp:cNvSpPr/>
      </dsp:nvSpPr>
      <dsp:spPr>
        <a:xfrm>
          <a:off x="3327136" y="2838815"/>
          <a:ext cx="2753540" cy="839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400" kern="1200" dirty="0" err="1"/>
            <a:t>trippelbinding</a:t>
          </a:r>
          <a:endParaRPr lang="da-DK" sz="3400" kern="1200" dirty="0"/>
        </a:p>
      </dsp:txBody>
      <dsp:txXfrm>
        <a:off x="3327136" y="2838815"/>
        <a:ext cx="2753540" cy="8394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4EB1A-8B5C-4247-BA99-5514826FCDBE}">
      <dsp:nvSpPr>
        <dsp:cNvPr id="0" name=""/>
        <dsp:cNvSpPr/>
      </dsp:nvSpPr>
      <dsp:spPr>
        <a:xfrm>
          <a:off x="0" y="612005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D3430-1830-46B5-819D-E29768CEA74C}">
      <dsp:nvSpPr>
        <dsp:cNvPr id="0" name=""/>
        <dsp:cNvSpPr/>
      </dsp:nvSpPr>
      <dsp:spPr>
        <a:xfrm>
          <a:off x="341781" y="866222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3CD23-AFE7-4908-98D0-966B8C6E9B09}">
      <dsp:nvSpPr>
        <dsp:cNvPr id="0" name=""/>
        <dsp:cNvSpPr/>
      </dsp:nvSpPr>
      <dsp:spPr>
        <a:xfrm>
          <a:off x="1304983" y="612005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3</a:t>
          </a:r>
          <a:endParaRPr lang="en-US" sz="2500" kern="1200" dirty="0"/>
        </a:p>
      </dsp:txBody>
      <dsp:txXfrm>
        <a:off x="1304983" y="612005"/>
        <a:ext cx="9448741" cy="1129855"/>
      </dsp:txXfrm>
    </dsp:sp>
    <dsp:sp modelId="{58C84C88-C5C1-40C6-8A59-EE588CF534A8}">
      <dsp:nvSpPr>
        <dsp:cNvPr id="0" name=""/>
        <dsp:cNvSpPr/>
      </dsp:nvSpPr>
      <dsp:spPr>
        <a:xfrm>
          <a:off x="0" y="2024324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1AEB6-03AF-404B-9A17-416ECE833473}">
      <dsp:nvSpPr>
        <dsp:cNvPr id="0" name=""/>
        <dsp:cNvSpPr/>
      </dsp:nvSpPr>
      <dsp:spPr>
        <a:xfrm>
          <a:off x="341781" y="2278541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48D12-484D-49DC-8C2F-4B868D5DD65F}">
      <dsp:nvSpPr>
        <dsp:cNvPr id="0" name=""/>
        <dsp:cNvSpPr/>
      </dsp:nvSpPr>
      <dsp:spPr>
        <a:xfrm>
          <a:off x="1304983" y="2024324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10 min.</a:t>
          </a:r>
          <a:endParaRPr lang="en-US" sz="2500" kern="1200"/>
        </a:p>
      </dsp:txBody>
      <dsp:txXfrm>
        <a:off x="1304983" y="2024324"/>
        <a:ext cx="9448741" cy="11298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4EB1A-8B5C-4247-BA99-5514826FCDBE}">
      <dsp:nvSpPr>
        <dsp:cNvPr id="0" name=""/>
        <dsp:cNvSpPr/>
      </dsp:nvSpPr>
      <dsp:spPr>
        <a:xfrm>
          <a:off x="0" y="612005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D3430-1830-46B5-819D-E29768CEA74C}">
      <dsp:nvSpPr>
        <dsp:cNvPr id="0" name=""/>
        <dsp:cNvSpPr/>
      </dsp:nvSpPr>
      <dsp:spPr>
        <a:xfrm>
          <a:off x="341781" y="866222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3CD23-AFE7-4908-98D0-966B8C6E9B09}">
      <dsp:nvSpPr>
        <dsp:cNvPr id="0" name=""/>
        <dsp:cNvSpPr/>
      </dsp:nvSpPr>
      <dsp:spPr>
        <a:xfrm>
          <a:off x="1304983" y="612005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4</a:t>
          </a:r>
          <a:endParaRPr lang="en-US" sz="2500" kern="1200" dirty="0"/>
        </a:p>
      </dsp:txBody>
      <dsp:txXfrm>
        <a:off x="1304983" y="612005"/>
        <a:ext cx="9448741" cy="1129855"/>
      </dsp:txXfrm>
    </dsp:sp>
    <dsp:sp modelId="{58C84C88-C5C1-40C6-8A59-EE588CF534A8}">
      <dsp:nvSpPr>
        <dsp:cNvPr id="0" name=""/>
        <dsp:cNvSpPr/>
      </dsp:nvSpPr>
      <dsp:spPr>
        <a:xfrm>
          <a:off x="0" y="2024324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F1AEB6-03AF-404B-9A17-416ECE833473}">
      <dsp:nvSpPr>
        <dsp:cNvPr id="0" name=""/>
        <dsp:cNvSpPr/>
      </dsp:nvSpPr>
      <dsp:spPr>
        <a:xfrm>
          <a:off x="341781" y="2278541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48D12-484D-49DC-8C2F-4B868D5DD65F}">
      <dsp:nvSpPr>
        <dsp:cNvPr id="0" name=""/>
        <dsp:cNvSpPr/>
      </dsp:nvSpPr>
      <dsp:spPr>
        <a:xfrm>
          <a:off x="1304983" y="2024324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15 min.</a:t>
          </a:r>
          <a:endParaRPr lang="en-US" sz="2500" kern="1200" dirty="0"/>
        </a:p>
      </dsp:txBody>
      <dsp:txXfrm>
        <a:off x="1304983" y="2024324"/>
        <a:ext cx="9448741" cy="112985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EBC42-ACED-4EED-9C52-9893DC2A5F47}">
      <dsp:nvSpPr>
        <dsp:cNvPr id="0" name=""/>
        <dsp:cNvSpPr/>
      </dsp:nvSpPr>
      <dsp:spPr>
        <a:xfrm>
          <a:off x="0" y="0"/>
          <a:ext cx="9140666" cy="10797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Grundstoffer (én slags atomer): F</a:t>
          </a:r>
          <a:r>
            <a:rPr lang="da-DK" sz="2500" kern="1200" baseline="-25000"/>
            <a:t>2</a:t>
          </a:r>
          <a:r>
            <a:rPr lang="da-DK" sz="2500" kern="1200"/>
            <a:t>, H</a:t>
          </a:r>
          <a:r>
            <a:rPr lang="da-DK" sz="2500" kern="1200" baseline="-25000"/>
            <a:t>2</a:t>
          </a:r>
          <a:r>
            <a:rPr lang="da-DK" sz="2500" kern="1200"/>
            <a:t>, S</a:t>
          </a:r>
          <a:r>
            <a:rPr lang="da-DK" sz="2500" kern="1200" baseline="-25000"/>
            <a:t>8</a:t>
          </a:r>
          <a:endParaRPr lang="en-US" sz="2500" kern="1200"/>
        </a:p>
      </dsp:txBody>
      <dsp:txXfrm>
        <a:off x="31625" y="31625"/>
        <a:ext cx="7975510" cy="1016520"/>
      </dsp:txXfrm>
    </dsp:sp>
    <dsp:sp modelId="{28A13934-7F8F-4BD8-B6D9-80BBE9153072}">
      <dsp:nvSpPr>
        <dsp:cNvPr id="0" name=""/>
        <dsp:cNvSpPr/>
      </dsp:nvSpPr>
      <dsp:spPr>
        <a:xfrm>
          <a:off x="806529" y="1259731"/>
          <a:ext cx="9140666" cy="10797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Molekylforbindelser (flere slags atomer): H</a:t>
          </a:r>
          <a:r>
            <a:rPr lang="da-DK" sz="2500" kern="1200" baseline="-25000"/>
            <a:t>2</a:t>
          </a:r>
          <a:r>
            <a:rPr lang="da-DK" sz="2500" kern="1200"/>
            <a:t>O, CO</a:t>
          </a:r>
          <a:r>
            <a:rPr lang="da-DK" sz="2500" kern="1200" baseline="-25000"/>
            <a:t>2</a:t>
          </a:r>
          <a:r>
            <a:rPr lang="da-DK" sz="2500" kern="1200"/>
            <a:t>, NH</a:t>
          </a:r>
          <a:r>
            <a:rPr lang="da-DK" sz="2500" kern="1200" baseline="-25000"/>
            <a:t>3</a:t>
          </a:r>
          <a:endParaRPr lang="en-US" sz="2500" kern="1200"/>
        </a:p>
      </dsp:txBody>
      <dsp:txXfrm>
        <a:off x="838154" y="1291356"/>
        <a:ext cx="7569036" cy="1016520"/>
      </dsp:txXfrm>
    </dsp:sp>
    <dsp:sp modelId="{43BF8838-AF5A-45E5-BB29-DED20B04273A}">
      <dsp:nvSpPr>
        <dsp:cNvPr id="0" name=""/>
        <dsp:cNvSpPr/>
      </dsp:nvSpPr>
      <dsp:spPr>
        <a:xfrm>
          <a:off x="1613058" y="2519463"/>
          <a:ext cx="9140666" cy="10797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Når vi skal navngive stofferne der består af ikkemetaller, skal vi skelne mellem grundstoffer og molekylforbindelser</a:t>
          </a:r>
          <a:endParaRPr lang="en-US" sz="2500" kern="1200"/>
        </a:p>
      </dsp:txBody>
      <dsp:txXfrm>
        <a:off x="1644683" y="2551088"/>
        <a:ext cx="7569036" cy="1016520"/>
      </dsp:txXfrm>
    </dsp:sp>
    <dsp:sp modelId="{22A6F4A7-6B0D-4EAD-9F07-7D97CEDAB44D}">
      <dsp:nvSpPr>
        <dsp:cNvPr id="0" name=""/>
        <dsp:cNvSpPr/>
      </dsp:nvSpPr>
      <dsp:spPr>
        <a:xfrm>
          <a:off x="8438815" y="818825"/>
          <a:ext cx="701850" cy="7018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596731" y="818825"/>
        <a:ext cx="386018" cy="528142"/>
      </dsp:txXfrm>
    </dsp:sp>
    <dsp:sp modelId="{82F8CA60-AC51-4103-ABF1-7B8537D6D42C}">
      <dsp:nvSpPr>
        <dsp:cNvPr id="0" name=""/>
        <dsp:cNvSpPr/>
      </dsp:nvSpPr>
      <dsp:spPr>
        <a:xfrm>
          <a:off x="9245344" y="2071359"/>
          <a:ext cx="701850" cy="70185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403260" y="2071359"/>
        <a:ext cx="386018" cy="5281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A4BB4-F7F6-4AF7-8C21-FC87DFFF4B95}">
      <dsp:nvSpPr>
        <dsp:cNvPr id="0" name=""/>
        <dsp:cNvSpPr/>
      </dsp:nvSpPr>
      <dsp:spPr>
        <a:xfrm>
          <a:off x="0" y="1181475"/>
          <a:ext cx="6278562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00577-49C1-45F4-A215-318D8E34AB09}">
      <dsp:nvSpPr>
        <dsp:cNvPr id="0" name=""/>
        <dsp:cNvSpPr/>
      </dsp:nvSpPr>
      <dsp:spPr>
        <a:xfrm>
          <a:off x="313928" y="340155"/>
          <a:ext cx="4394993" cy="16826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120" tIns="0" rIns="166120" bIns="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700" kern="1200" dirty="0"/>
            <a:t>Opgaver: 5+6</a:t>
          </a:r>
          <a:endParaRPr lang="en-US" sz="5700" kern="1200" dirty="0"/>
        </a:p>
      </dsp:txBody>
      <dsp:txXfrm>
        <a:off x="396068" y="422295"/>
        <a:ext cx="4230713" cy="1518360"/>
      </dsp:txXfrm>
    </dsp:sp>
    <dsp:sp modelId="{A3D2B30B-C872-42D1-87FB-921B2ABC1687}">
      <dsp:nvSpPr>
        <dsp:cNvPr id="0" name=""/>
        <dsp:cNvSpPr/>
      </dsp:nvSpPr>
      <dsp:spPr>
        <a:xfrm>
          <a:off x="0" y="3766995"/>
          <a:ext cx="6278562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4860045"/>
              <a:satOff val="1718"/>
              <a:lumOff val="15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0BCA6-B47E-4F7B-B45C-506EA6F23778}">
      <dsp:nvSpPr>
        <dsp:cNvPr id="0" name=""/>
        <dsp:cNvSpPr/>
      </dsp:nvSpPr>
      <dsp:spPr>
        <a:xfrm>
          <a:off x="313928" y="2925675"/>
          <a:ext cx="4394993" cy="1682640"/>
        </a:xfrm>
        <a:prstGeom prst="roundRect">
          <a:avLst/>
        </a:prstGeom>
        <a:solidFill>
          <a:schemeClr val="accent5">
            <a:hueOff val="4860045"/>
            <a:satOff val="1718"/>
            <a:lumOff val="1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120" tIns="0" rIns="166120" bIns="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700" kern="1200"/>
            <a:t>20 min.</a:t>
          </a:r>
          <a:endParaRPr lang="en-US" sz="5700" kern="1200" dirty="0"/>
        </a:p>
      </dsp:txBody>
      <dsp:txXfrm>
        <a:off x="396068" y="3007815"/>
        <a:ext cx="4230713" cy="1518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4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7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8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8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8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12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FF760-69F3-45C6-99E3-6FD880EEE17E}" type="datetimeFigureOut">
              <a:rPr lang="da-DK" smtClean="0"/>
              <a:t>24-09-2026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A4085-F159-408B-8AEB-0B8C641C9E0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15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5B0D030-F32E-4188-94ED-C6870422FA4A}" type="datetime1">
              <a:rPr lang="da-DK" smtClean="0"/>
              <a:t>24-09-2026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8793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256D-0B94-4C1F-80EF-80927D205440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661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9C0D-9581-4F17-B5FC-D77258A09A99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388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D9FF0-D2F2-4015-AEC6-A25B9B214284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471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75DE7-0BAB-450D-9E67-851B63E02D2A}" type="datetime1">
              <a:rPr lang="da-DK" smtClean="0"/>
              <a:t>24-09-2026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419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81F0-7EB0-4EA3-AAC7-46C54BB53612}" type="datetime1">
              <a:rPr lang="da-DK" smtClean="0"/>
              <a:t>24-09-2026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0465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3DBB6-2D40-4A3F-BE93-99B1219D99F5}" type="datetime1">
              <a:rPr lang="da-DK" smtClean="0"/>
              <a:t>24-09-2026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81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F67F-4C2A-4B27-8794-84B9F75D911A}" type="datetime1">
              <a:rPr lang="da-DK" smtClean="0"/>
              <a:t>24-09-2026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853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0BFC798-27A0-4E29-A7A1-48A861019CC1}" type="datetime1">
              <a:rPr lang="da-DK" smtClean="0"/>
              <a:t>24-09-2026</a:t>
            </a:fld>
            <a:endParaRPr lang="da-DK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da-DK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0404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0440-AA2D-4D1D-9C55-129978B72BF0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028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F583-91B4-4AE8-A979-5997DDF8F3CA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487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0DFFBEE-1688-4BF5-BAC4-AF2627A1B538}" type="datetime1">
              <a:rPr lang="da-DK" smtClean="0"/>
              <a:t>24-09-2026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EE60CD59-FA8C-438E-9983-98610F3162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6605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8DBE92-2331-4285-8226-D398190D3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230150-5F74-0EFD-C300-03BCD6654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6261" y="1067403"/>
            <a:ext cx="5830468" cy="4723194"/>
          </a:xfrm>
        </p:spPr>
        <p:txBody>
          <a:bodyPr anchor="ctr">
            <a:normAutofit/>
          </a:bodyPr>
          <a:lstStyle/>
          <a:p>
            <a:r>
              <a:rPr lang="da-DK" sz="5600" dirty="0"/>
              <a:t>Molekylforbindelser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5BA2720-3049-08B6-BB7A-CEC4935E9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7490" y="1067403"/>
            <a:ext cx="2759857" cy="4723194"/>
          </a:xfrm>
        </p:spPr>
        <p:txBody>
          <a:bodyPr anchor="ctr">
            <a:normAutofit/>
          </a:bodyPr>
          <a:lstStyle/>
          <a:p>
            <a:r>
              <a:rPr lang="da-DK" sz="2400" dirty="0">
                <a:solidFill>
                  <a:srgbClr val="FFFFFF"/>
                </a:solidFill>
              </a:rPr>
              <a:t>Kemi C for HF – Kapitel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62AC3C-FEB4-4C6A-8CA6-D570CD009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346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6F0738D-ADBB-1C90-49DE-F15A3934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631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B8C66-995F-E193-4C00-26C5EEA6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Molekylforbindelser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BA9E1E0-29EA-74BE-3530-7F3DBC654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Der er to slags grundstoffer – metaller (M) og ikkemetaller (IM)</a:t>
            </a:r>
          </a:p>
          <a:p>
            <a:r>
              <a:rPr lang="da-DK" dirty="0"/>
              <a:t>Når man sætter M sammen med IM får man en ionforbindelse (kap. 4)</a:t>
            </a:r>
          </a:p>
          <a:p>
            <a:r>
              <a:rPr lang="da-DK" dirty="0"/>
              <a:t>Når man sætter IM sammen med IM får man en molekylforbindelse</a:t>
            </a:r>
          </a:p>
          <a:p>
            <a:r>
              <a:rPr lang="da-DK" dirty="0"/>
              <a:t>Eksempler: H</a:t>
            </a:r>
            <a:r>
              <a:rPr lang="da-DK" baseline="-25000" dirty="0"/>
              <a:t>2</a:t>
            </a:r>
            <a:r>
              <a:rPr lang="da-DK" dirty="0"/>
              <a:t>O, CO</a:t>
            </a:r>
            <a:r>
              <a:rPr lang="da-DK" baseline="-25000" dirty="0"/>
              <a:t>2</a:t>
            </a:r>
            <a:r>
              <a:rPr lang="da-DK" dirty="0"/>
              <a:t>, C</a:t>
            </a:r>
            <a:r>
              <a:rPr lang="da-DK" baseline="-25000" dirty="0"/>
              <a:t>6</a:t>
            </a:r>
            <a:r>
              <a:rPr lang="da-DK" dirty="0"/>
              <a:t>H</a:t>
            </a:r>
            <a:r>
              <a:rPr lang="da-DK" baseline="-25000" dirty="0"/>
              <a:t>12</a:t>
            </a:r>
            <a:r>
              <a:rPr lang="da-DK" dirty="0"/>
              <a:t>O</a:t>
            </a:r>
            <a:r>
              <a:rPr lang="da-DK" baseline="-25000" dirty="0"/>
              <a:t>6</a:t>
            </a:r>
            <a:r>
              <a:rPr lang="da-DK" dirty="0"/>
              <a:t> </a:t>
            </a:r>
          </a:p>
          <a:p>
            <a:r>
              <a:rPr lang="da-DK" dirty="0"/>
              <a:t>Hvis vi fraregner 8. hovedgruppe (indgår normalt ikke i kemiske forbindelser), er der ca. 15 ikkemetaller</a:t>
            </a:r>
          </a:p>
          <a:p>
            <a:r>
              <a:rPr lang="da-DK" dirty="0"/>
              <a:t>Det er en ret lille del af det periodiske system</a:t>
            </a:r>
          </a:p>
          <a:p>
            <a:r>
              <a:rPr lang="da-DK" dirty="0"/>
              <a:t>Ikke desto mindre  er hovedparten af alle kendte stoffer molekylforbindelser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540A4E9-76EC-5AFF-84F2-1DB157CD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031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FA8882-2C35-3761-2051-B18A1960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da-DK" dirty="0"/>
              <a:t>Molekylforbindelser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8C4149D-0A0B-088C-C2D7-059142A6E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7812731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ABC1ED7-7D20-EC66-80C3-111CC910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369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C22B5-E31C-C406-4939-B55E94E0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Elektronprikformler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29F718-CC9D-9819-6077-2EEACBF50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For at kunne forklare dannelsen af molekyler, indfører man en elektronprikformel</a:t>
            </a:r>
          </a:p>
          <a:p>
            <a:r>
              <a:rPr lang="da-DK" dirty="0"/>
              <a:t>En elektronprikformel viser antallet af elektroner i </a:t>
            </a:r>
            <a:r>
              <a:rPr lang="da-DK" dirty="0">
                <a:solidFill>
                  <a:srgbClr val="FF0000"/>
                </a:solidFill>
              </a:rPr>
              <a:t>yderste</a:t>
            </a:r>
            <a:r>
              <a:rPr lang="da-DK" dirty="0"/>
              <a:t> skal</a:t>
            </a:r>
          </a:p>
          <a:p>
            <a:r>
              <a:rPr lang="da-DK" dirty="0"/>
              <a:t>Der kan være fra 1 til 8 elektroner i yderste skal</a:t>
            </a:r>
          </a:p>
          <a:p>
            <a:r>
              <a:rPr lang="da-DK" dirty="0"/>
              <a:t>Antal elektroner svarer til hovedgruppenummeret</a:t>
            </a:r>
          </a:p>
          <a:p>
            <a:r>
              <a:rPr lang="da-DK" dirty="0"/>
              <a:t>Undtagelse: helium (He) står i 8. hovedgruppe men har kun 2 elektroner i yderste skal</a:t>
            </a:r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11756981-480F-676B-0257-926016081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857500"/>
              </p:ext>
            </p:extLst>
          </p:nvPr>
        </p:nvGraphicFramePr>
        <p:xfrm>
          <a:off x="899886" y="4700270"/>
          <a:ext cx="111723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446">
                  <a:extLst>
                    <a:ext uri="{9D8B030D-6E8A-4147-A177-3AD203B41FA5}">
                      <a16:colId xmlns:a16="http://schemas.microsoft.com/office/drawing/2014/main" val="3892461887"/>
                    </a:ext>
                  </a:extLst>
                </a:gridCol>
                <a:gridCol w="915474">
                  <a:extLst>
                    <a:ext uri="{9D8B030D-6E8A-4147-A177-3AD203B41FA5}">
                      <a16:colId xmlns:a16="http://schemas.microsoft.com/office/drawing/2014/main" val="462903810"/>
                    </a:ext>
                  </a:extLst>
                </a:gridCol>
                <a:gridCol w="1023177">
                  <a:extLst>
                    <a:ext uri="{9D8B030D-6E8A-4147-A177-3AD203B41FA5}">
                      <a16:colId xmlns:a16="http://schemas.microsoft.com/office/drawing/2014/main" val="3435970241"/>
                    </a:ext>
                  </a:extLst>
                </a:gridCol>
                <a:gridCol w="1087799">
                  <a:extLst>
                    <a:ext uri="{9D8B030D-6E8A-4147-A177-3AD203B41FA5}">
                      <a16:colId xmlns:a16="http://schemas.microsoft.com/office/drawing/2014/main" val="3623098197"/>
                    </a:ext>
                  </a:extLst>
                </a:gridCol>
                <a:gridCol w="1184732">
                  <a:extLst>
                    <a:ext uri="{9D8B030D-6E8A-4147-A177-3AD203B41FA5}">
                      <a16:colId xmlns:a16="http://schemas.microsoft.com/office/drawing/2014/main" val="2314225981"/>
                    </a:ext>
                  </a:extLst>
                </a:gridCol>
                <a:gridCol w="1098568">
                  <a:extLst>
                    <a:ext uri="{9D8B030D-6E8A-4147-A177-3AD203B41FA5}">
                      <a16:colId xmlns:a16="http://schemas.microsoft.com/office/drawing/2014/main" val="2476195094"/>
                    </a:ext>
                  </a:extLst>
                </a:gridCol>
                <a:gridCol w="947785">
                  <a:extLst>
                    <a:ext uri="{9D8B030D-6E8A-4147-A177-3AD203B41FA5}">
                      <a16:colId xmlns:a16="http://schemas.microsoft.com/office/drawing/2014/main" val="2032032046"/>
                    </a:ext>
                  </a:extLst>
                </a:gridCol>
                <a:gridCol w="883164">
                  <a:extLst>
                    <a:ext uri="{9D8B030D-6E8A-4147-A177-3AD203B41FA5}">
                      <a16:colId xmlns:a16="http://schemas.microsoft.com/office/drawing/2014/main" val="3256533613"/>
                    </a:ext>
                  </a:extLst>
                </a:gridCol>
                <a:gridCol w="786227">
                  <a:extLst>
                    <a:ext uri="{9D8B030D-6E8A-4147-A177-3AD203B41FA5}">
                      <a16:colId xmlns:a16="http://schemas.microsoft.com/office/drawing/2014/main" val="1509032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Gruppe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4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Hovedgruppe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741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Antal elektroner i yderste skal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015453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973E697-DDB2-32A3-9C4D-DD134F62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389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289B8D-3897-5358-0E1C-655904D3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Elektronprikformler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9A2CFF3-F426-69E9-BCBB-EB207E6B1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Når man placerer elektronerne i en elektronprikformel omkring atomet, placerer man de første 4 elektroner i hvert verdenshjørne</a:t>
            </a:r>
          </a:p>
          <a:p>
            <a:r>
              <a:rPr lang="da-DK" dirty="0"/>
              <a:t>Derefter begynder man at danne par</a:t>
            </a:r>
          </a:p>
          <a:p>
            <a:r>
              <a:rPr lang="da-DK" dirty="0"/>
              <a:t>Her er det vist for 2. periode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(Li og Be er medtaget for fuldstændighedens skyld, de er metaller og indgår ikke i molekylforbindelser)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905AE43-C321-FFED-4799-8231844FA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06" y="3894772"/>
            <a:ext cx="9696908" cy="655457"/>
          </a:xfrm>
          <a:prstGeom prst="rect">
            <a:avLst/>
          </a:prstGeom>
        </p:spPr>
      </p:pic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BE756B4-50C1-E1F5-C009-E8284E03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7606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6CECF-0DFA-C5DA-99FD-C4950C2A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Elektronprikformler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79C14F-8682-8841-DAD7-E29AA7E78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elektroner der danner par, kalder man for </a:t>
            </a:r>
            <a:r>
              <a:rPr lang="da-DK" dirty="0">
                <a:solidFill>
                  <a:srgbClr val="FF0000"/>
                </a:solidFill>
              </a:rPr>
              <a:t>ledige elektronpar </a:t>
            </a:r>
            <a:r>
              <a:rPr lang="da-DK" dirty="0"/>
              <a:t>eller ikkebindende elektronpar (på engelsk: lonepair)</a:t>
            </a:r>
          </a:p>
          <a:p>
            <a:r>
              <a:rPr lang="da-DK" dirty="0"/>
              <a:t>De elektroner der ikke indgår i et par, kalder vi for </a:t>
            </a:r>
            <a:r>
              <a:rPr lang="da-DK" dirty="0">
                <a:solidFill>
                  <a:srgbClr val="FF0000"/>
                </a:solidFill>
              </a:rPr>
              <a:t>uparrede</a:t>
            </a:r>
            <a:r>
              <a:rPr lang="da-DK" dirty="0"/>
              <a:t> </a:t>
            </a:r>
            <a:r>
              <a:rPr lang="da-DK" dirty="0">
                <a:solidFill>
                  <a:srgbClr val="FF0000"/>
                </a:solidFill>
              </a:rPr>
              <a:t>elektroner</a:t>
            </a:r>
          </a:p>
          <a:p>
            <a:r>
              <a:rPr lang="da-DK" dirty="0"/>
              <a:t>Det er antallet af uparrede elektroner der afgør antallet af bindinger til andre atomer</a:t>
            </a:r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603B3D59-6CF2-8A04-F14D-EEBA64FE5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062482"/>
              </p:ext>
            </p:extLst>
          </p:nvPr>
        </p:nvGraphicFramePr>
        <p:xfrm>
          <a:off x="657224" y="4923853"/>
          <a:ext cx="110711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5724">
                  <a:extLst>
                    <a:ext uri="{9D8B030D-6E8A-4147-A177-3AD203B41FA5}">
                      <a16:colId xmlns:a16="http://schemas.microsoft.com/office/drawing/2014/main" val="469531941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3697366027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3530471067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161401171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55376005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1971010041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1075716504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4200283189"/>
                    </a:ext>
                  </a:extLst>
                </a:gridCol>
                <a:gridCol w="1006928">
                  <a:extLst>
                    <a:ext uri="{9D8B030D-6E8A-4147-A177-3AD203B41FA5}">
                      <a16:colId xmlns:a16="http://schemas.microsoft.com/office/drawing/2014/main" val="1936787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Hovedgruppe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29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Antal ledige elektronpar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035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Antal uparrede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195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Antal bindinger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994808"/>
                  </a:ext>
                </a:extLst>
              </a:tr>
            </a:tbl>
          </a:graphicData>
        </a:graphic>
      </p:graphicFrame>
      <p:pic>
        <p:nvPicPr>
          <p:cNvPr id="6" name="Billede 5">
            <a:extLst>
              <a:ext uri="{FF2B5EF4-FFF2-40B4-BE49-F238E27FC236}">
                <a16:creationId xmlns:a16="http://schemas.microsoft.com/office/drawing/2014/main" id="{C50FA3BD-0B70-76B3-8159-0FBEEBDE5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06" y="3894772"/>
            <a:ext cx="9696908" cy="655457"/>
          </a:xfrm>
          <a:prstGeom prst="rect">
            <a:avLst/>
          </a:prstGeom>
        </p:spPr>
      </p:pic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E305643-123F-26B7-C860-A990C895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4910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F73760-20C6-E66C-CCCB-2A7575D41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da-DK" sz="4000">
                <a:solidFill>
                  <a:srgbClr val="FFFFFF"/>
                </a:solidFill>
              </a:rPr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909F7056-76D2-A110-84AB-6A9273FC0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651041"/>
              </p:ext>
            </p:extLst>
          </p:nvPr>
        </p:nvGraphicFramePr>
        <p:xfrm>
          <a:off x="633413" y="684213"/>
          <a:ext cx="627856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B80C2EE-4329-CF80-2618-04B36022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9768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868C8E-98A1-D6D4-E76D-6CDDCCBE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da-DK" sz="4000">
                <a:solidFill>
                  <a:srgbClr val="FFFFFF"/>
                </a:solidFill>
              </a:rPr>
              <a:t>Dannelse af molekyler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B842B1D-0F67-9946-3F4B-5B72A0F80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6642794"/>
              </p:ext>
            </p:extLst>
          </p:nvPr>
        </p:nvGraphicFramePr>
        <p:xfrm>
          <a:off x="633413" y="684213"/>
          <a:ext cx="627856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2810B07-7AAA-7018-DF2E-F53095E8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65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5C5054-3942-F85B-057D-E265A08D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Dannelsen af molekyler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ADF7AB-2823-BC9B-2B69-D53468040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760" y="1826622"/>
            <a:ext cx="10753725" cy="3766185"/>
          </a:xfrm>
        </p:spPr>
        <p:txBody>
          <a:bodyPr/>
          <a:lstStyle/>
          <a:p>
            <a:r>
              <a:rPr lang="da-DK" dirty="0"/>
              <a:t>Hydrogen (H) har kun 1 elektron i sin yderste (eneste) skal</a:t>
            </a:r>
          </a:p>
          <a:p>
            <a:r>
              <a:rPr lang="da-DK" dirty="0"/>
              <a:t>2 H-atomer deles om de 2 elektroner de har tilsammen – på den måde har de på en måde hver 2 elektroner omkring sig</a:t>
            </a:r>
          </a:p>
          <a:p>
            <a:r>
              <a:rPr lang="da-DK" dirty="0"/>
              <a:t>(Husk at det normalt er 8 elektroner atomerne skal have omkring sig, men H er en undtagelse, den skal kun have 2)</a:t>
            </a:r>
          </a:p>
          <a:p>
            <a:r>
              <a:rPr lang="da-DK" dirty="0"/>
              <a:t>Den dannede enhed kaldes for et </a:t>
            </a:r>
            <a:r>
              <a:rPr lang="da-DK" dirty="0">
                <a:solidFill>
                  <a:srgbClr val="FF0000"/>
                </a:solidFill>
              </a:rPr>
              <a:t>molekyle</a:t>
            </a:r>
          </a:p>
          <a:p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B5BF39CA-8CA8-7240-44E0-4B450353C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884" y="5031172"/>
            <a:ext cx="5828861" cy="1123270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F42D5E3-5190-6148-B9B3-DDA469C4C3E9}"/>
              </a:ext>
            </a:extLst>
          </p:cNvPr>
          <p:cNvSpPr/>
          <p:nvPr/>
        </p:nvSpPr>
        <p:spPr>
          <a:xfrm>
            <a:off x="7509370" y="5238818"/>
            <a:ext cx="849086" cy="7511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D5B641B-5849-45AA-6B2D-18F31B1FFDE5}"/>
              </a:ext>
            </a:extLst>
          </p:cNvPr>
          <p:cNvSpPr/>
          <p:nvPr/>
        </p:nvSpPr>
        <p:spPr>
          <a:xfrm>
            <a:off x="7015970" y="5238818"/>
            <a:ext cx="849086" cy="75111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1EED2FEB-F78D-194C-5BE2-CD3EEEB9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904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E05A6-CBFA-B550-4A00-07644B5A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D761B2-8356-50C6-4CF9-3D8011C8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Dannelsen af molekyler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1C7E31A-EE38-5C5B-DEF9-41CF71FD6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417" y="2011679"/>
            <a:ext cx="10753725" cy="3766185"/>
          </a:xfrm>
        </p:spPr>
        <p:txBody>
          <a:bodyPr/>
          <a:lstStyle/>
          <a:p>
            <a:r>
              <a:rPr lang="da-DK" dirty="0" err="1"/>
              <a:t>Chlor</a:t>
            </a:r>
            <a:r>
              <a:rPr lang="da-DK" dirty="0"/>
              <a:t> (Cl) har 7 elektroner i yderste skal</a:t>
            </a:r>
          </a:p>
          <a:p>
            <a:r>
              <a:rPr lang="da-DK" dirty="0"/>
              <a:t>2 Cl-atomer deles om de 2 uparrede elektroner de har tilsammen – på den måde har de hver 8 elektroner omkring sig</a:t>
            </a:r>
          </a:p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617F581-495B-0CC4-4DD8-434686588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2722863" y="3429000"/>
            <a:ext cx="6522832" cy="751114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204D852B-6945-1626-99CD-690CD51FA183}"/>
              </a:ext>
            </a:extLst>
          </p:cNvPr>
          <p:cNvSpPr/>
          <p:nvPr/>
        </p:nvSpPr>
        <p:spPr>
          <a:xfrm>
            <a:off x="7888599" y="3338785"/>
            <a:ext cx="849086" cy="75111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57559D3-4519-BB60-1D9B-684A047CCD50}"/>
              </a:ext>
            </a:extLst>
          </p:cNvPr>
          <p:cNvSpPr/>
          <p:nvPr/>
        </p:nvSpPr>
        <p:spPr>
          <a:xfrm>
            <a:off x="8549099" y="3383893"/>
            <a:ext cx="849086" cy="7511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BAE8FEA8-99E2-D8E4-CC86-C6F1E1AF6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337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1D333-5BC7-9F83-F116-094292C5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Dannelsen af molekyler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119BF6-0C6F-7CDC-6B82-9DE0CA9A4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kan også sætte H sammen med Cl</a:t>
            </a:r>
          </a:p>
          <a:p>
            <a:endParaRPr lang="da-DK" dirty="0"/>
          </a:p>
          <a:p>
            <a:r>
              <a:rPr lang="da-DK" sz="6600" dirty="0"/>
              <a:t> H Cl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09A9251-B8A0-0644-9491-23DCC407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11</a:t>
            </a:fld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D287595-2C2B-70DA-C9C0-0CE2BE1B47EB}"/>
              </a:ext>
            </a:extLst>
          </p:cNvPr>
          <p:cNvSpPr/>
          <p:nvPr/>
        </p:nvSpPr>
        <p:spPr>
          <a:xfrm>
            <a:off x="1654629" y="3135086"/>
            <a:ext cx="141514" cy="1306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94B62F4-5BF1-2A84-AAF4-730BD20418B6}"/>
              </a:ext>
            </a:extLst>
          </p:cNvPr>
          <p:cNvSpPr/>
          <p:nvPr/>
        </p:nvSpPr>
        <p:spPr>
          <a:xfrm>
            <a:off x="1654629" y="3407230"/>
            <a:ext cx="141514" cy="13062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D220B0D-753A-C317-5F5D-63306A52FD62}"/>
              </a:ext>
            </a:extLst>
          </p:cNvPr>
          <p:cNvSpPr/>
          <p:nvPr/>
        </p:nvSpPr>
        <p:spPr>
          <a:xfrm>
            <a:off x="1932215" y="2901530"/>
            <a:ext cx="141514" cy="13062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4963555-F094-E035-2F80-800E13DBE017}"/>
              </a:ext>
            </a:extLst>
          </p:cNvPr>
          <p:cNvSpPr/>
          <p:nvPr/>
        </p:nvSpPr>
        <p:spPr>
          <a:xfrm>
            <a:off x="2177907" y="2901530"/>
            <a:ext cx="141514" cy="13062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EF1FE88-A1A2-BCD4-03E2-2ECA44C0EF7E}"/>
              </a:ext>
            </a:extLst>
          </p:cNvPr>
          <p:cNvSpPr/>
          <p:nvPr/>
        </p:nvSpPr>
        <p:spPr>
          <a:xfrm>
            <a:off x="2536372" y="3135086"/>
            <a:ext cx="141514" cy="13062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11699E3-D97F-0578-A376-499F208CEC9E}"/>
              </a:ext>
            </a:extLst>
          </p:cNvPr>
          <p:cNvSpPr/>
          <p:nvPr/>
        </p:nvSpPr>
        <p:spPr>
          <a:xfrm>
            <a:off x="2163918" y="3701144"/>
            <a:ext cx="141514" cy="13062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C2F880-CD96-49A0-DC51-B6E2795EBC2A}"/>
              </a:ext>
            </a:extLst>
          </p:cNvPr>
          <p:cNvSpPr/>
          <p:nvPr/>
        </p:nvSpPr>
        <p:spPr>
          <a:xfrm>
            <a:off x="2002972" y="3701144"/>
            <a:ext cx="141514" cy="13062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96A1FEF-7761-30D1-C7D4-5510F4200B94}"/>
              </a:ext>
            </a:extLst>
          </p:cNvPr>
          <p:cNvSpPr/>
          <p:nvPr/>
        </p:nvSpPr>
        <p:spPr>
          <a:xfrm>
            <a:off x="2536372" y="3348492"/>
            <a:ext cx="141514" cy="13062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661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87AE1B-EB54-D238-6455-761BBB89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Elektronparbinding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54EDDDC-D884-6366-F80E-C44053066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to elektroner der sidder mellem atomerne i et molekyle ”limer” atomerne sammen</a:t>
            </a:r>
          </a:p>
          <a:p>
            <a:r>
              <a:rPr lang="da-DK" dirty="0"/>
              <a:t>De danner en binding som man kalder en </a:t>
            </a:r>
            <a:r>
              <a:rPr lang="da-DK" dirty="0" err="1">
                <a:solidFill>
                  <a:srgbClr val="FF0000"/>
                </a:solidFill>
              </a:rPr>
              <a:t>elektronparbinding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Det kaldes også for en kovalent binding</a:t>
            </a:r>
          </a:p>
          <a:p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799B5DC-8C60-B303-17C0-874C78172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690" y="3977368"/>
            <a:ext cx="9137196" cy="1052162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11986854-3A74-0A85-1B34-98DEFE3D6A75}"/>
              </a:ext>
            </a:extLst>
          </p:cNvPr>
          <p:cNvSpPr/>
          <p:nvPr/>
        </p:nvSpPr>
        <p:spPr>
          <a:xfrm>
            <a:off x="9666514" y="4127892"/>
            <a:ext cx="391886" cy="7511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26EDAC9B-F3A4-A872-6DDE-A877CCE978CB}"/>
              </a:ext>
            </a:extLst>
          </p:cNvPr>
          <p:cNvCxnSpPr/>
          <p:nvPr/>
        </p:nvCxnSpPr>
        <p:spPr>
          <a:xfrm flipV="1">
            <a:off x="9568543" y="5014804"/>
            <a:ext cx="293914" cy="7075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felt 9">
            <a:extLst>
              <a:ext uri="{FF2B5EF4-FFF2-40B4-BE49-F238E27FC236}">
                <a16:creationId xmlns:a16="http://schemas.microsoft.com/office/drawing/2014/main" id="{A6889F86-AE9C-B547-3B06-F8025BA26744}"/>
              </a:ext>
            </a:extLst>
          </p:cNvPr>
          <p:cNvSpPr txBox="1"/>
          <p:nvPr/>
        </p:nvSpPr>
        <p:spPr>
          <a:xfrm>
            <a:off x="8294914" y="5777865"/>
            <a:ext cx="284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 err="1"/>
              <a:t>elektronparbinding</a:t>
            </a:r>
            <a:endParaRPr lang="da-DK" dirty="0"/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70E66F9-8655-EBC3-124D-F8A15AD8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0011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EF78-929D-3309-4EFD-E695E2A1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10F77-4AB9-366C-563A-178E488E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DC7E2B6E-D242-13D1-8B03-57AA5EC1C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673504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F0EE60F2-637D-0D3F-EA68-B1563635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120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48A087-1511-FD24-9347-075046C8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Dobbelt- og </a:t>
            </a:r>
            <a:r>
              <a:rPr lang="da-DK" dirty="0" err="1"/>
              <a:t>trippelbindinger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F89196-CF2F-5967-D5E2-E2FBEAFF9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Fire uparrede elektroner kan sætte sig sammen og danne en </a:t>
            </a:r>
            <a:r>
              <a:rPr lang="da-DK" dirty="0">
                <a:solidFill>
                  <a:srgbClr val="FF0000"/>
                </a:solidFill>
              </a:rPr>
              <a:t>dobbeltbinding</a:t>
            </a:r>
          </a:p>
          <a:p>
            <a:r>
              <a:rPr lang="da-DK" dirty="0"/>
              <a:t>Det hedder en dobbeltbinding fordi der er to par (altså i alt fire elektroner)</a:t>
            </a:r>
          </a:p>
          <a:p>
            <a:endParaRPr lang="da-DK" dirty="0"/>
          </a:p>
          <a:p>
            <a:r>
              <a:rPr lang="da-DK" dirty="0"/>
              <a:t>Seks uparrede elektroner kan sætte sig sammen og danne en </a:t>
            </a:r>
            <a:r>
              <a:rPr lang="da-DK" dirty="0" err="1"/>
              <a:t>trippelbinding</a:t>
            </a:r>
            <a:endParaRPr lang="da-DK" dirty="0"/>
          </a:p>
          <a:p>
            <a:r>
              <a:rPr lang="da-DK" dirty="0"/>
              <a:t>Det hedder en </a:t>
            </a:r>
            <a:r>
              <a:rPr lang="da-DK" dirty="0" err="1"/>
              <a:t>trippelbinding</a:t>
            </a:r>
            <a:r>
              <a:rPr lang="da-DK" dirty="0"/>
              <a:t> fordi der er tre par (altså i alt seks elektroner)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FA3027D-8A5E-BE36-44ED-7224A279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14</a:t>
            </a:fld>
            <a:endParaRPr lang="da-DK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DAD8F3A-3CA9-7316-371B-CBCFEC0FC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841" y="4604344"/>
            <a:ext cx="5451343" cy="197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44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E70041-A3AC-6E06-2987-A56D5781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Elektronparbinding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FE9886B-1E2D-B41C-FF18-1FE1A1C6D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5188F9A-EC5B-8B4B-6DDE-76A1A6EF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15</a:t>
            </a:fld>
            <a:endParaRPr lang="da-DK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5BFA3937-9C96-54BA-0465-836733E09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595647"/>
              </p:ext>
            </p:extLst>
          </p:nvPr>
        </p:nvGraphicFramePr>
        <p:xfrm>
          <a:off x="1259115" y="1719943"/>
          <a:ext cx="8128000" cy="4418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9927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F646F4-CA7E-829C-7D56-A149CF3F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6E5396FB-7407-34B5-F424-A8905FD969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533648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E524C27-9210-DAD6-01D3-252EE4DD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4680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3184F-2C13-54C8-222C-AACB7EB69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Strukturformler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2C513B2-F32F-703F-FD32-72AB52482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Elektronprikformler bliver hurtigt overskuelige</a:t>
            </a:r>
          </a:p>
          <a:p>
            <a:r>
              <a:rPr lang="da-DK" dirty="0"/>
              <a:t>Vi vil derfor normalt erstatte dem med </a:t>
            </a:r>
            <a:r>
              <a:rPr lang="da-DK" dirty="0">
                <a:solidFill>
                  <a:srgbClr val="FF0000"/>
                </a:solidFill>
              </a:rPr>
              <a:t>strukturformler</a:t>
            </a:r>
          </a:p>
          <a:p>
            <a:r>
              <a:rPr lang="da-DK" dirty="0">
                <a:solidFill>
                  <a:schemeClr val="tx1"/>
                </a:solidFill>
              </a:rPr>
              <a:t>Man ”oversætter” fra elektronprikformel til strukturformel efter følgende regler:</a:t>
            </a:r>
          </a:p>
          <a:p>
            <a:r>
              <a:rPr lang="da-DK" dirty="0">
                <a:solidFill>
                  <a:schemeClr val="tx1"/>
                </a:solidFill>
              </a:rPr>
              <a:t>1. Hvert elektronpar erstattes af en streg</a:t>
            </a:r>
          </a:p>
          <a:p>
            <a:r>
              <a:rPr lang="da-DK" dirty="0">
                <a:solidFill>
                  <a:schemeClr val="tx1"/>
                </a:solidFill>
              </a:rPr>
              <a:t>2. De ledige elektronpar tegnes (normalt) ikke</a:t>
            </a:r>
          </a:p>
          <a:p>
            <a:r>
              <a:rPr lang="da-DK" dirty="0">
                <a:solidFill>
                  <a:schemeClr val="tx1"/>
                </a:solidFill>
              </a:rPr>
              <a:t>En strukturformel kaldes også for en stregformel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9C3839D-5710-1062-CCCC-6A20C1AF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6317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32981-F3DE-7F1B-4B61-4C2791A0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Strukturformler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94CAC924-B156-F769-85ED-A6AF4D8BD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613" y="3758372"/>
            <a:ext cx="6645610" cy="1883795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633F28F-F7CD-F3ED-E721-29B8E86F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18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9E03C98E-5602-91C8-A1C8-275764E28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268" y="1561014"/>
            <a:ext cx="6112861" cy="1397038"/>
          </a:xfrm>
          <a:prstGeom prst="rect">
            <a:avLst/>
          </a:prstGeom>
        </p:spPr>
      </p:pic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F348C3E9-2BAA-B8D1-D0C9-10DBA603BEE7}"/>
              </a:ext>
            </a:extLst>
          </p:cNvPr>
          <p:cNvCxnSpPr/>
          <p:nvPr/>
        </p:nvCxnSpPr>
        <p:spPr>
          <a:xfrm>
            <a:off x="5736771" y="2808514"/>
            <a:ext cx="1654629" cy="11647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CB268810-486A-7D82-85F3-2D163053CD4D}"/>
              </a:ext>
            </a:extLst>
          </p:cNvPr>
          <p:cNvCxnSpPr>
            <a:cxnSpLocks/>
          </p:cNvCxnSpPr>
          <p:nvPr/>
        </p:nvCxnSpPr>
        <p:spPr>
          <a:xfrm>
            <a:off x="8218903" y="2854761"/>
            <a:ext cx="693655" cy="10451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F33B0B16-88F4-D427-1B03-415914517745}"/>
              </a:ext>
            </a:extLst>
          </p:cNvPr>
          <p:cNvCxnSpPr>
            <a:cxnSpLocks/>
          </p:cNvCxnSpPr>
          <p:nvPr/>
        </p:nvCxnSpPr>
        <p:spPr>
          <a:xfrm>
            <a:off x="10381575" y="3001533"/>
            <a:ext cx="0" cy="4274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119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03B-695C-126A-FE50-9CF619DE1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5EFE9-DF38-CD79-5FA9-622AF0C4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F7CC949-2AF9-10B5-1C9A-746D48FBB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692190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DF1BB2DD-3E89-DD41-7403-329EB51B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22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590F1-53FC-1D7F-0F6B-A449B419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da-DK" dirty="0"/>
              <a:t>Navngivning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F7ACC722-B3E3-6860-05D6-A3D94B05D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175720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AC604D-3213-214F-A878-9469BFFB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4134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2993E-9F4C-161F-AFAD-8ADF5C75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grundstoffer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B1A798D-2FEB-0599-D135-BBA19DF98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7052201" cy="3766185"/>
          </a:xfrm>
        </p:spPr>
        <p:txBody>
          <a:bodyPr/>
          <a:lstStyle/>
          <a:p>
            <a:r>
              <a:rPr lang="da-DK" dirty="0"/>
              <a:t>Når vi skal navngive grundstoffer af ikkemetaller, får vi brug for at angive hvor mange atomer der er i molekylet</a:t>
            </a:r>
          </a:p>
          <a:p>
            <a:r>
              <a:rPr lang="da-DK" dirty="0"/>
              <a:t>Det gøres ved hjælp af en række præfikser (forstavelser)</a:t>
            </a:r>
          </a:p>
          <a:p>
            <a:r>
              <a:rPr lang="da-DK" dirty="0"/>
              <a:t>Mono bruges normalt ikke</a:t>
            </a:r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51C8A1B1-1619-FC70-846B-917F8E9FB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326719"/>
              </p:ext>
            </p:extLst>
          </p:nvPr>
        </p:nvGraphicFramePr>
        <p:xfrm>
          <a:off x="7010399" y="2784792"/>
          <a:ext cx="5007429" cy="323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571">
                  <a:extLst>
                    <a:ext uri="{9D8B030D-6E8A-4147-A177-3AD203B41FA5}">
                      <a16:colId xmlns:a16="http://schemas.microsoft.com/office/drawing/2014/main" val="3023679749"/>
                    </a:ext>
                  </a:extLst>
                </a:gridCol>
                <a:gridCol w="1559407">
                  <a:extLst>
                    <a:ext uri="{9D8B030D-6E8A-4147-A177-3AD203B41FA5}">
                      <a16:colId xmlns:a16="http://schemas.microsoft.com/office/drawing/2014/main" val="1377095586"/>
                    </a:ext>
                  </a:extLst>
                </a:gridCol>
                <a:gridCol w="1013614">
                  <a:extLst>
                    <a:ext uri="{9D8B030D-6E8A-4147-A177-3AD203B41FA5}">
                      <a16:colId xmlns:a16="http://schemas.microsoft.com/office/drawing/2014/main" val="1119408036"/>
                    </a:ext>
                  </a:extLst>
                </a:gridCol>
                <a:gridCol w="1303837">
                  <a:extLst>
                    <a:ext uri="{9D8B030D-6E8A-4147-A177-3AD203B41FA5}">
                      <a16:colId xmlns:a16="http://schemas.microsoft.com/office/drawing/2014/main" val="1598817247"/>
                    </a:ext>
                  </a:extLst>
                </a:gridCol>
              </a:tblGrid>
              <a:tr h="533000">
                <a:tc>
                  <a:txBody>
                    <a:bodyPr/>
                    <a:lstStyle/>
                    <a:p>
                      <a:r>
                        <a:rPr lang="da-DK" dirty="0"/>
                        <a:t>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Præfiks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Præfiks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699007"/>
                  </a:ext>
                </a:extLst>
              </a:tr>
              <a:tr h="540402"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mono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hexa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128979"/>
                  </a:ext>
                </a:extLst>
              </a:tr>
              <a:tr h="540402"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 err="1"/>
                        <a:t>hepta</a:t>
                      </a:r>
                      <a:endParaRPr lang="da-DK" cap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18123"/>
                  </a:ext>
                </a:extLst>
              </a:tr>
              <a:tr h="540402"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 err="1"/>
                        <a:t>tri</a:t>
                      </a:r>
                      <a:endParaRPr lang="da-DK" cap="none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 err="1"/>
                        <a:t>octa</a:t>
                      </a:r>
                      <a:endParaRPr lang="da-DK" cap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907335"/>
                  </a:ext>
                </a:extLst>
              </a:tr>
              <a:tr h="540402"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 err="1"/>
                        <a:t>tetra</a:t>
                      </a:r>
                      <a:endParaRPr lang="da-DK" cap="none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 err="1"/>
                        <a:t>nona</a:t>
                      </a:r>
                      <a:endParaRPr lang="da-DK" cap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284159"/>
                  </a:ext>
                </a:extLst>
              </a:tr>
              <a:tr h="540402"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 err="1"/>
                        <a:t>penta</a:t>
                      </a:r>
                      <a:endParaRPr lang="da-DK" cap="none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cap="none" baseline="0" dirty="0" err="1"/>
                        <a:t>deca</a:t>
                      </a:r>
                      <a:endParaRPr lang="da-DK" cap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5888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6262B12-03C8-79B0-BE13-3ABD7BB9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0116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E01EC-5958-32A4-383E-95ACEB87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grundstoffer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CCA855E9-6F74-FACA-E2D0-3C3883CB3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068088"/>
              </p:ext>
            </p:extLst>
          </p:nvPr>
        </p:nvGraphicFramePr>
        <p:xfrm>
          <a:off x="676275" y="2011363"/>
          <a:ext cx="107537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431">
                  <a:extLst>
                    <a:ext uri="{9D8B030D-6E8A-4147-A177-3AD203B41FA5}">
                      <a16:colId xmlns:a16="http://schemas.microsoft.com/office/drawing/2014/main" val="3316780942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2954525970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3653720869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2012458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Molekyle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Grundstof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Præfiks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361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hydrogen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dihydrogen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71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</a:t>
                      </a:r>
                      <a:r>
                        <a:rPr lang="da-DK" baseline="-25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svovl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octa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octasvovl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48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Br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dibrom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0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P</a:t>
                      </a:r>
                      <a:r>
                        <a:rPr lang="da-DK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phosphor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tetra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tetraphosphor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923333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B7E3D10-E65F-365F-1A9A-3CA25D1F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6974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61C1E-AB23-5B6A-8F35-952AA74B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molekylforbindelser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47DC8DA-FED2-3CE2-341D-EF959C190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Når vi skal navngive molekylforbindelser (hvor der indgår flere slags atomer), må vi indføre lidt flere regler</a:t>
            </a:r>
          </a:p>
          <a:p>
            <a:r>
              <a:rPr lang="da-DK" dirty="0"/>
              <a:t>For det første skal atomerne stå i en bestemt rækkefølge (både i formlen og i navnet)</a:t>
            </a:r>
          </a:p>
          <a:p>
            <a:r>
              <a:rPr lang="da-DK" dirty="0"/>
              <a:t>Den vedtagne (men ikke helt logiske …) rækkefølge er:</a:t>
            </a:r>
          </a:p>
          <a:p>
            <a:r>
              <a:rPr lang="da-DK" sz="3600" dirty="0">
                <a:solidFill>
                  <a:srgbClr val="FF0000"/>
                </a:solidFill>
              </a:rPr>
              <a:t>B Si C As P N H Te Se S O At I </a:t>
            </a:r>
            <a:r>
              <a:rPr lang="da-DK" sz="3600" dirty="0" err="1">
                <a:solidFill>
                  <a:srgbClr val="FF0000"/>
                </a:solidFill>
              </a:rPr>
              <a:t>Br</a:t>
            </a:r>
            <a:r>
              <a:rPr lang="da-DK" sz="3600" dirty="0">
                <a:solidFill>
                  <a:srgbClr val="FF0000"/>
                </a:solidFill>
              </a:rPr>
              <a:t> Cl F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FCFDE9F-4CB8-B83C-CA94-72DB796A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3203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22007-14A1-539D-ED81-D19D13AC0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molekylforbindelser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46E6CCD-536E-86F3-9CC2-50B76C6E8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476206"/>
          </a:xfrm>
        </p:spPr>
        <p:txBody>
          <a:bodyPr>
            <a:normAutofit/>
          </a:bodyPr>
          <a:lstStyle/>
          <a:p>
            <a:r>
              <a:rPr lang="da-DK" dirty="0"/>
              <a:t>For det andet skal det sidste grundstof have endelsen ”id”</a:t>
            </a:r>
          </a:p>
          <a:p>
            <a:r>
              <a:rPr lang="da-DK" dirty="0"/>
              <a:t>(Logikken bag dette er også ret uklar …)</a:t>
            </a:r>
          </a:p>
          <a:p>
            <a:r>
              <a:rPr lang="da-DK" dirty="0"/>
              <a:t>Man bruger (ligesom for ionforbindelser) en række sammentrækninger:</a:t>
            </a:r>
          </a:p>
          <a:p>
            <a:r>
              <a:rPr lang="da-DK" dirty="0"/>
              <a:t>O ⟶ oxid</a:t>
            </a:r>
          </a:p>
          <a:p>
            <a:r>
              <a:rPr lang="da-DK" dirty="0"/>
              <a:t>H ⟶ hydrid</a:t>
            </a:r>
          </a:p>
          <a:p>
            <a:r>
              <a:rPr lang="da-DK" dirty="0"/>
              <a:t>N ⟶ </a:t>
            </a:r>
            <a:r>
              <a:rPr lang="da-DK" dirty="0" err="1"/>
              <a:t>nitrid</a:t>
            </a:r>
            <a:endParaRPr lang="da-DK" dirty="0"/>
          </a:p>
          <a:p>
            <a:r>
              <a:rPr lang="da-DK" dirty="0"/>
              <a:t>P ⟶ </a:t>
            </a:r>
            <a:r>
              <a:rPr lang="da-DK" dirty="0" err="1"/>
              <a:t>phosphid</a:t>
            </a:r>
            <a:endParaRPr lang="da-DK" dirty="0"/>
          </a:p>
          <a:p>
            <a:r>
              <a:rPr lang="da-DK" dirty="0"/>
              <a:t>C ⟶ </a:t>
            </a:r>
            <a:r>
              <a:rPr lang="da-DK" dirty="0" err="1"/>
              <a:t>carbid</a:t>
            </a:r>
            <a:endParaRPr lang="da-DK" dirty="0"/>
          </a:p>
          <a:p>
            <a:r>
              <a:rPr lang="da-DK" dirty="0"/>
              <a:t>S ⟶ sulfid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AE4690C-7B19-39BE-D019-2B05CF58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9798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8B9BB-BC55-C11B-0DB9-A60F04E9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molekylforbindelser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290278-F4BD-C90A-F78A-097946660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Sammenfatning af regler for navngivning:</a:t>
            </a:r>
          </a:p>
          <a:p>
            <a:r>
              <a:rPr lang="da-DK" dirty="0"/>
              <a:t>1. Rækkefølge: </a:t>
            </a:r>
            <a:r>
              <a:rPr lang="da-DK" dirty="0">
                <a:solidFill>
                  <a:srgbClr val="FF0000"/>
                </a:solidFill>
              </a:rPr>
              <a:t>B Si C As P N H Te Se S O At I </a:t>
            </a:r>
            <a:r>
              <a:rPr lang="da-DK" dirty="0" err="1">
                <a:solidFill>
                  <a:srgbClr val="FF0000"/>
                </a:solidFill>
              </a:rPr>
              <a:t>Br</a:t>
            </a:r>
            <a:r>
              <a:rPr lang="da-DK" dirty="0">
                <a:solidFill>
                  <a:srgbClr val="FF0000"/>
                </a:solidFill>
              </a:rPr>
              <a:t> Cl F</a:t>
            </a:r>
          </a:p>
          <a:p>
            <a:r>
              <a:rPr lang="da-DK" dirty="0"/>
              <a:t>2. Præfikser: (mono), di, </a:t>
            </a:r>
            <a:r>
              <a:rPr lang="da-DK" dirty="0" err="1"/>
              <a:t>tri</a:t>
            </a:r>
            <a:r>
              <a:rPr lang="da-DK" dirty="0"/>
              <a:t>, </a:t>
            </a:r>
            <a:r>
              <a:rPr lang="da-DK" dirty="0" err="1"/>
              <a:t>tetra</a:t>
            </a:r>
            <a:r>
              <a:rPr lang="da-DK" dirty="0"/>
              <a:t>, </a:t>
            </a:r>
            <a:r>
              <a:rPr lang="da-DK" dirty="0" err="1"/>
              <a:t>penta</a:t>
            </a:r>
            <a:r>
              <a:rPr lang="da-DK" dirty="0"/>
              <a:t>, hexa, </a:t>
            </a:r>
            <a:r>
              <a:rPr lang="da-DK" dirty="0" err="1"/>
              <a:t>hepta</a:t>
            </a:r>
            <a:r>
              <a:rPr lang="da-DK" dirty="0"/>
              <a:t>, </a:t>
            </a:r>
            <a:r>
              <a:rPr lang="da-DK" dirty="0" err="1"/>
              <a:t>octa</a:t>
            </a:r>
            <a:r>
              <a:rPr lang="da-DK" dirty="0"/>
              <a:t>, </a:t>
            </a:r>
            <a:r>
              <a:rPr lang="da-DK" dirty="0" err="1"/>
              <a:t>nona</a:t>
            </a:r>
            <a:r>
              <a:rPr lang="da-DK" dirty="0"/>
              <a:t>, </a:t>
            </a:r>
            <a:r>
              <a:rPr lang="da-DK" dirty="0" err="1"/>
              <a:t>deca</a:t>
            </a:r>
            <a:endParaRPr lang="da-DK" dirty="0"/>
          </a:p>
          <a:p>
            <a:r>
              <a:rPr lang="da-DK" dirty="0"/>
              <a:t>3. Endelsen ”id”</a:t>
            </a:r>
          </a:p>
          <a:p>
            <a:r>
              <a:rPr lang="da-DK" dirty="0"/>
              <a:t>4. Sammentrækninger (fx oxid, hydrid)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3BAA734-C715-0908-8778-FD100811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7864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1326D-FA5D-A498-FAFC-1D94C264B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molekylforbindelser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4CC7B38F-DBAC-918E-9FCC-BFBB220E1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2582884"/>
              </p:ext>
            </p:extLst>
          </p:nvPr>
        </p:nvGraphicFramePr>
        <p:xfrm>
          <a:off x="676275" y="2011363"/>
          <a:ext cx="10753724" cy="1572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431">
                  <a:extLst>
                    <a:ext uri="{9D8B030D-6E8A-4147-A177-3AD203B41FA5}">
                      <a16:colId xmlns:a16="http://schemas.microsoft.com/office/drawing/2014/main" val="475523234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2849941449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2607140582"/>
                    </a:ext>
                  </a:extLst>
                </a:gridCol>
                <a:gridCol w="2688431">
                  <a:extLst>
                    <a:ext uri="{9D8B030D-6E8A-4147-A177-3AD203B41FA5}">
                      <a16:colId xmlns:a16="http://schemas.microsoft.com/office/drawing/2014/main" val="2289020972"/>
                    </a:ext>
                  </a:extLst>
                </a:gridCol>
              </a:tblGrid>
              <a:tr h="459694">
                <a:tc>
                  <a:txBody>
                    <a:bodyPr/>
                    <a:lstStyle/>
                    <a:p>
                      <a:r>
                        <a:rPr lang="da-DK" dirty="0"/>
                        <a:t>Formel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Formel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439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PCl</a:t>
                      </a:r>
                      <a:r>
                        <a:rPr lang="da-DK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phosphortrichlorid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tetraphosphordecahydrid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390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carbonmonoxid</a:t>
                      </a:r>
                      <a:r>
                        <a:rPr lang="da-DK" dirty="0"/>
                        <a:t>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HBr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hydrogenbromid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9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carbondioxid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dinitrogentetraoxid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07962"/>
                  </a:ext>
                </a:extLst>
              </a:tr>
            </a:tbl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DAAA3B41-BF95-51D3-8613-27F57E562C95}"/>
              </a:ext>
            </a:extLst>
          </p:cNvPr>
          <p:cNvSpPr txBox="1"/>
          <p:nvPr/>
        </p:nvSpPr>
        <p:spPr>
          <a:xfrm>
            <a:off x="1828800" y="4180114"/>
            <a:ext cx="678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[1] Præfikset mono bruges normalt ikke. Lige i tilfældet </a:t>
            </a:r>
            <a:r>
              <a:rPr lang="da-DK" dirty="0" err="1"/>
              <a:t>carbon</a:t>
            </a:r>
            <a:r>
              <a:rPr lang="da-DK" dirty="0" err="1">
                <a:solidFill>
                  <a:srgbClr val="FF0000"/>
                </a:solidFill>
              </a:rPr>
              <a:t>mono</a:t>
            </a:r>
            <a:r>
              <a:rPr lang="da-DK" dirty="0" err="1"/>
              <a:t>xid</a:t>
            </a:r>
            <a:r>
              <a:rPr lang="da-DK" dirty="0"/>
              <a:t> bruger man mono for at skelne fra carbon</a:t>
            </a:r>
            <a:r>
              <a:rPr lang="da-DK" dirty="0">
                <a:solidFill>
                  <a:srgbClr val="FF0000"/>
                </a:solidFill>
              </a:rPr>
              <a:t>di</a:t>
            </a:r>
            <a:r>
              <a:rPr lang="da-DK" dirty="0"/>
              <a:t>oxid. Bemærk også at man nøjes med ét o (monoxid, ikke monooxid).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137BC21-852E-3548-1CA0-EA410D87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9963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6D5D84-4741-2C57-B0B7-47F26BCB8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da-DK" sz="4000">
                <a:solidFill>
                  <a:srgbClr val="FFFFFF"/>
                </a:solidFill>
              </a:rPr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1037AEC0-0A8B-3263-455C-11DA54444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979905"/>
              </p:ext>
            </p:extLst>
          </p:nvPr>
        </p:nvGraphicFramePr>
        <p:xfrm>
          <a:off x="633413" y="684213"/>
          <a:ext cx="627856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63AAB0E-1A94-C55F-6BB7-F2547574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8580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79F0F-9DDF-66FF-AD47-D18C1392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Sammenligning mellem ionforbindelser og molekylforbindelser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3151F4A5-1EF9-FCB5-138C-40626215C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324914"/>
              </p:ext>
            </p:extLst>
          </p:nvPr>
        </p:nvGraphicFramePr>
        <p:xfrm>
          <a:off x="657224" y="2686278"/>
          <a:ext cx="107537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6862">
                  <a:extLst>
                    <a:ext uri="{9D8B030D-6E8A-4147-A177-3AD203B41FA5}">
                      <a16:colId xmlns:a16="http://schemas.microsoft.com/office/drawing/2014/main" val="28768177"/>
                    </a:ext>
                  </a:extLst>
                </a:gridCol>
                <a:gridCol w="5376862">
                  <a:extLst>
                    <a:ext uri="{9D8B030D-6E8A-4147-A177-3AD203B41FA5}">
                      <a16:colId xmlns:a16="http://schemas.microsoft.com/office/drawing/2014/main" val="772888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Ionforbindelser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Molekylforbindelser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71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Metal+ikkemetal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Ikkemetal+ikkemetal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3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Afgiver og optager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Deles om elektroner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29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Danner iongitre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Danner må selvstændige enheder: molekyler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863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Vi bruger </a:t>
                      </a:r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IKKE</a:t>
                      </a:r>
                      <a:r>
                        <a:rPr lang="da-DK" dirty="0"/>
                        <a:t> præfikser (mono, di, </a:t>
                      </a:r>
                      <a:r>
                        <a:rPr lang="da-DK" dirty="0" err="1"/>
                        <a:t>tri</a:t>
                      </a:r>
                      <a:r>
                        <a:rPr lang="da-DK" dirty="0"/>
                        <a:t> …) i navne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Vi bruger præfikser i navne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905550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04AE27D-275E-38E2-9E78-7884E806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1454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CD993-EF49-28B4-B8A4-0A48764A6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7E7622E-9940-81F6-F3A1-5A88F32CF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487091"/>
          </a:xfrm>
        </p:spPr>
        <p:txBody>
          <a:bodyPr>
            <a:normAutofit/>
          </a:bodyPr>
          <a:lstStyle/>
          <a:p>
            <a:r>
              <a:rPr lang="da-DK" dirty="0"/>
              <a:t>Oktetreglen</a:t>
            </a:r>
          </a:p>
          <a:p>
            <a:r>
              <a:rPr lang="da-DK" dirty="0"/>
              <a:t>Elektronprikformler for enkelte atomer</a:t>
            </a:r>
          </a:p>
          <a:p>
            <a:r>
              <a:rPr lang="da-DK" dirty="0"/>
              <a:t>Elektronprikformler for molekyler</a:t>
            </a:r>
          </a:p>
          <a:p>
            <a:r>
              <a:rPr lang="da-DK" dirty="0"/>
              <a:t>Dannelse  af molekyler</a:t>
            </a:r>
          </a:p>
          <a:p>
            <a:r>
              <a:rPr lang="da-DK" dirty="0" err="1"/>
              <a:t>Elektronparbinding</a:t>
            </a:r>
            <a:endParaRPr lang="da-DK" dirty="0"/>
          </a:p>
          <a:p>
            <a:r>
              <a:rPr lang="da-DK" dirty="0"/>
              <a:t>Enkelt-, dobbelt- og </a:t>
            </a:r>
            <a:r>
              <a:rPr lang="da-DK" dirty="0" err="1"/>
              <a:t>trippelbindinger</a:t>
            </a:r>
            <a:endParaRPr lang="da-DK" dirty="0"/>
          </a:p>
          <a:p>
            <a:r>
              <a:rPr lang="da-DK" dirty="0"/>
              <a:t>Strukturformler</a:t>
            </a:r>
          </a:p>
          <a:p>
            <a:r>
              <a:rPr lang="da-DK" dirty="0"/>
              <a:t>Navngivning</a:t>
            </a:r>
          </a:p>
          <a:p>
            <a:r>
              <a:rPr lang="da-DK" dirty="0"/>
              <a:t>Forskelle på ion- og molekylforbindelser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345F734-22BC-0192-3D64-40A7E672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CD59-FA8C-438E-9983-98610F316295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441175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">
  <a:themeElements>
    <a:clrScheme name="Metropol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</Template>
  <TotalTime>151</TotalTime>
  <Words>1210</Words>
  <Application>Microsoft Office PowerPoint</Application>
  <PresentationFormat>Widescreen</PresentationFormat>
  <Paragraphs>294</Paragraphs>
  <Slides>29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29</vt:i4>
      </vt:variant>
    </vt:vector>
  </HeadingPairs>
  <TitlesOfParts>
    <vt:vector size="33" baseType="lpstr">
      <vt:lpstr>Aptos</vt:lpstr>
      <vt:lpstr>Arial</vt:lpstr>
      <vt:lpstr>Calibri Light</vt:lpstr>
      <vt:lpstr>Metropol</vt:lpstr>
      <vt:lpstr>Molekylforbindelser</vt:lpstr>
      <vt:lpstr>Molekylforbindelser</vt:lpstr>
      <vt:lpstr>Molekylforbindelser</vt:lpstr>
      <vt:lpstr>Elektronprikformler</vt:lpstr>
      <vt:lpstr>Elektronprikformler</vt:lpstr>
      <vt:lpstr>Elektronprikformler</vt:lpstr>
      <vt:lpstr>Opgaver</vt:lpstr>
      <vt:lpstr>Dannelse af molekyler</vt:lpstr>
      <vt:lpstr>Dannelsen af molekyler</vt:lpstr>
      <vt:lpstr>Dannelsen af molekyler</vt:lpstr>
      <vt:lpstr>Dannelsen af molekyler</vt:lpstr>
      <vt:lpstr>Elektronparbinding</vt:lpstr>
      <vt:lpstr>Opgaver</vt:lpstr>
      <vt:lpstr>Dobbelt- og trippelbindinger</vt:lpstr>
      <vt:lpstr>Elektronparbinding</vt:lpstr>
      <vt:lpstr>Opgaver</vt:lpstr>
      <vt:lpstr>Strukturformler</vt:lpstr>
      <vt:lpstr>Strukturformler</vt:lpstr>
      <vt:lpstr>Opgaver</vt:lpstr>
      <vt:lpstr>Navngivning</vt:lpstr>
      <vt:lpstr>Navngivning af grundstoffer</vt:lpstr>
      <vt:lpstr>Navngivning af grundstoffer</vt:lpstr>
      <vt:lpstr>Navngivning af molekylforbindelser</vt:lpstr>
      <vt:lpstr>Navngivning af molekylforbindelser</vt:lpstr>
      <vt:lpstr>Navngivning af molekylforbindelser</vt:lpstr>
      <vt:lpstr>Navngivning af molekylforbindelser</vt:lpstr>
      <vt:lpstr>Opgaver</vt:lpstr>
      <vt:lpstr>Sammenligning mellem ionforbindelser og molekylforbindelser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1</cp:revision>
  <dcterms:created xsi:type="dcterms:W3CDTF">2026-09-24T06:18:56Z</dcterms:created>
  <dcterms:modified xsi:type="dcterms:W3CDTF">2026-09-24T08:50:22Z</dcterms:modified>
</cp:coreProperties>
</file>