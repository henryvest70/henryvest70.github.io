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modSld">
      <pc:chgData name="Henry Valdemar Vest" userId="f5b1f0ec-4051-405f-83b3-0c678f78df49" providerId="ADAL" clId="{0B671710-12AA-4A9C-8982-6D6CBD054718}" dt="2026-09-24T09:10:33.756" v="3873" actId="20577"/>
      <pc:docMkLst>
        <pc:docMk/>
      </pc:docMkLst>
      <pc:sldChg chg="modSp mod">
        <pc:chgData name="Henry Valdemar Vest" userId="f5b1f0ec-4051-405f-83b3-0c678f78df49" providerId="ADAL" clId="{0B671710-12AA-4A9C-8982-6D6CBD054718}" dt="2026-09-24T09:10:33.756" v="3873" actId="20577"/>
        <pc:sldMkLst>
          <pc:docMk/>
          <pc:sldMk cId="1827288705" sldId="256"/>
        </pc:sldMkLst>
        <pc:spChg chg="mod">
          <ac:chgData name="Henry Valdemar Vest" userId="f5b1f0ec-4051-405f-83b3-0c678f78df49" providerId="ADAL" clId="{0B671710-12AA-4A9C-8982-6D6CBD054718}" dt="2026-09-24T09:10:27.968" v="3865" actId="20577"/>
          <ac:spMkLst>
            <pc:docMk/>
            <pc:sldMk cId="1827288705" sldId="256"/>
            <ac:spMk id="2" creationId="{B2441534-1CB1-4F41-F646-69CBF4F029D4}"/>
          </ac:spMkLst>
        </pc:spChg>
        <pc:spChg chg="mod">
          <ac:chgData name="Henry Valdemar Vest" userId="f5b1f0ec-4051-405f-83b3-0c678f78df49" providerId="ADAL" clId="{0B671710-12AA-4A9C-8982-6D6CBD054718}" dt="2026-09-24T09:10:33.756" v="3873" actId="20577"/>
          <ac:spMkLst>
            <pc:docMk/>
            <pc:sldMk cId="1827288705" sldId="256"/>
            <ac:spMk id="3" creationId="{A7C1AA78-4EAA-2083-652D-6AB493211E4F}"/>
          </ac:spMkLst>
        </pc:spChg>
      </pc:sldChg>
      <pc:sldChg chg="addSp delSp modSp mod setBg">
        <pc:chgData name="Henry Valdemar Vest" userId="f5b1f0ec-4051-405f-83b3-0c678f78df49" providerId="ADAL" clId="{0B671710-12AA-4A9C-8982-6D6CBD054718}" dt="2026-09-15T12:31:06.758" v="203" actId="20577"/>
        <pc:sldMkLst>
          <pc:docMk/>
          <pc:sldMk cId="2688386057" sldId="261"/>
        </pc:sldMkLst>
        <pc:spChg chg="mod">
          <ac:chgData name="Henry Valdemar Vest" userId="f5b1f0ec-4051-405f-83b3-0c678f78df49" providerId="ADAL" clId="{0B671710-12AA-4A9C-8982-6D6CBD054718}" dt="2026-09-15T12:25:17.977" v="0" actId="26606"/>
          <ac:spMkLst>
            <pc:docMk/>
            <pc:sldMk cId="2688386057" sldId="261"/>
            <ac:spMk id="2" creationId="{7078559E-7376-0D43-8A25-6A389BB319D5}"/>
          </ac:spMkLst>
        </pc:spChg>
        <pc:spChg chg="add">
          <ac:chgData name="Henry Valdemar Vest" userId="f5b1f0ec-4051-405f-83b3-0c678f78df49" providerId="ADAL" clId="{0B671710-12AA-4A9C-8982-6D6CBD054718}" dt="2026-09-15T12:25:17.977" v="0" actId="26606"/>
          <ac:spMkLst>
            <pc:docMk/>
            <pc:sldMk cId="2688386057" sldId="261"/>
            <ac:spMk id="11" creationId="{F88A5712-2FE0-4DD4-BDC6-099EA378A050}"/>
          </ac:spMkLst>
        </pc:spChg>
        <pc:spChg chg="add">
          <ac:chgData name="Henry Valdemar Vest" userId="f5b1f0ec-4051-405f-83b3-0c678f78df49" providerId="ADAL" clId="{0B671710-12AA-4A9C-8982-6D6CBD054718}" dt="2026-09-15T12:25:17.977" v="0" actId="26606"/>
          <ac:spMkLst>
            <pc:docMk/>
            <pc:sldMk cId="2688386057" sldId="261"/>
            <ac:spMk id="13" creationId="{448E5503-E0F8-4B94-81A3-B1FA57623E0F}"/>
          </ac:spMkLst>
        </pc:spChg>
        <pc:spChg chg="add">
          <ac:chgData name="Henry Valdemar Vest" userId="f5b1f0ec-4051-405f-83b3-0c678f78df49" providerId="ADAL" clId="{0B671710-12AA-4A9C-8982-6D6CBD054718}" dt="2026-09-15T12:25:17.977" v="0" actId="26606"/>
          <ac:spMkLst>
            <pc:docMk/>
            <pc:sldMk cId="2688386057" sldId="261"/>
            <ac:spMk id="15" creationId="{CE54F896-85E7-4403-9E37-1B004731F8C9}"/>
          </ac:spMkLst>
        </pc:spChg>
        <pc:graphicFrameChg chg="add modGraphic">
          <ac:chgData name="Henry Valdemar Vest" userId="f5b1f0ec-4051-405f-83b3-0c678f78df49" providerId="ADAL" clId="{0B671710-12AA-4A9C-8982-6D6CBD054718}" dt="2026-09-15T12:31:06.758" v="203" actId="20577"/>
          <ac:graphicFrameMkLst>
            <pc:docMk/>
            <pc:sldMk cId="2688386057" sldId="261"/>
            <ac:graphicFrameMk id="5" creationId="{8B82FDA3-2D41-4672-A04A-9C0C5863F435}"/>
          </ac:graphicFrameMkLst>
        </pc:graphicFrameChg>
        <pc:picChg chg="add">
          <ac:chgData name="Henry Valdemar Vest" userId="f5b1f0ec-4051-405f-83b3-0c678f78df49" providerId="ADAL" clId="{0B671710-12AA-4A9C-8982-6D6CBD054718}" dt="2026-09-15T12:25:17.977" v="0" actId="26606"/>
          <ac:picMkLst>
            <pc:docMk/>
            <pc:sldMk cId="2688386057" sldId="261"/>
            <ac:picMk id="9" creationId="{90A9C49B-76D8-4E9B-B430-D1ADF40F1CF8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15T12:30:15.065" v="201" actId="20577"/>
        <pc:sldMkLst>
          <pc:docMk/>
          <pc:sldMk cId="628700485" sldId="262"/>
        </pc:sldMkLst>
        <pc:spChg chg="mod">
          <ac:chgData name="Henry Valdemar Vest" userId="f5b1f0ec-4051-405f-83b3-0c678f78df49" providerId="ADAL" clId="{0B671710-12AA-4A9C-8982-6D6CBD054718}" dt="2026-09-15T12:27:45.384" v="24" actId="20577"/>
          <ac:spMkLst>
            <pc:docMk/>
            <pc:sldMk cId="628700485" sldId="262"/>
            <ac:spMk id="2" creationId="{ADB2536B-9C91-F2A4-A492-9ECB76A4B10B}"/>
          </ac:spMkLst>
        </pc:spChg>
        <pc:spChg chg="mod">
          <ac:chgData name="Henry Valdemar Vest" userId="f5b1f0ec-4051-405f-83b3-0c678f78df49" providerId="ADAL" clId="{0B671710-12AA-4A9C-8982-6D6CBD054718}" dt="2026-09-15T12:30:15.065" v="201" actId="20577"/>
          <ac:spMkLst>
            <pc:docMk/>
            <pc:sldMk cId="628700485" sldId="262"/>
            <ac:spMk id="3" creationId="{5061CD11-EAC1-E39C-7510-694B84D4035C}"/>
          </ac:spMkLst>
        </pc:spChg>
        <pc:spChg chg="add mod">
          <ac:chgData name="Henry Valdemar Vest" userId="f5b1f0ec-4051-405f-83b3-0c678f78df49" providerId="ADAL" clId="{0B671710-12AA-4A9C-8982-6D6CBD054718}" dt="2026-09-15T12:29:27.964" v="143" actId="1076"/>
          <ac:spMkLst>
            <pc:docMk/>
            <pc:sldMk cId="628700485" sldId="262"/>
            <ac:spMk id="6" creationId="{B536DB32-EB97-F398-946D-68301A8756DF}"/>
          </ac:spMkLst>
        </pc:spChg>
        <pc:picChg chg="add mod">
          <ac:chgData name="Henry Valdemar Vest" userId="f5b1f0ec-4051-405f-83b3-0c678f78df49" providerId="ADAL" clId="{0B671710-12AA-4A9C-8982-6D6CBD054718}" dt="2026-09-15T12:29:27.964" v="143" actId="1076"/>
          <ac:picMkLst>
            <pc:docMk/>
            <pc:sldMk cId="628700485" sldId="262"/>
            <ac:picMk id="5" creationId="{CAA7D22E-AFB7-F019-A1FC-89707FA3D7A6}"/>
          </ac:picMkLst>
        </pc:picChg>
      </pc:sldChg>
      <pc:sldChg chg="modSp new mod">
        <pc:chgData name="Henry Valdemar Vest" userId="f5b1f0ec-4051-405f-83b3-0c678f78df49" providerId="ADAL" clId="{0B671710-12AA-4A9C-8982-6D6CBD054718}" dt="2026-09-15T12:33:56.546" v="566" actId="20577"/>
        <pc:sldMkLst>
          <pc:docMk/>
          <pc:sldMk cId="1938165910" sldId="263"/>
        </pc:sldMkLst>
        <pc:spChg chg="mod">
          <ac:chgData name="Henry Valdemar Vest" userId="f5b1f0ec-4051-405f-83b3-0c678f78df49" providerId="ADAL" clId="{0B671710-12AA-4A9C-8982-6D6CBD054718}" dt="2026-09-15T12:31:38.696" v="217" actId="20577"/>
          <ac:spMkLst>
            <pc:docMk/>
            <pc:sldMk cId="1938165910" sldId="263"/>
            <ac:spMk id="2" creationId="{877AE4D6-881C-CC23-232F-174A497E369E}"/>
          </ac:spMkLst>
        </pc:spChg>
        <pc:spChg chg="mod">
          <ac:chgData name="Henry Valdemar Vest" userId="f5b1f0ec-4051-405f-83b3-0c678f78df49" providerId="ADAL" clId="{0B671710-12AA-4A9C-8982-6D6CBD054718}" dt="2026-09-15T12:33:56.546" v="566" actId="20577"/>
          <ac:spMkLst>
            <pc:docMk/>
            <pc:sldMk cId="1938165910" sldId="263"/>
            <ac:spMk id="3" creationId="{C9038FE2-D203-F578-00D0-EB3CBAD8393E}"/>
          </ac:spMkLst>
        </pc:spChg>
      </pc:sldChg>
      <pc:sldChg chg="modSp new mod">
        <pc:chgData name="Henry Valdemar Vest" userId="f5b1f0ec-4051-405f-83b3-0c678f78df49" providerId="ADAL" clId="{0B671710-12AA-4A9C-8982-6D6CBD054718}" dt="2026-09-15T12:36:03.940" v="644" actId="947"/>
        <pc:sldMkLst>
          <pc:docMk/>
          <pc:sldMk cId="778042540" sldId="264"/>
        </pc:sldMkLst>
        <pc:spChg chg="mod">
          <ac:chgData name="Henry Valdemar Vest" userId="f5b1f0ec-4051-405f-83b3-0c678f78df49" providerId="ADAL" clId="{0B671710-12AA-4A9C-8982-6D6CBD054718}" dt="2026-09-15T12:34:30.656" v="576" actId="20577"/>
          <ac:spMkLst>
            <pc:docMk/>
            <pc:sldMk cId="778042540" sldId="264"/>
            <ac:spMk id="2" creationId="{659E3985-1B57-C2CF-501A-10F92156824F}"/>
          </ac:spMkLst>
        </pc:spChg>
        <pc:spChg chg="mod">
          <ac:chgData name="Henry Valdemar Vest" userId="f5b1f0ec-4051-405f-83b3-0c678f78df49" providerId="ADAL" clId="{0B671710-12AA-4A9C-8982-6D6CBD054718}" dt="2026-09-15T12:36:03.940" v="644" actId="947"/>
          <ac:spMkLst>
            <pc:docMk/>
            <pc:sldMk cId="778042540" sldId="264"/>
            <ac:spMk id="3" creationId="{10AF49AD-3223-4027-3184-B969C271D935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09-16T11:21:28.008" v="3827" actId="20577"/>
        <pc:sldMkLst>
          <pc:docMk/>
          <pc:sldMk cId="3627111547" sldId="265"/>
        </pc:sldMkLst>
        <pc:spChg chg="mod">
          <ac:chgData name="Henry Valdemar Vest" userId="f5b1f0ec-4051-405f-83b3-0c678f78df49" providerId="ADAL" clId="{0B671710-12AA-4A9C-8982-6D6CBD054718}" dt="2026-09-15T12:36:50.802" v="672" actId="26606"/>
          <ac:spMkLst>
            <pc:docMk/>
            <pc:sldMk cId="3627111547" sldId="265"/>
            <ac:spMk id="2" creationId="{38348A73-C431-AEEA-D559-1E7F0FD1A7E7}"/>
          </ac:spMkLst>
        </pc:spChg>
        <pc:spChg chg="add">
          <ac:chgData name="Henry Valdemar Vest" userId="f5b1f0ec-4051-405f-83b3-0c678f78df49" providerId="ADAL" clId="{0B671710-12AA-4A9C-8982-6D6CBD054718}" dt="2026-09-15T12:36:50.802" v="672" actId="26606"/>
          <ac:spMkLst>
            <pc:docMk/>
            <pc:sldMk cId="3627111547" sldId="265"/>
            <ac:spMk id="9" creationId="{1C4DAAB9-1F6E-44A6-8EBD-11AA857B20AB}"/>
          </ac:spMkLst>
        </pc:spChg>
        <pc:graphicFrameChg chg="add modGraphic">
          <ac:chgData name="Henry Valdemar Vest" userId="f5b1f0ec-4051-405f-83b3-0c678f78df49" providerId="ADAL" clId="{0B671710-12AA-4A9C-8982-6D6CBD054718}" dt="2026-09-16T11:21:28.008" v="3827" actId="20577"/>
          <ac:graphicFrameMkLst>
            <pc:docMk/>
            <pc:sldMk cId="3627111547" sldId="265"/>
            <ac:graphicFrameMk id="5" creationId="{6105DEF7-38FF-B505-067C-DAD650060682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15T13:35:52.804" v="1150" actId="947"/>
        <pc:sldMkLst>
          <pc:docMk/>
          <pc:sldMk cId="3881646559" sldId="266"/>
        </pc:sldMkLst>
        <pc:spChg chg="mod">
          <ac:chgData name="Henry Valdemar Vest" userId="f5b1f0ec-4051-405f-83b3-0c678f78df49" providerId="ADAL" clId="{0B671710-12AA-4A9C-8982-6D6CBD054718}" dt="2026-09-15T12:38:14.864" v="695" actId="20577"/>
          <ac:spMkLst>
            <pc:docMk/>
            <pc:sldMk cId="3881646559" sldId="266"/>
            <ac:spMk id="2" creationId="{A5A32AD3-7A22-650C-5B26-B63624594308}"/>
          </ac:spMkLst>
        </pc:spChg>
        <pc:spChg chg="mod">
          <ac:chgData name="Henry Valdemar Vest" userId="f5b1f0ec-4051-405f-83b3-0c678f78df49" providerId="ADAL" clId="{0B671710-12AA-4A9C-8982-6D6CBD054718}" dt="2026-09-15T13:35:52.804" v="1150" actId="947"/>
          <ac:spMkLst>
            <pc:docMk/>
            <pc:sldMk cId="3881646559" sldId="266"/>
            <ac:spMk id="3" creationId="{E80BB341-3E70-33B6-50C0-8205A2CBEA21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15T13:38:30.232" v="1164" actId="403"/>
        <pc:sldMkLst>
          <pc:docMk/>
          <pc:sldMk cId="3300970415" sldId="267"/>
        </pc:sldMkLst>
        <pc:spChg chg="mod">
          <ac:chgData name="Henry Valdemar Vest" userId="f5b1f0ec-4051-405f-83b3-0c678f78df49" providerId="ADAL" clId="{0B671710-12AA-4A9C-8982-6D6CBD054718}" dt="2026-09-15T12:40:30.754" v="924" actId="20577"/>
          <ac:spMkLst>
            <pc:docMk/>
            <pc:sldMk cId="3300970415" sldId="267"/>
            <ac:spMk id="2" creationId="{E7A26D06-D4B0-3C43-C5DF-2FB92EB0C463}"/>
          </ac:spMkLst>
        </pc:spChg>
        <pc:spChg chg="mod">
          <ac:chgData name="Henry Valdemar Vest" userId="f5b1f0ec-4051-405f-83b3-0c678f78df49" providerId="ADAL" clId="{0B671710-12AA-4A9C-8982-6D6CBD054718}" dt="2026-09-15T13:37:53.292" v="1157" actId="207"/>
          <ac:spMkLst>
            <pc:docMk/>
            <pc:sldMk cId="3300970415" sldId="267"/>
            <ac:spMk id="3" creationId="{89802254-D5B9-37B5-F2F0-F8214F95F812}"/>
          </ac:spMkLst>
        </pc:spChg>
        <pc:spChg chg="add mod">
          <ac:chgData name="Henry Valdemar Vest" userId="f5b1f0ec-4051-405f-83b3-0c678f78df49" providerId="ADAL" clId="{0B671710-12AA-4A9C-8982-6D6CBD054718}" dt="2026-09-15T13:38:30.232" v="1164" actId="403"/>
          <ac:spMkLst>
            <pc:docMk/>
            <pc:sldMk cId="3300970415" sldId="267"/>
            <ac:spMk id="4" creationId="{3A6C62D5-BAA8-040F-220C-4D2750828BF6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24:49.647" v="3839" actId="20577"/>
        <pc:sldMkLst>
          <pc:docMk/>
          <pc:sldMk cId="1355038155" sldId="268"/>
        </pc:sldMkLst>
        <pc:spChg chg="mod">
          <ac:chgData name="Henry Valdemar Vest" userId="f5b1f0ec-4051-405f-83b3-0c678f78df49" providerId="ADAL" clId="{0B671710-12AA-4A9C-8982-6D6CBD054718}" dt="2026-09-15T13:39:09.578" v="1178" actId="20577"/>
          <ac:spMkLst>
            <pc:docMk/>
            <pc:sldMk cId="1355038155" sldId="268"/>
            <ac:spMk id="2" creationId="{42080159-7823-4FC1-2328-8A08A0C96E6C}"/>
          </ac:spMkLst>
        </pc:spChg>
        <pc:spChg chg="mod">
          <ac:chgData name="Henry Valdemar Vest" userId="f5b1f0ec-4051-405f-83b3-0c678f78df49" providerId="ADAL" clId="{0B671710-12AA-4A9C-8982-6D6CBD054718}" dt="2026-09-16T11:24:49.647" v="3839" actId="20577"/>
          <ac:spMkLst>
            <pc:docMk/>
            <pc:sldMk cId="1355038155" sldId="268"/>
            <ac:spMk id="3" creationId="{A728C0A6-282E-DB3E-C5F9-486C3F72729A}"/>
          </ac:spMkLst>
        </pc:spChg>
      </pc:sldChg>
      <pc:sldChg chg="modSp new mod">
        <pc:chgData name="Henry Valdemar Vest" userId="f5b1f0ec-4051-405f-83b3-0c678f78df49" providerId="ADAL" clId="{0B671710-12AA-4A9C-8982-6D6CBD054718}" dt="2026-09-15T13:43:07.570" v="1433" actId="20577"/>
        <pc:sldMkLst>
          <pc:docMk/>
          <pc:sldMk cId="2877494893" sldId="269"/>
        </pc:sldMkLst>
        <pc:spChg chg="mod">
          <ac:chgData name="Henry Valdemar Vest" userId="f5b1f0ec-4051-405f-83b3-0c678f78df49" providerId="ADAL" clId="{0B671710-12AA-4A9C-8982-6D6CBD054718}" dt="2026-09-15T13:43:07.570" v="1433" actId="20577"/>
          <ac:spMkLst>
            <pc:docMk/>
            <pc:sldMk cId="2877494893" sldId="269"/>
            <ac:spMk id="2" creationId="{77F5943C-31FE-36C2-4D79-845A1D18A9CF}"/>
          </ac:spMkLst>
        </pc:spChg>
        <pc:spChg chg="mod">
          <ac:chgData name="Henry Valdemar Vest" userId="f5b1f0ec-4051-405f-83b3-0c678f78df49" providerId="ADAL" clId="{0B671710-12AA-4A9C-8982-6D6CBD054718}" dt="2026-09-15T13:42:57.537" v="1420" actId="20577"/>
          <ac:spMkLst>
            <pc:docMk/>
            <pc:sldMk cId="2877494893" sldId="269"/>
            <ac:spMk id="3" creationId="{4C084F9A-9C19-5F9A-0785-0681730148AF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13:48.531" v="3823" actId="20577"/>
        <pc:sldMkLst>
          <pc:docMk/>
          <pc:sldMk cId="2777493139" sldId="270"/>
        </pc:sldMkLst>
        <pc:spChg chg="mod">
          <ac:chgData name="Henry Valdemar Vest" userId="f5b1f0ec-4051-405f-83b3-0c678f78df49" providerId="ADAL" clId="{0B671710-12AA-4A9C-8982-6D6CBD054718}" dt="2026-09-16T10:35:05.077" v="1449" actId="20577"/>
          <ac:spMkLst>
            <pc:docMk/>
            <pc:sldMk cId="2777493139" sldId="270"/>
            <ac:spMk id="2" creationId="{85F0D955-C272-DB43-B510-C0F6B82844F0}"/>
          </ac:spMkLst>
        </pc:spChg>
        <pc:spChg chg="mod">
          <ac:chgData name="Henry Valdemar Vest" userId="f5b1f0ec-4051-405f-83b3-0c678f78df49" providerId="ADAL" clId="{0B671710-12AA-4A9C-8982-6D6CBD054718}" dt="2026-09-16T11:13:48.531" v="3823" actId="20577"/>
          <ac:spMkLst>
            <pc:docMk/>
            <pc:sldMk cId="2777493139" sldId="270"/>
            <ac:spMk id="3" creationId="{72F8A3EB-740A-DC2C-A28E-DC07064C9577}"/>
          </ac:spMkLst>
        </pc:spChg>
      </pc:sldChg>
      <pc:sldChg chg="modSp new mod">
        <pc:chgData name="Henry Valdemar Vest" userId="f5b1f0ec-4051-405f-83b3-0c678f78df49" providerId="ADAL" clId="{0B671710-12AA-4A9C-8982-6D6CBD054718}" dt="2026-09-16T10:39:39.248" v="2209" actId="207"/>
        <pc:sldMkLst>
          <pc:docMk/>
          <pc:sldMk cId="1719903800" sldId="271"/>
        </pc:sldMkLst>
        <pc:spChg chg="mod">
          <ac:chgData name="Henry Valdemar Vest" userId="f5b1f0ec-4051-405f-83b3-0c678f78df49" providerId="ADAL" clId="{0B671710-12AA-4A9C-8982-6D6CBD054718}" dt="2026-09-16T10:38:32.938" v="2032" actId="20577"/>
          <ac:spMkLst>
            <pc:docMk/>
            <pc:sldMk cId="1719903800" sldId="271"/>
            <ac:spMk id="2" creationId="{6E3DDED0-990D-0FEF-777A-599214B32A6C}"/>
          </ac:spMkLst>
        </pc:spChg>
        <pc:spChg chg="mod">
          <ac:chgData name="Henry Valdemar Vest" userId="f5b1f0ec-4051-405f-83b3-0c678f78df49" providerId="ADAL" clId="{0B671710-12AA-4A9C-8982-6D6CBD054718}" dt="2026-09-16T10:39:39.248" v="2209" actId="207"/>
          <ac:spMkLst>
            <pc:docMk/>
            <pc:sldMk cId="1719903800" sldId="271"/>
            <ac:spMk id="3" creationId="{D06D6DB7-A7B1-E4D8-2A3B-3C49F6D2BF62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16T10:42:32.984" v="2374" actId="1076"/>
        <pc:sldMkLst>
          <pc:docMk/>
          <pc:sldMk cId="4129002965" sldId="272"/>
        </pc:sldMkLst>
        <pc:spChg chg="mod">
          <ac:chgData name="Henry Valdemar Vest" userId="f5b1f0ec-4051-405f-83b3-0c678f78df49" providerId="ADAL" clId="{0B671710-12AA-4A9C-8982-6D6CBD054718}" dt="2026-09-16T10:39:54.278" v="2224" actId="20577"/>
          <ac:spMkLst>
            <pc:docMk/>
            <pc:sldMk cId="4129002965" sldId="272"/>
            <ac:spMk id="2" creationId="{9E7BDEEC-6750-3B56-6CB3-30086263BE02}"/>
          </ac:spMkLst>
        </pc:spChg>
        <pc:spChg chg="mod">
          <ac:chgData name="Henry Valdemar Vest" userId="f5b1f0ec-4051-405f-83b3-0c678f78df49" providerId="ADAL" clId="{0B671710-12AA-4A9C-8982-6D6CBD054718}" dt="2026-09-16T10:41:08.780" v="2358" actId="14100"/>
          <ac:spMkLst>
            <pc:docMk/>
            <pc:sldMk cId="4129002965" sldId="272"/>
            <ac:spMk id="3" creationId="{76856673-059C-CAAF-D8F2-39F9149AD408}"/>
          </ac:spMkLst>
        </pc:spChg>
        <pc:graphicFrameChg chg="add mod modGraphic">
          <ac:chgData name="Henry Valdemar Vest" userId="f5b1f0ec-4051-405f-83b3-0c678f78df49" providerId="ADAL" clId="{0B671710-12AA-4A9C-8982-6D6CBD054718}" dt="2026-09-16T10:42:32.984" v="2374" actId="1076"/>
          <ac:graphicFrameMkLst>
            <pc:docMk/>
            <pc:sldMk cId="4129002965" sldId="272"/>
            <ac:graphicFrameMk id="4" creationId="{DB8B85A6-CC63-2184-C039-0D0FFC5F2295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16T11:03:41.131" v="3814" actId="207"/>
        <pc:sldMkLst>
          <pc:docMk/>
          <pc:sldMk cId="2630404110" sldId="273"/>
        </pc:sldMkLst>
        <pc:spChg chg="mod">
          <ac:chgData name="Henry Valdemar Vest" userId="f5b1f0ec-4051-405f-83b3-0c678f78df49" providerId="ADAL" clId="{0B671710-12AA-4A9C-8982-6D6CBD054718}" dt="2026-09-16T11:03:41.131" v="3814" actId="207"/>
          <ac:spMkLst>
            <pc:docMk/>
            <pc:sldMk cId="2630404110" sldId="273"/>
            <ac:spMk id="2" creationId="{DF27EC11-7ECC-D140-1BD6-CBD6D8C9E789}"/>
          </ac:spMkLst>
        </pc:spChg>
        <pc:spChg chg="mod">
          <ac:chgData name="Henry Valdemar Vest" userId="f5b1f0ec-4051-405f-83b3-0c678f78df49" providerId="ADAL" clId="{0B671710-12AA-4A9C-8982-6D6CBD054718}" dt="2026-09-16T10:44:48.637" v="2642" actId="20577"/>
          <ac:spMkLst>
            <pc:docMk/>
            <pc:sldMk cId="2630404110" sldId="273"/>
            <ac:spMk id="3" creationId="{D2963838-41D9-DDD2-A5C1-FAAFD8B7ADDD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15:02.539" v="3824" actId="947"/>
        <pc:sldMkLst>
          <pc:docMk/>
          <pc:sldMk cId="4100324786" sldId="274"/>
        </pc:sldMkLst>
        <pc:spChg chg="mod">
          <ac:chgData name="Henry Valdemar Vest" userId="f5b1f0ec-4051-405f-83b3-0c678f78df49" providerId="ADAL" clId="{0B671710-12AA-4A9C-8982-6D6CBD054718}" dt="2026-09-16T10:45:05.011" v="2653" actId="20577"/>
          <ac:spMkLst>
            <pc:docMk/>
            <pc:sldMk cId="4100324786" sldId="274"/>
            <ac:spMk id="2" creationId="{E2BC9258-8CE0-E414-E48A-FA938705E413}"/>
          </ac:spMkLst>
        </pc:spChg>
        <pc:spChg chg="mod">
          <ac:chgData name="Henry Valdemar Vest" userId="f5b1f0ec-4051-405f-83b3-0c678f78df49" providerId="ADAL" clId="{0B671710-12AA-4A9C-8982-6D6CBD054718}" dt="2026-09-16T11:15:02.539" v="3824" actId="947"/>
          <ac:spMkLst>
            <pc:docMk/>
            <pc:sldMk cId="4100324786" sldId="274"/>
            <ac:spMk id="3" creationId="{73ADE0A0-E278-AEB9-3200-129BAE532F1A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03:45.934" v="3815" actId="207"/>
        <pc:sldMkLst>
          <pc:docMk/>
          <pc:sldMk cId="2882843160" sldId="275"/>
        </pc:sldMkLst>
        <pc:spChg chg="mod">
          <ac:chgData name="Henry Valdemar Vest" userId="f5b1f0ec-4051-405f-83b3-0c678f78df49" providerId="ADAL" clId="{0B671710-12AA-4A9C-8982-6D6CBD054718}" dt="2026-09-16T11:03:45.934" v="3815" actId="207"/>
          <ac:spMkLst>
            <pc:docMk/>
            <pc:sldMk cId="2882843160" sldId="275"/>
            <ac:spMk id="2" creationId="{AA0D6B23-57A7-DAAB-316F-1D1A86FD685E}"/>
          </ac:spMkLst>
        </pc:spChg>
        <pc:spChg chg="mod">
          <ac:chgData name="Henry Valdemar Vest" userId="f5b1f0ec-4051-405f-83b3-0c678f78df49" providerId="ADAL" clId="{0B671710-12AA-4A9C-8982-6D6CBD054718}" dt="2026-09-16T10:48:14.699" v="3054" actId="20577"/>
          <ac:spMkLst>
            <pc:docMk/>
            <pc:sldMk cId="2882843160" sldId="275"/>
            <ac:spMk id="3" creationId="{03F55A92-067D-A95E-E34B-F7774CC6B52C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03:49.571" v="3816" actId="207"/>
        <pc:sldMkLst>
          <pc:docMk/>
          <pc:sldMk cId="2352872933" sldId="276"/>
        </pc:sldMkLst>
        <pc:spChg chg="mod">
          <ac:chgData name="Henry Valdemar Vest" userId="f5b1f0ec-4051-405f-83b3-0c678f78df49" providerId="ADAL" clId="{0B671710-12AA-4A9C-8982-6D6CBD054718}" dt="2026-09-16T11:03:49.571" v="3816" actId="207"/>
          <ac:spMkLst>
            <pc:docMk/>
            <pc:sldMk cId="2352872933" sldId="276"/>
            <ac:spMk id="2" creationId="{85ED1BE5-FFC6-1B16-33EF-35C8A65A2274}"/>
          </ac:spMkLst>
        </pc:spChg>
        <pc:spChg chg="mod">
          <ac:chgData name="Henry Valdemar Vest" userId="f5b1f0ec-4051-405f-83b3-0c678f78df49" providerId="ADAL" clId="{0B671710-12AA-4A9C-8982-6D6CBD054718}" dt="2026-09-16T10:48:56.288" v="3126" actId="20577"/>
          <ac:spMkLst>
            <pc:docMk/>
            <pc:sldMk cId="2352872933" sldId="276"/>
            <ac:spMk id="3" creationId="{A390D633-17F3-53A1-E2CE-BD8BD16F7193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09-16T11:25:41.260" v="3841" actId="20577"/>
        <pc:sldMkLst>
          <pc:docMk/>
          <pc:sldMk cId="3773936950" sldId="277"/>
        </pc:sldMkLst>
        <pc:spChg chg="mod">
          <ac:chgData name="Henry Valdemar Vest" userId="f5b1f0ec-4051-405f-83b3-0c678f78df49" providerId="ADAL" clId="{0B671710-12AA-4A9C-8982-6D6CBD054718}" dt="2026-09-16T10:49:29.865" v="3153" actId="26606"/>
          <ac:spMkLst>
            <pc:docMk/>
            <pc:sldMk cId="3773936950" sldId="277"/>
            <ac:spMk id="2" creationId="{6A64334D-776F-366B-3781-6E4DEB34F520}"/>
          </ac:spMkLst>
        </pc:spChg>
        <pc:spChg chg="add">
          <ac:chgData name="Henry Valdemar Vest" userId="f5b1f0ec-4051-405f-83b3-0c678f78df49" providerId="ADAL" clId="{0B671710-12AA-4A9C-8982-6D6CBD054718}" dt="2026-09-16T10:49:29.865" v="3153" actId="26606"/>
          <ac:spMkLst>
            <pc:docMk/>
            <pc:sldMk cId="3773936950" sldId="277"/>
            <ac:spMk id="11" creationId="{F88A5712-2FE0-4DD4-BDC6-099EA378A050}"/>
          </ac:spMkLst>
        </pc:spChg>
        <pc:spChg chg="add">
          <ac:chgData name="Henry Valdemar Vest" userId="f5b1f0ec-4051-405f-83b3-0c678f78df49" providerId="ADAL" clId="{0B671710-12AA-4A9C-8982-6D6CBD054718}" dt="2026-09-16T10:49:29.865" v="3153" actId="26606"/>
          <ac:spMkLst>
            <pc:docMk/>
            <pc:sldMk cId="3773936950" sldId="277"/>
            <ac:spMk id="13" creationId="{448E5503-E0F8-4B94-81A3-B1FA57623E0F}"/>
          </ac:spMkLst>
        </pc:spChg>
        <pc:spChg chg="add">
          <ac:chgData name="Henry Valdemar Vest" userId="f5b1f0ec-4051-405f-83b3-0c678f78df49" providerId="ADAL" clId="{0B671710-12AA-4A9C-8982-6D6CBD054718}" dt="2026-09-16T10:49:29.865" v="3153" actId="26606"/>
          <ac:spMkLst>
            <pc:docMk/>
            <pc:sldMk cId="3773936950" sldId="277"/>
            <ac:spMk id="15" creationId="{CE54F896-85E7-4403-9E37-1B004731F8C9}"/>
          </ac:spMkLst>
        </pc:spChg>
        <pc:graphicFrameChg chg="add modGraphic">
          <ac:chgData name="Henry Valdemar Vest" userId="f5b1f0ec-4051-405f-83b3-0c678f78df49" providerId="ADAL" clId="{0B671710-12AA-4A9C-8982-6D6CBD054718}" dt="2026-09-16T11:25:41.260" v="3841" actId="20577"/>
          <ac:graphicFrameMkLst>
            <pc:docMk/>
            <pc:sldMk cId="3773936950" sldId="277"/>
            <ac:graphicFrameMk id="5" creationId="{1A11B1BE-D00F-CB69-379B-BC04E4C84A15}"/>
          </ac:graphicFrameMkLst>
        </pc:graphicFrameChg>
        <pc:picChg chg="add">
          <ac:chgData name="Henry Valdemar Vest" userId="f5b1f0ec-4051-405f-83b3-0c678f78df49" providerId="ADAL" clId="{0B671710-12AA-4A9C-8982-6D6CBD054718}" dt="2026-09-16T10:49:29.865" v="3153" actId="26606"/>
          <ac:picMkLst>
            <pc:docMk/>
            <pc:sldMk cId="3773936950" sldId="277"/>
            <ac:picMk id="9" creationId="{90A9C49B-76D8-4E9B-B430-D1ADF40F1CF8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16T11:03:56.964" v="3817" actId="207"/>
        <pc:sldMkLst>
          <pc:docMk/>
          <pc:sldMk cId="3385630720" sldId="278"/>
        </pc:sldMkLst>
        <pc:spChg chg="mod">
          <ac:chgData name="Henry Valdemar Vest" userId="f5b1f0ec-4051-405f-83b3-0c678f78df49" providerId="ADAL" clId="{0B671710-12AA-4A9C-8982-6D6CBD054718}" dt="2026-09-16T11:03:56.964" v="3817" actId="207"/>
          <ac:spMkLst>
            <pc:docMk/>
            <pc:sldMk cId="3385630720" sldId="278"/>
            <ac:spMk id="2" creationId="{4C18B231-1D42-0251-6AA8-B8EEBE6599DB}"/>
          </ac:spMkLst>
        </pc:spChg>
        <pc:spChg chg="mod">
          <ac:chgData name="Henry Valdemar Vest" userId="f5b1f0ec-4051-405f-83b3-0c678f78df49" providerId="ADAL" clId="{0B671710-12AA-4A9C-8982-6D6CBD054718}" dt="2026-09-16T10:57:08.789" v="3393" actId="207"/>
          <ac:spMkLst>
            <pc:docMk/>
            <pc:sldMk cId="3385630720" sldId="278"/>
            <ac:spMk id="3" creationId="{EB009805-C1B1-22F8-3E1A-AEC2E181ABAB}"/>
          </ac:spMkLst>
        </pc:spChg>
        <pc:picChg chg="add mod">
          <ac:chgData name="Henry Valdemar Vest" userId="f5b1f0ec-4051-405f-83b3-0c678f78df49" providerId="ADAL" clId="{0B671710-12AA-4A9C-8982-6D6CBD054718}" dt="2026-09-16T10:56:43.377" v="3390" actId="14100"/>
          <ac:picMkLst>
            <pc:docMk/>
            <pc:sldMk cId="3385630720" sldId="278"/>
            <ac:picMk id="5" creationId="{BC60BE8D-CBBE-1B4E-B480-BFDC6015546D}"/>
          </ac:picMkLst>
        </pc:picChg>
      </pc:sldChg>
      <pc:sldChg chg="modSp new mod">
        <pc:chgData name="Henry Valdemar Vest" userId="f5b1f0ec-4051-405f-83b3-0c678f78df49" providerId="ADAL" clId="{0B671710-12AA-4A9C-8982-6D6CBD054718}" dt="2026-09-16T11:16:29.094" v="3825" actId="947"/>
        <pc:sldMkLst>
          <pc:docMk/>
          <pc:sldMk cId="3423877952" sldId="279"/>
        </pc:sldMkLst>
        <pc:spChg chg="mod">
          <ac:chgData name="Henry Valdemar Vest" userId="f5b1f0ec-4051-405f-83b3-0c678f78df49" providerId="ADAL" clId="{0B671710-12AA-4A9C-8982-6D6CBD054718}" dt="2026-09-16T11:04:05.839" v="3818" actId="207"/>
          <ac:spMkLst>
            <pc:docMk/>
            <pc:sldMk cId="3423877952" sldId="279"/>
            <ac:spMk id="2" creationId="{275EA974-9344-5B28-E582-3B65AFFF885E}"/>
          </ac:spMkLst>
        </pc:spChg>
        <pc:spChg chg="mod">
          <ac:chgData name="Henry Valdemar Vest" userId="f5b1f0ec-4051-405f-83b3-0c678f78df49" providerId="ADAL" clId="{0B671710-12AA-4A9C-8982-6D6CBD054718}" dt="2026-09-16T11:16:29.094" v="3825" actId="947"/>
          <ac:spMkLst>
            <pc:docMk/>
            <pc:sldMk cId="3423877952" sldId="279"/>
            <ac:spMk id="3" creationId="{D43AFBC9-732C-2381-3DAA-5855F7106246}"/>
          </ac:spMkLst>
        </pc:spChg>
      </pc:sldChg>
      <pc:sldChg chg="modSp new mod">
        <pc:chgData name="Henry Valdemar Vest" userId="f5b1f0ec-4051-405f-83b3-0c678f78df49" providerId="ADAL" clId="{0B671710-12AA-4A9C-8982-6D6CBD054718}" dt="2026-09-16T11:04:14.357" v="3819" actId="207"/>
        <pc:sldMkLst>
          <pc:docMk/>
          <pc:sldMk cId="924727604" sldId="280"/>
        </pc:sldMkLst>
        <pc:spChg chg="mod">
          <ac:chgData name="Henry Valdemar Vest" userId="f5b1f0ec-4051-405f-83b3-0c678f78df49" providerId="ADAL" clId="{0B671710-12AA-4A9C-8982-6D6CBD054718}" dt="2026-09-16T11:04:14.357" v="3819" actId="207"/>
          <ac:spMkLst>
            <pc:docMk/>
            <pc:sldMk cId="924727604" sldId="280"/>
            <ac:spMk id="2" creationId="{7D0702F5-D349-0E71-AD2A-4FBA50619AA6}"/>
          </ac:spMkLst>
        </pc:spChg>
        <pc:spChg chg="mod">
          <ac:chgData name="Henry Valdemar Vest" userId="f5b1f0ec-4051-405f-83b3-0c678f78df49" providerId="ADAL" clId="{0B671710-12AA-4A9C-8982-6D6CBD054718}" dt="2026-09-16T11:02:18.791" v="3767" actId="20577"/>
          <ac:spMkLst>
            <pc:docMk/>
            <pc:sldMk cId="924727604" sldId="280"/>
            <ac:spMk id="3" creationId="{AF99290C-4ECB-37FA-E73A-FCC44E52431D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09-16T11:26:07.813" v="3848" actId="20577"/>
        <pc:sldMkLst>
          <pc:docMk/>
          <pc:sldMk cId="982497180" sldId="281"/>
        </pc:sldMkLst>
        <pc:spChg chg="mod">
          <ac:chgData name="Henry Valdemar Vest" userId="f5b1f0ec-4051-405f-83b3-0c678f78df49" providerId="ADAL" clId="{0B671710-12AA-4A9C-8982-6D6CBD054718}" dt="2026-09-16T11:03:02.262" v="3812" actId="26606"/>
          <ac:spMkLst>
            <pc:docMk/>
            <pc:sldMk cId="982497180" sldId="281"/>
            <ac:spMk id="2" creationId="{A13D1C98-9FD8-3A8E-3AA1-BC3B5C694836}"/>
          </ac:spMkLst>
        </pc:spChg>
        <pc:spChg chg="add">
          <ac:chgData name="Henry Valdemar Vest" userId="f5b1f0ec-4051-405f-83b3-0c678f78df49" providerId="ADAL" clId="{0B671710-12AA-4A9C-8982-6D6CBD054718}" dt="2026-09-16T11:03:02.262" v="3812" actId="26606"/>
          <ac:spMkLst>
            <pc:docMk/>
            <pc:sldMk cId="982497180" sldId="281"/>
            <ac:spMk id="9" creationId="{1C4DAAB9-1F6E-44A6-8EBD-11AA857B20AB}"/>
          </ac:spMkLst>
        </pc:spChg>
        <pc:graphicFrameChg chg="add modGraphic">
          <ac:chgData name="Henry Valdemar Vest" userId="f5b1f0ec-4051-405f-83b3-0c678f78df49" providerId="ADAL" clId="{0B671710-12AA-4A9C-8982-6D6CBD054718}" dt="2026-09-16T11:26:07.813" v="3848" actId="20577"/>
          <ac:graphicFrameMkLst>
            <pc:docMk/>
            <pc:sldMk cId="982497180" sldId="281"/>
            <ac:graphicFrameMk id="5" creationId="{C6F019C8-D1BF-941E-27C3-F469BBDE9555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C0CE20-9A70-449D-B584-6170F6336FC0}" type="doc">
      <dgm:prSet loTypeId="urn:microsoft.com/office/officeart/2005/8/layout/vProcess5" loCatId="process" qsTypeId="urn:microsoft.com/office/officeart/2005/8/quickstyle/simple4#17" qsCatId="simple" csTypeId="urn:microsoft.com/office/officeart/2005/8/colors/colorful1#7" csCatId="colorful"/>
      <dgm:spPr/>
      <dgm:t>
        <a:bodyPr/>
        <a:lstStyle/>
        <a:p>
          <a:endParaRPr lang="en-US"/>
        </a:p>
      </dgm:t>
    </dgm:pt>
    <dgm:pt modelId="{CD24663E-6D8C-4B84-863A-FB80FB0834DF}">
      <dgm:prSet/>
      <dgm:spPr/>
      <dgm:t>
        <a:bodyPr/>
        <a:lstStyle/>
        <a:p>
          <a:r>
            <a:rPr lang="da-DK" baseline="0"/>
            <a:t>Alt stof er opbygget af atomer</a:t>
          </a:r>
          <a:endParaRPr lang="en-US"/>
        </a:p>
      </dgm:t>
    </dgm:pt>
    <dgm:pt modelId="{2832940A-F6FF-4C08-A59D-72819074FDC5}" type="parTrans" cxnId="{1D8297C9-28D3-48D4-B146-610CAEBB9310}">
      <dgm:prSet/>
      <dgm:spPr/>
      <dgm:t>
        <a:bodyPr/>
        <a:lstStyle/>
        <a:p>
          <a:endParaRPr lang="en-US"/>
        </a:p>
      </dgm:t>
    </dgm:pt>
    <dgm:pt modelId="{220E04D4-EE3B-412E-B979-F0D06C71A1F3}" type="sibTrans" cxnId="{1D8297C9-28D3-48D4-B146-610CAEBB9310}">
      <dgm:prSet/>
      <dgm:spPr/>
      <dgm:t>
        <a:bodyPr/>
        <a:lstStyle/>
        <a:p>
          <a:endParaRPr lang="en-US"/>
        </a:p>
      </dgm:t>
    </dgm:pt>
    <dgm:pt modelId="{C7D10EA5-EAF0-45BF-AB7D-80CD7E91A78F}">
      <dgm:prSet/>
      <dgm:spPr/>
      <dgm:t>
        <a:bodyPr/>
        <a:lstStyle/>
        <a:p>
          <a:r>
            <a:rPr lang="da-DK" baseline="0"/>
            <a:t>Atomer et bittesmå partikler</a:t>
          </a:r>
          <a:endParaRPr lang="en-US"/>
        </a:p>
      </dgm:t>
    </dgm:pt>
    <dgm:pt modelId="{95DEDF22-2245-4B58-A086-8D1B0A99F64B}" type="parTrans" cxnId="{9B9FEDC2-F779-40E0-A7EB-ED2878B965A8}">
      <dgm:prSet/>
      <dgm:spPr/>
      <dgm:t>
        <a:bodyPr/>
        <a:lstStyle/>
        <a:p>
          <a:endParaRPr lang="en-US"/>
        </a:p>
      </dgm:t>
    </dgm:pt>
    <dgm:pt modelId="{93989DD0-26AF-46FE-905A-EF05C09A431A}" type="sibTrans" cxnId="{9B9FEDC2-F779-40E0-A7EB-ED2878B965A8}">
      <dgm:prSet/>
      <dgm:spPr/>
      <dgm:t>
        <a:bodyPr/>
        <a:lstStyle/>
        <a:p>
          <a:endParaRPr lang="en-US"/>
        </a:p>
      </dgm:t>
    </dgm:pt>
    <dgm:pt modelId="{910456A6-B260-4DCD-A33A-D82406E1BBA5}">
      <dgm:prSet/>
      <dgm:spPr/>
      <dgm:t>
        <a:bodyPr/>
        <a:lstStyle/>
        <a:p>
          <a:r>
            <a:rPr lang="da-DK" baseline="0"/>
            <a:t>Der findes 118 forskellige slags atomer</a:t>
          </a:r>
          <a:endParaRPr lang="en-US"/>
        </a:p>
      </dgm:t>
    </dgm:pt>
    <dgm:pt modelId="{061BEA4E-E05E-428B-833C-A6DA1B87654C}" type="parTrans" cxnId="{A2372AA8-B26D-49F8-AB63-7889EF20B862}">
      <dgm:prSet/>
      <dgm:spPr/>
      <dgm:t>
        <a:bodyPr/>
        <a:lstStyle/>
        <a:p>
          <a:endParaRPr lang="en-US"/>
        </a:p>
      </dgm:t>
    </dgm:pt>
    <dgm:pt modelId="{2AAC2675-5B68-4824-821A-51447A8E74B2}" type="sibTrans" cxnId="{A2372AA8-B26D-49F8-AB63-7889EF20B862}">
      <dgm:prSet/>
      <dgm:spPr/>
      <dgm:t>
        <a:bodyPr/>
        <a:lstStyle/>
        <a:p>
          <a:endParaRPr lang="en-US"/>
        </a:p>
      </dgm:t>
    </dgm:pt>
    <dgm:pt modelId="{A8BE1240-3C85-4637-B889-CC339F00EB2C}" type="pres">
      <dgm:prSet presAssocID="{74C0CE20-9A70-449D-B584-6170F6336FC0}" presName="outerComposite" presStyleCnt="0">
        <dgm:presLayoutVars>
          <dgm:chMax val="5"/>
          <dgm:dir/>
          <dgm:resizeHandles val="exact"/>
        </dgm:presLayoutVars>
      </dgm:prSet>
      <dgm:spPr/>
    </dgm:pt>
    <dgm:pt modelId="{73D47C75-990B-4DF1-BBA8-D8BD19F32810}" type="pres">
      <dgm:prSet presAssocID="{74C0CE20-9A70-449D-B584-6170F6336FC0}" presName="dummyMaxCanvas" presStyleCnt="0">
        <dgm:presLayoutVars/>
      </dgm:prSet>
      <dgm:spPr/>
    </dgm:pt>
    <dgm:pt modelId="{101ABA07-2AEC-49D9-9B19-05A06F5594B1}" type="pres">
      <dgm:prSet presAssocID="{74C0CE20-9A70-449D-B584-6170F6336FC0}" presName="ThreeNodes_1" presStyleLbl="node1" presStyleIdx="0" presStyleCnt="3">
        <dgm:presLayoutVars>
          <dgm:bulletEnabled val="1"/>
        </dgm:presLayoutVars>
      </dgm:prSet>
      <dgm:spPr/>
    </dgm:pt>
    <dgm:pt modelId="{3EEFF28C-105D-4108-A2FA-CE321FB96437}" type="pres">
      <dgm:prSet presAssocID="{74C0CE20-9A70-449D-B584-6170F6336FC0}" presName="ThreeNodes_2" presStyleLbl="node1" presStyleIdx="1" presStyleCnt="3">
        <dgm:presLayoutVars>
          <dgm:bulletEnabled val="1"/>
        </dgm:presLayoutVars>
      </dgm:prSet>
      <dgm:spPr/>
    </dgm:pt>
    <dgm:pt modelId="{E143BE87-9D33-47F9-B3EA-30E1EA6E517E}" type="pres">
      <dgm:prSet presAssocID="{74C0CE20-9A70-449D-B584-6170F6336FC0}" presName="ThreeNodes_3" presStyleLbl="node1" presStyleIdx="2" presStyleCnt="3">
        <dgm:presLayoutVars>
          <dgm:bulletEnabled val="1"/>
        </dgm:presLayoutVars>
      </dgm:prSet>
      <dgm:spPr/>
    </dgm:pt>
    <dgm:pt modelId="{D888AF40-8A01-4004-9F8C-A09339D263EB}" type="pres">
      <dgm:prSet presAssocID="{74C0CE20-9A70-449D-B584-6170F6336FC0}" presName="ThreeConn_1-2" presStyleLbl="fgAccFollowNode1" presStyleIdx="0" presStyleCnt="2">
        <dgm:presLayoutVars>
          <dgm:bulletEnabled val="1"/>
        </dgm:presLayoutVars>
      </dgm:prSet>
      <dgm:spPr/>
    </dgm:pt>
    <dgm:pt modelId="{B3F18A91-AFDA-4DCC-9B8C-EEF0EC80F686}" type="pres">
      <dgm:prSet presAssocID="{74C0CE20-9A70-449D-B584-6170F6336FC0}" presName="ThreeConn_2-3" presStyleLbl="fgAccFollowNode1" presStyleIdx="1" presStyleCnt="2">
        <dgm:presLayoutVars>
          <dgm:bulletEnabled val="1"/>
        </dgm:presLayoutVars>
      </dgm:prSet>
      <dgm:spPr/>
    </dgm:pt>
    <dgm:pt modelId="{C9961B4D-D453-4FD9-880A-3372EFAD2BA4}" type="pres">
      <dgm:prSet presAssocID="{74C0CE20-9A70-449D-B584-6170F6336FC0}" presName="ThreeNodes_1_text" presStyleLbl="node1" presStyleIdx="2" presStyleCnt="3">
        <dgm:presLayoutVars>
          <dgm:bulletEnabled val="1"/>
        </dgm:presLayoutVars>
      </dgm:prSet>
      <dgm:spPr/>
    </dgm:pt>
    <dgm:pt modelId="{C9887A12-62D2-4FEF-A7B5-54B32132EB5D}" type="pres">
      <dgm:prSet presAssocID="{74C0CE20-9A70-449D-B584-6170F6336FC0}" presName="ThreeNodes_2_text" presStyleLbl="node1" presStyleIdx="2" presStyleCnt="3">
        <dgm:presLayoutVars>
          <dgm:bulletEnabled val="1"/>
        </dgm:presLayoutVars>
      </dgm:prSet>
      <dgm:spPr/>
    </dgm:pt>
    <dgm:pt modelId="{806E48BB-C1A8-413F-ADE9-B3859CAC2BF4}" type="pres">
      <dgm:prSet presAssocID="{74C0CE20-9A70-449D-B584-6170F6336FC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4A4A30A-CE8B-46C0-A509-DBA30F3916C2}" type="presOf" srcId="{C7D10EA5-EAF0-45BF-AB7D-80CD7E91A78F}" destId="{3EEFF28C-105D-4108-A2FA-CE321FB96437}" srcOrd="0" destOrd="0" presId="urn:microsoft.com/office/officeart/2005/8/layout/vProcess5"/>
    <dgm:cxn modelId="{7A3D6520-2392-406F-AB66-5D78A9212AF9}" type="presOf" srcId="{93989DD0-26AF-46FE-905A-EF05C09A431A}" destId="{B3F18A91-AFDA-4DCC-9B8C-EEF0EC80F686}" srcOrd="0" destOrd="0" presId="urn:microsoft.com/office/officeart/2005/8/layout/vProcess5"/>
    <dgm:cxn modelId="{7E94EF2C-79E3-4544-8E40-17646A314C80}" type="presOf" srcId="{220E04D4-EE3B-412E-B979-F0D06C71A1F3}" destId="{D888AF40-8A01-4004-9F8C-A09339D263EB}" srcOrd="0" destOrd="0" presId="urn:microsoft.com/office/officeart/2005/8/layout/vProcess5"/>
    <dgm:cxn modelId="{AF7F473E-350D-46AA-8561-BE20511E000A}" type="presOf" srcId="{74C0CE20-9A70-449D-B584-6170F6336FC0}" destId="{A8BE1240-3C85-4637-B889-CC339F00EB2C}" srcOrd="0" destOrd="0" presId="urn:microsoft.com/office/officeart/2005/8/layout/vProcess5"/>
    <dgm:cxn modelId="{45DFE945-0E01-4455-BCFB-44D82D479552}" type="presOf" srcId="{CD24663E-6D8C-4B84-863A-FB80FB0834DF}" destId="{101ABA07-2AEC-49D9-9B19-05A06F5594B1}" srcOrd="0" destOrd="0" presId="urn:microsoft.com/office/officeart/2005/8/layout/vProcess5"/>
    <dgm:cxn modelId="{E1E1FC4D-F945-4924-8709-549FAEC0FA98}" type="presOf" srcId="{C7D10EA5-EAF0-45BF-AB7D-80CD7E91A78F}" destId="{C9887A12-62D2-4FEF-A7B5-54B32132EB5D}" srcOrd="1" destOrd="0" presId="urn:microsoft.com/office/officeart/2005/8/layout/vProcess5"/>
    <dgm:cxn modelId="{7C1C9650-2FD4-48EE-834D-B1F6EADCE600}" type="presOf" srcId="{910456A6-B260-4DCD-A33A-D82406E1BBA5}" destId="{806E48BB-C1A8-413F-ADE9-B3859CAC2BF4}" srcOrd="1" destOrd="0" presId="urn:microsoft.com/office/officeart/2005/8/layout/vProcess5"/>
    <dgm:cxn modelId="{A2372AA8-B26D-49F8-AB63-7889EF20B862}" srcId="{74C0CE20-9A70-449D-B584-6170F6336FC0}" destId="{910456A6-B260-4DCD-A33A-D82406E1BBA5}" srcOrd="2" destOrd="0" parTransId="{061BEA4E-E05E-428B-833C-A6DA1B87654C}" sibTransId="{2AAC2675-5B68-4824-821A-51447A8E74B2}"/>
    <dgm:cxn modelId="{9B9FEDC2-F779-40E0-A7EB-ED2878B965A8}" srcId="{74C0CE20-9A70-449D-B584-6170F6336FC0}" destId="{C7D10EA5-EAF0-45BF-AB7D-80CD7E91A78F}" srcOrd="1" destOrd="0" parTransId="{95DEDF22-2245-4B58-A086-8D1B0A99F64B}" sibTransId="{93989DD0-26AF-46FE-905A-EF05C09A431A}"/>
    <dgm:cxn modelId="{CC3E22C4-4B08-4C7F-A779-631C5E13FB84}" type="presOf" srcId="{CD24663E-6D8C-4B84-863A-FB80FB0834DF}" destId="{C9961B4D-D453-4FD9-880A-3372EFAD2BA4}" srcOrd="1" destOrd="0" presId="urn:microsoft.com/office/officeart/2005/8/layout/vProcess5"/>
    <dgm:cxn modelId="{1D8297C9-28D3-48D4-B146-610CAEBB9310}" srcId="{74C0CE20-9A70-449D-B584-6170F6336FC0}" destId="{CD24663E-6D8C-4B84-863A-FB80FB0834DF}" srcOrd="0" destOrd="0" parTransId="{2832940A-F6FF-4C08-A59D-72819074FDC5}" sibTransId="{220E04D4-EE3B-412E-B979-F0D06C71A1F3}"/>
    <dgm:cxn modelId="{E22627E2-B4EE-4983-A90D-DD1DA41C6112}" type="presOf" srcId="{910456A6-B260-4DCD-A33A-D82406E1BBA5}" destId="{E143BE87-9D33-47F9-B3EA-30E1EA6E517E}" srcOrd="0" destOrd="0" presId="urn:microsoft.com/office/officeart/2005/8/layout/vProcess5"/>
    <dgm:cxn modelId="{974DEAFC-DC6E-4170-92A3-36B5E5641C2A}" type="presParOf" srcId="{A8BE1240-3C85-4637-B889-CC339F00EB2C}" destId="{73D47C75-990B-4DF1-BBA8-D8BD19F32810}" srcOrd="0" destOrd="0" presId="urn:microsoft.com/office/officeart/2005/8/layout/vProcess5"/>
    <dgm:cxn modelId="{688353EE-6ACF-48C6-8F0B-CB6737B4E100}" type="presParOf" srcId="{A8BE1240-3C85-4637-B889-CC339F00EB2C}" destId="{101ABA07-2AEC-49D9-9B19-05A06F5594B1}" srcOrd="1" destOrd="0" presId="urn:microsoft.com/office/officeart/2005/8/layout/vProcess5"/>
    <dgm:cxn modelId="{29580A2D-8342-4ECF-B725-67A4528FBC33}" type="presParOf" srcId="{A8BE1240-3C85-4637-B889-CC339F00EB2C}" destId="{3EEFF28C-105D-4108-A2FA-CE321FB96437}" srcOrd="2" destOrd="0" presId="urn:microsoft.com/office/officeart/2005/8/layout/vProcess5"/>
    <dgm:cxn modelId="{A2600948-5A6B-4DC6-ADB9-808477989A24}" type="presParOf" srcId="{A8BE1240-3C85-4637-B889-CC339F00EB2C}" destId="{E143BE87-9D33-47F9-B3EA-30E1EA6E517E}" srcOrd="3" destOrd="0" presId="urn:microsoft.com/office/officeart/2005/8/layout/vProcess5"/>
    <dgm:cxn modelId="{0DC25FA4-54CF-4808-A538-BE211415C51F}" type="presParOf" srcId="{A8BE1240-3C85-4637-B889-CC339F00EB2C}" destId="{D888AF40-8A01-4004-9F8C-A09339D263EB}" srcOrd="4" destOrd="0" presId="urn:microsoft.com/office/officeart/2005/8/layout/vProcess5"/>
    <dgm:cxn modelId="{DB10F3EF-11AE-4DBA-86CD-13A702765936}" type="presParOf" srcId="{A8BE1240-3C85-4637-B889-CC339F00EB2C}" destId="{B3F18A91-AFDA-4DCC-9B8C-EEF0EC80F686}" srcOrd="5" destOrd="0" presId="urn:microsoft.com/office/officeart/2005/8/layout/vProcess5"/>
    <dgm:cxn modelId="{CBB97AFE-4CE0-431F-A84E-7354AD001314}" type="presParOf" srcId="{A8BE1240-3C85-4637-B889-CC339F00EB2C}" destId="{C9961B4D-D453-4FD9-880A-3372EFAD2BA4}" srcOrd="6" destOrd="0" presId="urn:microsoft.com/office/officeart/2005/8/layout/vProcess5"/>
    <dgm:cxn modelId="{8104DFB6-C93C-474F-8787-720698978AC9}" type="presParOf" srcId="{A8BE1240-3C85-4637-B889-CC339F00EB2C}" destId="{C9887A12-62D2-4FEF-A7B5-54B32132EB5D}" srcOrd="7" destOrd="0" presId="urn:microsoft.com/office/officeart/2005/8/layout/vProcess5"/>
    <dgm:cxn modelId="{241E8C5F-0E63-4A55-AF66-EA02C6F09A5B}" type="presParOf" srcId="{A8BE1240-3C85-4637-B889-CC339F00EB2C}" destId="{806E48BB-C1A8-413F-ADE9-B3859CAC2BF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3F9CC0-D895-4AF4-8EA7-A1314F2F7E6C}" type="doc">
      <dgm:prSet loTypeId="urn:microsoft.com/office/officeart/2005/8/layout/vProcess5" loCatId="process" qsTypeId="urn:microsoft.com/office/officeart/2005/8/quickstyle/simple4#13" qsCatId="simple" csTypeId="urn:microsoft.com/office/officeart/2005/8/colors/colorful1#5" csCatId="colorful"/>
      <dgm:spPr/>
      <dgm:t>
        <a:bodyPr/>
        <a:lstStyle/>
        <a:p>
          <a:endParaRPr lang="en-US"/>
        </a:p>
      </dgm:t>
    </dgm:pt>
    <dgm:pt modelId="{3D7C7E34-4DB4-430D-BF0B-8D5C20329C20}">
      <dgm:prSet/>
      <dgm:spPr/>
      <dgm:t>
        <a:bodyPr/>
        <a:lstStyle/>
        <a:p>
          <a:r>
            <a:rPr lang="da-DK" baseline="0"/>
            <a:t>Grundstoffer er stoffer der består af én slags atomer</a:t>
          </a:r>
          <a:endParaRPr lang="en-US"/>
        </a:p>
      </dgm:t>
    </dgm:pt>
    <dgm:pt modelId="{810C9DB3-1424-4F75-975F-3D6E948CE823}" type="parTrans" cxnId="{CE10EE5F-BF39-4430-AA84-5BFA590FB2CF}">
      <dgm:prSet/>
      <dgm:spPr/>
      <dgm:t>
        <a:bodyPr/>
        <a:lstStyle/>
        <a:p>
          <a:endParaRPr lang="en-US"/>
        </a:p>
      </dgm:t>
    </dgm:pt>
    <dgm:pt modelId="{4841FFC4-03D7-4655-96C5-787F99C98392}" type="sibTrans" cxnId="{CE10EE5F-BF39-4430-AA84-5BFA590FB2CF}">
      <dgm:prSet/>
      <dgm:spPr/>
      <dgm:t>
        <a:bodyPr/>
        <a:lstStyle/>
        <a:p>
          <a:endParaRPr lang="en-US"/>
        </a:p>
      </dgm:t>
    </dgm:pt>
    <dgm:pt modelId="{CF449888-C5D8-44E3-A5EB-88B2F9ABC685}">
      <dgm:prSet/>
      <dgm:spPr/>
      <dgm:t>
        <a:bodyPr/>
        <a:lstStyle/>
        <a:p>
          <a:r>
            <a:rPr lang="da-DK" baseline="0"/>
            <a:t>Da der findes 118 slags atomer, findes der også 118 grundstoffer</a:t>
          </a:r>
          <a:endParaRPr lang="en-US"/>
        </a:p>
      </dgm:t>
    </dgm:pt>
    <dgm:pt modelId="{48765373-5682-4FD5-9F71-659BE67DA1C6}" type="parTrans" cxnId="{986AEC16-687E-46E4-8637-EC71D0EFCF14}">
      <dgm:prSet/>
      <dgm:spPr/>
      <dgm:t>
        <a:bodyPr/>
        <a:lstStyle/>
        <a:p>
          <a:endParaRPr lang="en-US"/>
        </a:p>
      </dgm:t>
    </dgm:pt>
    <dgm:pt modelId="{43D42401-3F92-4D3C-AC4B-76C42F223FC9}" type="sibTrans" cxnId="{986AEC16-687E-46E4-8637-EC71D0EFCF14}">
      <dgm:prSet/>
      <dgm:spPr/>
      <dgm:t>
        <a:bodyPr/>
        <a:lstStyle/>
        <a:p>
          <a:endParaRPr lang="en-US"/>
        </a:p>
      </dgm:t>
    </dgm:pt>
    <dgm:pt modelId="{74729907-56FF-4C0A-8687-8B462E5B468B}">
      <dgm:prSet/>
      <dgm:spPr/>
      <dgm:t>
        <a:bodyPr/>
        <a:lstStyle/>
        <a:p>
          <a:r>
            <a:rPr lang="da-DK" baseline="0"/>
            <a:t>EN række kendte grundstoffer: guld, sølv, kobber, jern, nikkel</a:t>
          </a:r>
          <a:endParaRPr lang="en-US"/>
        </a:p>
      </dgm:t>
    </dgm:pt>
    <dgm:pt modelId="{9809BE9E-CB7F-4EFD-85C3-CFA494FF4E27}" type="parTrans" cxnId="{CB0B2514-143D-453A-A517-279336ADECFB}">
      <dgm:prSet/>
      <dgm:spPr/>
      <dgm:t>
        <a:bodyPr/>
        <a:lstStyle/>
        <a:p>
          <a:endParaRPr lang="en-US"/>
        </a:p>
      </dgm:t>
    </dgm:pt>
    <dgm:pt modelId="{91F1B8F1-3917-4FBA-80F8-210E26E823B3}" type="sibTrans" cxnId="{CB0B2514-143D-453A-A517-279336ADECFB}">
      <dgm:prSet/>
      <dgm:spPr/>
      <dgm:t>
        <a:bodyPr/>
        <a:lstStyle/>
        <a:p>
          <a:endParaRPr lang="en-US"/>
        </a:p>
      </dgm:t>
    </dgm:pt>
    <dgm:pt modelId="{714110BE-1973-4F1D-86F9-4E86903A3ADF}" type="pres">
      <dgm:prSet presAssocID="{A43F9CC0-D895-4AF4-8EA7-A1314F2F7E6C}" presName="outerComposite" presStyleCnt="0">
        <dgm:presLayoutVars>
          <dgm:chMax val="5"/>
          <dgm:dir/>
          <dgm:resizeHandles val="exact"/>
        </dgm:presLayoutVars>
      </dgm:prSet>
      <dgm:spPr/>
    </dgm:pt>
    <dgm:pt modelId="{90ACA111-6C18-4771-A9C5-37E7D6D46DE1}" type="pres">
      <dgm:prSet presAssocID="{A43F9CC0-D895-4AF4-8EA7-A1314F2F7E6C}" presName="dummyMaxCanvas" presStyleCnt="0">
        <dgm:presLayoutVars/>
      </dgm:prSet>
      <dgm:spPr/>
    </dgm:pt>
    <dgm:pt modelId="{CEC66D18-517C-4144-B007-C960BDA53849}" type="pres">
      <dgm:prSet presAssocID="{A43F9CC0-D895-4AF4-8EA7-A1314F2F7E6C}" presName="ThreeNodes_1" presStyleLbl="node1" presStyleIdx="0" presStyleCnt="3">
        <dgm:presLayoutVars>
          <dgm:bulletEnabled val="1"/>
        </dgm:presLayoutVars>
      </dgm:prSet>
      <dgm:spPr/>
    </dgm:pt>
    <dgm:pt modelId="{3B031B18-AD95-4A8E-80A2-59DECE75B66A}" type="pres">
      <dgm:prSet presAssocID="{A43F9CC0-D895-4AF4-8EA7-A1314F2F7E6C}" presName="ThreeNodes_2" presStyleLbl="node1" presStyleIdx="1" presStyleCnt="3">
        <dgm:presLayoutVars>
          <dgm:bulletEnabled val="1"/>
        </dgm:presLayoutVars>
      </dgm:prSet>
      <dgm:spPr/>
    </dgm:pt>
    <dgm:pt modelId="{346E62D2-EFF7-4DF9-A048-FAE408556579}" type="pres">
      <dgm:prSet presAssocID="{A43F9CC0-D895-4AF4-8EA7-A1314F2F7E6C}" presName="ThreeNodes_3" presStyleLbl="node1" presStyleIdx="2" presStyleCnt="3">
        <dgm:presLayoutVars>
          <dgm:bulletEnabled val="1"/>
        </dgm:presLayoutVars>
      </dgm:prSet>
      <dgm:spPr/>
    </dgm:pt>
    <dgm:pt modelId="{AE3D0DCC-ED10-4222-8D4A-1C3C6A0EB202}" type="pres">
      <dgm:prSet presAssocID="{A43F9CC0-D895-4AF4-8EA7-A1314F2F7E6C}" presName="ThreeConn_1-2" presStyleLbl="fgAccFollowNode1" presStyleIdx="0" presStyleCnt="2">
        <dgm:presLayoutVars>
          <dgm:bulletEnabled val="1"/>
        </dgm:presLayoutVars>
      </dgm:prSet>
      <dgm:spPr/>
    </dgm:pt>
    <dgm:pt modelId="{400EA6FF-5ACC-4F9B-98F6-0B97BDEB9CF3}" type="pres">
      <dgm:prSet presAssocID="{A43F9CC0-D895-4AF4-8EA7-A1314F2F7E6C}" presName="ThreeConn_2-3" presStyleLbl="fgAccFollowNode1" presStyleIdx="1" presStyleCnt="2">
        <dgm:presLayoutVars>
          <dgm:bulletEnabled val="1"/>
        </dgm:presLayoutVars>
      </dgm:prSet>
      <dgm:spPr/>
    </dgm:pt>
    <dgm:pt modelId="{AD6AFA30-0744-4C81-89A4-EC13AFFE7C76}" type="pres">
      <dgm:prSet presAssocID="{A43F9CC0-D895-4AF4-8EA7-A1314F2F7E6C}" presName="ThreeNodes_1_text" presStyleLbl="node1" presStyleIdx="2" presStyleCnt="3">
        <dgm:presLayoutVars>
          <dgm:bulletEnabled val="1"/>
        </dgm:presLayoutVars>
      </dgm:prSet>
      <dgm:spPr/>
    </dgm:pt>
    <dgm:pt modelId="{452923DE-5011-4958-962A-74F0EC722065}" type="pres">
      <dgm:prSet presAssocID="{A43F9CC0-D895-4AF4-8EA7-A1314F2F7E6C}" presName="ThreeNodes_2_text" presStyleLbl="node1" presStyleIdx="2" presStyleCnt="3">
        <dgm:presLayoutVars>
          <dgm:bulletEnabled val="1"/>
        </dgm:presLayoutVars>
      </dgm:prSet>
      <dgm:spPr/>
    </dgm:pt>
    <dgm:pt modelId="{DC532A61-52A6-4650-A80F-A794F3BA713D}" type="pres">
      <dgm:prSet presAssocID="{A43F9CC0-D895-4AF4-8EA7-A1314F2F7E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EA9C00B-6BB4-45D7-8EB5-02E7A90A5E9B}" type="presOf" srcId="{3D7C7E34-4DB4-430D-BF0B-8D5C20329C20}" destId="{CEC66D18-517C-4144-B007-C960BDA53849}" srcOrd="0" destOrd="0" presId="urn:microsoft.com/office/officeart/2005/8/layout/vProcess5"/>
    <dgm:cxn modelId="{CB0B2514-143D-453A-A517-279336ADECFB}" srcId="{A43F9CC0-D895-4AF4-8EA7-A1314F2F7E6C}" destId="{74729907-56FF-4C0A-8687-8B462E5B468B}" srcOrd="2" destOrd="0" parTransId="{9809BE9E-CB7F-4EFD-85C3-CFA494FF4E27}" sibTransId="{91F1B8F1-3917-4FBA-80F8-210E26E823B3}"/>
    <dgm:cxn modelId="{986AEC16-687E-46E4-8637-EC71D0EFCF14}" srcId="{A43F9CC0-D895-4AF4-8EA7-A1314F2F7E6C}" destId="{CF449888-C5D8-44E3-A5EB-88B2F9ABC685}" srcOrd="1" destOrd="0" parTransId="{48765373-5682-4FD5-9F71-659BE67DA1C6}" sibTransId="{43D42401-3F92-4D3C-AC4B-76C42F223FC9}"/>
    <dgm:cxn modelId="{DD190A21-7B70-44D8-A36E-33920459E8EC}" type="presOf" srcId="{A43F9CC0-D895-4AF4-8EA7-A1314F2F7E6C}" destId="{714110BE-1973-4F1D-86F9-4E86903A3ADF}" srcOrd="0" destOrd="0" presId="urn:microsoft.com/office/officeart/2005/8/layout/vProcess5"/>
    <dgm:cxn modelId="{005F5033-D841-46EE-95A7-F2D58B8BA4CC}" type="presOf" srcId="{74729907-56FF-4C0A-8687-8B462E5B468B}" destId="{DC532A61-52A6-4650-A80F-A794F3BA713D}" srcOrd="1" destOrd="0" presId="urn:microsoft.com/office/officeart/2005/8/layout/vProcess5"/>
    <dgm:cxn modelId="{0613303E-0CA4-46B1-973F-8CC93883898F}" type="presOf" srcId="{43D42401-3F92-4D3C-AC4B-76C42F223FC9}" destId="{400EA6FF-5ACC-4F9B-98F6-0B97BDEB9CF3}" srcOrd="0" destOrd="0" presId="urn:microsoft.com/office/officeart/2005/8/layout/vProcess5"/>
    <dgm:cxn modelId="{CE10EE5F-BF39-4430-AA84-5BFA590FB2CF}" srcId="{A43F9CC0-D895-4AF4-8EA7-A1314F2F7E6C}" destId="{3D7C7E34-4DB4-430D-BF0B-8D5C20329C20}" srcOrd="0" destOrd="0" parTransId="{810C9DB3-1424-4F75-975F-3D6E948CE823}" sibTransId="{4841FFC4-03D7-4655-96C5-787F99C98392}"/>
    <dgm:cxn modelId="{A4DC7C4A-035F-4364-93EC-1CF76E5C1DFB}" type="presOf" srcId="{CF449888-C5D8-44E3-A5EB-88B2F9ABC685}" destId="{452923DE-5011-4958-962A-74F0EC722065}" srcOrd="1" destOrd="0" presId="urn:microsoft.com/office/officeart/2005/8/layout/vProcess5"/>
    <dgm:cxn modelId="{CD947975-C5B1-4AD7-8968-67BA608FDB05}" type="presOf" srcId="{3D7C7E34-4DB4-430D-BF0B-8D5C20329C20}" destId="{AD6AFA30-0744-4C81-89A4-EC13AFFE7C76}" srcOrd="1" destOrd="0" presId="urn:microsoft.com/office/officeart/2005/8/layout/vProcess5"/>
    <dgm:cxn modelId="{8DD7A082-C9C5-4214-A2AC-32AF3B923825}" type="presOf" srcId="{4841FFC4-03D7-4655-96C5-787F99C98392}" destId="{AE3D0DCC-ED10-4222-8D4A-1C3C6A0EB202}" srcOrd="0" destOrd="0" presId="urn:microsoft.com/office/officeart/2005/8/layout/vProcess5"/>
    <dgm:cxn modelId="{C11DD9AB-4507-4261-B6E2-27FE1B3C090D}" type="presOf" srcId="{CF449888-C5D8-44E3-A5EB-88B2F9ABC685}" destId="{3B031B18-AD95-4A8E-80A2-59DECE75B66A}" srcOrd="0" destOrd="0" presId="urn:microsoft.com/office/officeart/2005/8/layout/vProcess5"/>
    <dgm:cxn modelId="{9F0380B3-F1EF-467B-86C5-589112F00B5F}" type="presOf" srcId="{74729907-56FF-4C0A-8687-8B462E5B468B}" destId="{346E62D2-EFF7-4DF9-A048-FAE408556579}" srcOrd="0" destOrd="0" presId="urn:microsoft.com/office/officeart/2005/8/layout/vProcess5"/>
    <dgm:cxn modelId="{2637E8DE-9A5A-4913-BAFF-F529B305E948}" type="presParOf" srcId="{714110BE-1973-4F1D-86F9-4E86903A3ADF}" destId="{90ACA111-6C18-4771-A9C5-37E7D6D46DE1}" srcOrd="0" destOrd="0" presId="urn:microsoft.com/office/officeart/2005/8/layout/vProcess5"/>
    <dgm:cxn modelId="{5FE2A7DE-354B-4FD7-A880-69AA7A66C3C2}" type="presParOf" srcId="{714110BE-1973-4F1D-86F9-4E86903A3ADF}" destId="{CEC66D18-517C-4144-B007-C960BDA53849}" srcOrd="1" destOrd="0" presId="urn:microsoft.com/office/officeart/2005/8/layout/vProcess5"/>
    <dgm:cxn modelId="{801FAC61-0E8A-4B27-A5D6-C70908F923C4}" type="presParOf" srcId="{714110BE-1973-4F1D-86F9-4E86903A3ADF}" destId="{3B031B18-AD95-4A8E-80A2-59DECE75B66A}" srcOrd="2" destOrd="0" presId="urn:microsoft.com/office/officeart/2005/8/layout/vProcess5"/>
    <dgm:cxn modelId="{F7A85DF4-1438-4E4C-8A07-521AEEAC94D0}" type="presParOf" srcId="{714110BE-1973-4F1D-86F9-4E86903A3ADF}" destId="{346E62D2-EFF7-4DF9-A048-FAE408556579}" srcOrd="3" destOrd="0" presId="urn:microsoft.com/office/officeart/2005/8/layout/vProcess5"/>
    <dgm:cxn modelId="{2C1172F0-8D37-4339-A182-1A931492C51A}" type="presParOf" srcId="{714110BE-1973-4F1D-86F9-4E86903A3ADF}" destId="{AE3D0DCC-ED10-4222-8D4A-1C3C6A0EB202}" srcOrd="4" destOrd="0" presId="urn:microsoft.com/office/officeart/2005/8/layout/vProcess5"/>
    <dgm:cxn modelId="{0F7CEDEA-9090-4884-9209-63B7AFD399F0}" type="presParOf" srcId="{714110BE-1973-4F1D-86F9-4E86903A3ADF}" destId="{400EA6FF-5ACC-4F9B-98F6-0B97BDEB9CF3}" srcOrd="5" destOrd="0" presId="urn:microsoft.com/office/officeart/2005/8/layout/vProcess5"/>
    <dgm:cxn modelId="{9BF2D0B6-4182-4714-9BB4-AD241B8DD565}" type="presParOf" srcId="{714110BE-1973-4F1D-86F9-4E86903A3ADF}" destId="{AD6AFA30-0744-4C81-89A4-EC13AFFE7C76}" srcOrd="6" destOrd="0" presId="urn:microsoft.com/office/officeart/2005/8/layout/vProcess5"/>
    <dgm:cxn modelId="{DCDDF14A-A682-4344-A327-05CBEFDA156B}" type="presParOf" srcId="{714110BE-1973-4F1D-86F9-4E86903A3ADF}" destId="{452923DE-5011-4958-962A-74F0EC722065}" srcOrd="7" destOrd="0" presId="urn:microsoft.com/office/officeart/2005/8/layout/vProcess5"/>
    <dgm:cxn modelId="{A78EE53C-2670-460A-A36F-3AF6D16575B8}" type="presParOf" srcId="{714110BE-1973-4F1D-86F9-4E86903A3ADF}" destId="{DC532A61-52A6-4650-A80F-A794F3BA71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588042-05D6-4435-A2D2-98EE152AEFA4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6F1CDE-5A64-46E3-93A3-17A184D2BC7C}">
      <dgm:prSet/>
      <dgm:spPr/>
      <dgm:t>
        <a:bodyPr/>
        <a:lstStyle/>
        <a:p>
          <a:r>
            <a:rPr lang="da-DK" baseline="0"/>
            <a:t>Opgaveark: opgaver kap 2.docx</a:t>
          </a:r>
          <a:endParaRPr lang="en-US"/>
        </a:p>
      </dgm:t>
    </dgm:pt>
    <dgm:pt modelId="{3DE2EF8D-E818-452D-8C6C-3D05B925DEE0}" type="parTrans" cxnId="{28760FC7-260B-49B4-BB31-0D767B840392}">
      <dgm:prSet/>
      <dgm:spPr/>
      <dgm:t>
        <a:bodyPr/>
        <a:lstStyle/>
        <a:p>
          <a:endParaRPr lang="en-US"/>
        </a:p>
      </dgm:t>
    </dgm:pt>
    <dgm:pt modelId="{5F93C9D8-CC55-4312-A15C-A430823DC367}" type="sibTrans" cxnId="{28760FC7-260B-49B4-BB31-0D767B840392}">
      <dgm:prSet/>
      <dgm:spPr/>
      <dgm:t>
        <a:bodyPr/>
        <a:lstStyle/>
        <a:p>
          <a:endParaRPr lang="en-US"/>
        </a:p>
      </dgm:t>
    </dgm:pt>
    <dgm:pt modelId="{CF60DBBC-2E56-4AE6-BC2B-2BA283CF66EA}">
      <dgm:prSet/>
      <dgm:spPr/>
      <dgm:t>
        <a:bodyPr/>
        <a:lstStyle/>
        <a:p>
          <a:r>
            <a:rPr lang="da-DK" baseline="0"/>
            <a:t>Opgave 1-3</a:t>
          </a:r>
          <a:endParaRPr lang="en-US"/>
        </a:p>
      </dgm:t>
    </dgm:pt>
    <dgm:pt modelId="{8CF56552-BF0F-45F6-BB7B-84CE087C8C8D}" type="parTrans" cxnId="{87449B4B-A7ED-4F8C-AC2E-BBAD5927A5AB}">
      <dgm:prSet/>
      <dgm:spPr/>
      <dgm:t>
        <a:bodyPr/>
        <a:lstStyle/>
        <a:p>
          <a:endParaRPr lang="en-US"/>
        </a:p>
      </dgm:t>
    </dgm:pt>
    <dgm:pt modelId="{4E94BAD4-8083-4A0A-BDC8-3DC03336FC3C}" type="sibTrans" cxnId="{87449B4B-A7ED-4F8C-AC2E-BBAD5927A5AB}">
      <dgm:prSet/>
      <dgm:spPr/>
      <dgm:t>
        <a:bodyPr/>
        <a:lstStyle/>
        <a:p>
          <a:endParaRPr lang="en-US"/>
        </a:p>
      </dgm:t>
    </dgm:pt>
    <dgm:pt modelId="{7D1B7B3D-7231-4138-9E61-AD064642FE95}">
      <dgm:prSet/>
      <dgm:spPr/>
      <dgm:t>
        <a:bodyPr/>
        <a:lstStyle/>
        <a:p>
          <a:r>
            <a:rPr lang="da-DK" baseline="0" dirty="0"/>
            <a:t>15 min.</a:t>
          </a:r>
          <a:endParaRPr lang="en-US" dirty="0"/>
        </a:p>
      </dgm:t>
    </dgm:pt>
    <dgm:pt modelId="{FBA3B13C-B853-4EF6-A034-644946179BBE}" type="parTrans" cxnId="{FE582E2B-8246-4291-B6D5-81B1AFA7A413}">
      <dgm:prSet/>
      <dgm:spPr/>
      <dgm:t>
        <a:bodyPr/>
        <a:lstStyle/>
        <a:p>
          <a:endParaRPr lang="en-US"/>
        </a:p>
      </dgm:t>
    </dgm:pt>
    <dgm:pt modelId="{DF70B25D-FD1B-474D-8C38-2F0A0BCA0C94}" type="sibTrans" cxnId="{FE582E2B-8246-4291-B6D5-81B1AFA7A413}">
      <dgm:prSet/>
      <dgm:spPr/>
      <dgm:t>
        <a:bodyPr/>
        <a:lstStyle/>
        <a:p>
          <a:endParaRPr lang="en-US"/>
        </a:p>
      </dgm:t>
    </dgm:pt>
    <dgm:pt modelId="{AB9DA41B-0FCA-4584-807C-86BA5C03974C}" type="pres">
      <dgm:prSet presAssocID="{7F588042-05D6-4435-A2D2-98EE152AEFA4}" presName="root" presStyleCnt="0">
        <dgm:presLayoutVars>
          <dgm:dir/>
          <dgm:resizeHandles val="exact"/>
        </dgm:presLayoutVars>
      </dgm:prSet>
      <dgm:spPr/>
    </dgm:pt>
    <dgm:pt modelId="{DB884EC6-01F4-4342-8A77-BD752EFD7FAF}" type="pres">
      <dgm:prSet presAssocID="{026F1CDE-5A64-46E3-93A3-17A184D2BC7C}" presName="compNode" presStyleCnt="0"/>
      <dgm:spPr/>
    </dgm:pt>
    <dgm:pt modelId="{1E61FE74-B05F-41F3-B704-5A9EE5BD7E1B}" type="pres">
      <dgm:prSet presAssocID="{026F1CDE-5A64-46E3-93A3-17A184D2BC7C}" presName="bgRect" presStyleLbl="bgShp" presStyleIdx="0" presStyleCnt="3"/>
      <dgm:spPr/>
    </dgm:pt>
    <dgm:pt modelId="{4E838F7F-89B6-4D73-A17C-91E1B1C9A857}" type="pres">
      <dgm:prSet presAssocID="{026F1CDE-5A64-46E3-93A3-17A184D2BC7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4297BB37-736C-4A51-B84A-FBA6AB7E3292}" type="pres">
      <dgm:prSet presAssocID="{026F1CDE-5A64-46E3-93A3-17A184D2BC7C}" presName="spaceRect" presStyleCnt="0"/>
      <dgm:spPr/>
    </dgm:pt>
    <dgm:pt modelId="{E12AED8B-37EC-4042-BA36-3037A5E327AF}" type="pres">
      <dgm:prSet presAssocID="{026F1CDE-5A64-46E3-93A3-17A184D2BC7C}" presName="parTx" presStyleLbl="revTx" presStyleIdx="0" presStyleCnt="3">
        <dgm:presLayoutVars>
          <dgm:chMax val="0"/>
          <dgm:chPref val="0"/>
        </dgm:presLayoutVars>
      </dgm:prSet>
      <dgm:spPr/>
    </dgm:pt>
    <dgm:pt modelId="{EDA74283-E4E7-433E-BF4E-F880DF2F3C74}" type="pres">
      <dgm:prSet presAssocID="{5F93C9D8-CC55-4312-A15C-A430823DC367}" presName="sibTrans" presStyleCnt="0"/>
      <dgm:spPr/>
    </dgm:pt>
    <dgm:pt modelId="{545F7B2F-FA7C-4CE6-B52D-BC2BAD4B650A}" type="pres">
      <dgm:prSet presAssocID="{CF60DBBC-2E56-4AE6-BC2B-2BA283CF66EA}" presName="compNode" presStyleCnt="0"/>
      <dgm:spPr/>
    </dgm:pt>
    <dgm:pt modelId="{5D05AB97-3E41-4A88-94EB-AF59342EC679}" type="pres">
      <dgm:prSet presAssocID="{CF60DBBC-2E56-4AE6-BC2B-2BA283CF66EA}" presName="bgRect" presStyleLbl="bgShp" presStyleIdx="1" presStyleCnt="3"/>
      <dgm:spPr/>
    </dgm:pt>
    <dgm:pt modelId="{4292FCCD-11AD-4F36-B69E-0455AA94FBAC}" type="pres">
      <dgm:prSet presAssocID="{CF60DBBC-2E56-4AE6-BC2B-2BA283CF66E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2FB90FBC-12DF-473B-B4B8-46E46AD9E8B7}" type="pres">
      <dgm:prSet presAssocID="{CF60DBBC-2E56-4AE6-BC2B-2BA283CF66EA}" presName="spaceRect" presStyleCnt="0"/>
      <dgm:spPr/>
    </dgm:pt>
    <dgm:pt modelId="{4E702E59-C125-4B8C-AC55-A38683E5FA39}" type="pres">
      <dgm:prSet presAssocID="{CF60DBBC-2E56-4AE6-BC2B-2BA283CF66EA}" presName="parTx" presStyleLbl="revTx" presStyleIdx="1" presStyleCnt="3">
        <dgm:presLayoutVars>
          <dgm:chMax val="0"/>
          <dgm:chPref val="0"/>
        </dgm:presLayoutVars>
      </dgm:prSet>
      <dgm:spPr/>
    </dgm:pt>
    <dgm:pt modelId="{17CC4B38-703E-4E0C-96D4-2BE8472A1EDB}" type="pres">
      <dgm:prSet presAssocID="{4E94BAD4-8083-4A0A-BDC8-3DC03336FC3C}" presName="sibTrans" presStyleCnt="0"/>
      <dgm:spPr/>
    </dgm:pt>
    <dgm:pt modelId="{2584A635-100F-4F3A-94EB-43B6010F8A27}" type="pres">
      <dgm:prSet presAssocID="{7D1B7B3D-7231-4138-9E61-AD064642FE95}" presName="compNode" presStyleCnt="0"/>
      <dgm:spPr/>
    </dgm:pt>
    <dgm:pt modelId="{60EB9403-A3FA-47AF-B53B-E0A1F44C4352}" type="pres">
      <dgm:prSet presAssocID="{7D1B7B3D-7231-4138-9E61-AD064642FE95}" presName="bgRect" presStyleLbl="bgShp" presStyleIdx="2" presStyleCnt="3"/>
      <dgm:spPr/>
    </dgm:pt>
    <dgm:pt modelId="{E1179BF9-06F0-47C5-9D78-4E6139C0F7CC}" type="pres">
      <dgm:prSet presAssocID="{7D1B7B3D-7231-4138-9E61-AD064642FE9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7261AB0C-4BFF-4833-89F9-1A040E4C6DB4}" type="pres">
      <dgm:prSet presAssocID="{7D1B7B3D-7231-4138-9E61-AD064642FE95}" presName="spaceRect" presStyleCnt="0"/>
      <dgm:spPr/>
    </dgm:pt>
    <dgm:pt modelId="{DDB38EA4-10A2-44F4-99EA-20117AD8B269}" type="pres">
      <dgm:prSet presAssocID="{7D1B7B3D-7231-4138-9E61-AD064642FE9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582E2B-8246-4291-B6D5-81B1AFA7A413}" srcId="{7F588042-05D6-4435-A2D2-98EE152AEFA4}" destId="{7D1B7B3D-7231-4138-9E61-AD064642FE95}" srcOrd="2" destOrd="0" parTransId="{FBA3B13C-B853-4EF6-A034-644946179BBE}" sibTransId="{DF70B25D-FD1B-474D-8C38-2F0A0BCA0C94}"/>
    <dgm:cxn modelId="{03310737-AE6E-4C99-B9CB-1823C64A5268}" type="presOf" srcId="{CF60DBBC-2E56-4AE6-BC2B-2BA283CF66EA}" destId="{4E702E59-C125-4B8C-AC55-A38683E5FA39}" srcOrd="0" destOrd="0" presId="urn:microsoft.com/office/officeart/2018/2/layout/IconVerticalSolidList"/>
    <dgm:cxn modelId="{70123746-33E0-4683-875B-3F784817F9A9}" type="presOf" srcId="{7F588042-05D6-4435-A2D2-98EE152AEFA4}" destId="{AB9DA41B-0FCA-4584-807C-86BA5C03974C}" srcOrd="0" destOrd="0" presId="urn:microsoft.com/office/officeart/2018/2/layout/IconVerticalSolidList"/>
    <dgm:cxn modelId="{87449B4B-A7ED-4F8C-AC2E-BBAD5927A5AB}" srcId="{7F588042-05D6-4435-A2D2-98EE152AEFA4}" destId="{CF60DBBC-2E56-4AE6-BC2B-2BA283CF66EA}" srcOrd="1" destOrd="0" parTransId="{8CF56552-BF0F-45F6-BB7B-84CE087C8C8D}" sibTransId="{4E94BAD4-8083-4A0A-BDC8-3DC03336FC3C}"/>
    <dgm:cxn modelId="{93B3868B-361A-44B0-80F7-11C958B3D966}" type="presOf" srcId="{026F1CDE-5A64-46E3-93A3-17A184D2BC7C}" destId="{E12AED8B-37EC-4042-BA36-3037A5E327AF}" srcOrd="0" destOrd="0" presId="urn:microsoft.com/office/officeart/2018/2/layout/IconVerticalSolidList"/>
    <dgm:cxn modelId="{4777C3C3-0552-4ADA-84C1-18A9C507F13C}" type="presOf" srcId="{7D1B7B3D-7231-4138-9E61-AD064642FE95}" destId="{DDB38EA4-10A2-44F4-99EA-20117AD8B269}" srcOrd="0" destOrd="0" presId="urn:microsoft.com/office/officeart/2018/2/layout/IconVerticalSolidList"/>
    <dgm:cxn modelId="{28760FC7-260B-49B4-BB31-0D767B840392}" srcId="{7F588042-05D6-4435-A2D2-98EE152AEFA4}" destId="{026F1CDE-5A64-46E3-93A3-17A184D2BC7C}" srcOrd="0" destOrd="0" parTransId="{3DE2EF8D-E818-452D-8C6C-3D05B925DEE0}" sibTransId="{5F93C9D8-CC55-4312-A15C-A430823DC367}"/>
    <dgm:cxn modelId="{6A40CE09-9DB5-4549-B7C6-9F1DD9FDBB58}" type="presParOf" srcId="{AB9DA41B-0FCA-4584-807C-86BA5C03974C}" destId="{DB884EC6-01F4-4342-8A77-BD752EFD7FAF}" srcOrd="0" destOrd="0" presId="urn:microsoft.com/office/officeart/2018/2/layout/IconVerticalSolidList"/>
    <dgm:cxn modelId="{BEAA7EBA-0856-4DEC-85FA-E3B44C9A8C43}" type="presParOf" srcId="{DB884EC6-01F4-4342-8A77-BD752EFD7FAF}" destId="{1E61FE74-B05F-41F3-B704-5A9EE5BD7E1B}" srcOrd="0" destOrd="0" presId="urn:microsoft.com/office/officeart/2018/2/layout/IconVerticalSolidList"/>
    <dgm:cxn modelId="{4E2CEB85-39E8-491A-B069-35309161810A}" type="presParOf" srcId="{DB884EC6-01F4-4342-8A77-BD752EFD7FAF}" destId="{4E838F7F-89B6-4D73-A17C-91E1B1C9A857}" srcOrd="1" destOrd="0" presId="urn:microsoft.com/office/officeart/2018/2/layout/IconVerticalSolidList"/>
    <dgm:cxn modelId="{ECF0004D-0EAA-42EA-806A-5E79CFEE9076}" type="presParOf" srcId="{DB884EC6-01F4-4342-8A77-BD752EFD7FAF}" destId="{4297BB37-736C-4A51-B84A-FBA6AB7E3292}" srcOrd="2" destOrd="0" presId="urn:microsoft.com/office/officeart/2018/2/layout/IconVerticalSolidList"/>
    <dgm:cxn modelId="{E808B811-9DD4-4545-9583-60AFC66E00A2}" type="presParOf" srcId="{DB884EC6-01F4-4342-8A77-BD752EFD7FAF}" destId="{E12AED8B-37EC-4042-BA36-3037A5E327AF}" srcOrd="3" destOrd="0" presId="urn:microsoft.com/office/officeart/2018/2/layout/IconVerticalSolidList"/>
    <dgm:cxn modelId="{30D35030-E976-4ABD-955A-EB39B5B51B6E}" type="presParOf" srcId="{AB9DA41B-0FCA-4584-807C-86BA5C03974C}" destId="{EDA74283-E4E7-433E-BF4E-F880DF2F3C74}" srcOrd="1" destOrd="0" presId="urn:microsoft.com/office/officeart/2018/2/layout/IconVerticalSolidList"/>
    <dgm:cxn modelId="{B9C98E81-5DFE-4EF8-8089-EC95788C716E}" type="presParOf" srcId="{AB9DA41B-0FCA-4584-807C-86BA5C03974C}" destId="{545F7B2F-FA7C-4CE6-B52D-BC2BAD4B650A}" srcOrd="2" destOrd="0" presId="urn:microsoft.com/office/officeart/2018/2/layout/IconVerticalSolidList"/>
    <dgm:cxn modelId="{E7010721-95DF-4E83-A9AC-F57E64732B1B}" type="presParOf" srcId="{545F7B2F-FA7C-4CE6-B52D-BC2BAD4B650A}" destId="{5D05AB97-3E41-4A88-94EB-AF59342EC679}" srcOrd="0" destOrd="0" presId="urn:microsoft.com/office/officeart/2018/2/layout/IconVerticalSolidList"/>
    <dgm:cxn modelId="{A925B952-C31D-45A0-9F10-779F730761D9}" type="presParOf" srcId="{545F7B2F-FA7C-4CE6-B52D-BC2BAD4B650A}" destId="{4292FCCD-11AD-4F36-B69E-0455AA94FBAC}" srcOrd="1" destOrd="0" presId="urn:microsoft.com/office/officeart/2018/2/layout/IconVerticalSolidList"/>
    <dgm:cxn modelId="{4F0AB1A8-CE8C-480F-8C52-7CF5E0B251E0}" type="presParOf" srcId="{545F7B2F-FA7C-4CE6-B52D-BC2BAD4B650A}" destId="{2FB90FBC-12DF-473B-B4B8-46E46AD9E8B7}" srcOrd="2" destOrd="0" presId="urn:microsoft.com/office/officeart/2018/2/layout/IconVerticalSolidList"/>
    <dgm:cxn modelId="{48480F49-1AB5-44DD-81B1-AC69B0D9E4B3}" type="presParOf" srcId="{545F7B2F-FA7C-4CE6-B52D-BC2BAD4B650A}" destId="{4E702E59-C125-4B8C-AC55-A38683E5FA39}" srcOrd="3" destOrd="0" presId="urn:microsoft.com/office/officeart/2018/2/layout/IconVerticalSolidList"/>
    <dgm:cxn modelId="{1CA4025F-5A6E-48D6-8727-D4DEBFCCB3D8}" type="presParOf" srcId="{AB9DA41B-0FCA-4584-807C-86BA5C03974C}" destId="{17CC4B38-703E-4E0C-96D4-2BE8472A1EDB}" srcOrd="3" destOrd="0" presId="urn:microsoft.com/office/officeart/2018/2/layout/IconVerticalSolidList"/>
    <dgm:cxn modelId="{73658BB1-BDA4-4FBD-A7A0-7A247B1CEF1C}" type="presParOf" srcId="{AB9DA41B-0FCA-4584-807C-86BA5C03974C}" destId="{2584A635-100F-4F3A-94EB-43B6010F8A27}" srcOrd="4" destOrd="0" presId="urn:microsoft.com/office/officeart/2018/2/layout/IconVerticalSolidList"/>
    <dgm:cxn modelId="{90754F7A-0BAD-42BE-BA97-A6D2B222D4D4}" type="presParOf" srcId="{2584A635-100F-4F3A-94EB-43B6010F8A27}" destId="{60EB9403-A3FA-47AF-B53B-E0A1F44C4352}" srcOrd="0" destOrd="0" presId="urn:microsoft.com/office/officeart/2018/2/layout/IconVerticalSolidList"/>
    <dgm:cxn modelId="{69846946-ECE8-44BC-8B23-63F95A8A4D0D}" type="presParOf" srcId="{2584A635-100F-4F3A-94EB-43B6010F8A27}" destId="{E1179BF9-06F0-47C5-9D78-4E6139C0F7CC}" srcOrd="1" destOrd="0" presId="urn:microsoft.com/office/officeart/2018/2/layout/IconVerticalSolidList"/>
    <dgm:cxn modelId="{C9BE636D-B32B-4E0A-B51F-3D073B83A30A}" type="presParOf" srcId="{2584A635-100F-4F3A-94EB-43B6010F8A27}" destId="{7261AB0C-4BFF-4833-89F9-1A040E4C6DB4}" srcOrd="2" destOrd="0" presId="urn:microsoft.com/office/officeart/2018/2/layout/IconVerticalSolidList"/>
    <dgm:cxn modelId="{469F64B7-7E8E-44C5-820A-ADEDABF52449}" type="presParOf" srcId="{2584A635-100F-4F3A-94EB-43B6010F8A27}" destId="{DDB38EA4-10A2-44F4-99EA-20117AD8B2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01767C-B5B7-435E-B448-CFFECB7700D1}" type="doc">
      <dgm:prSet loTypeId="urn:microsoft.com/office/officeart/2018/5/layout/IconLeafLabelList" loCatId="icon" qsTypeId="urn:microsoft.com/office/officeart/2005/8/quickstyle/simple1#1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400FA93-8C57-499F-B797-6FB42E6776ED}">
      <dgm:prSet/>
      <dgm:spPr/>
      <dgm:t>
        <a:bodyPr/>
        <a:lstStyle/>
        <a:p>
          <a:pPr>
            <a:defRPr cap="all"/>
          </a:pPr>
          <a:r>
            <a:rPr lang="da-DK" baseline="0" dirty="0"/>
            <a:t>Opgave 4-6</a:t>
          </a:r>
          <a:endParaRPr lang="en-US" dirty="0"/>
        </a:p>
      </dgm:t>
    </dgm:pt>
    <dgm:pt modelId="{AAEFBE87-D912-4E2D-909D-219506D575D4}" type="parTrans" cxnId="{DE4EABDE-C675-451D-A333-AB1C992DDB92}">
      <dgm:prSet/>
      <dgm:spPr/>
      <dgm:t>
        <a:bodyPr/>
        <a:lstStyle/>
        <a:p>
          <a:endParaRPr lang="en-US"/>
        </a:p>
      </dgm:t>
    </dgm:pt>
    <dgm:pt modelId="{7E908510-065F-46BF-9382-0B7D5ED8CAF5}" type="sibTrans" cxnId="{DE4EABDE-C675-451D-A333-AB1C992DDB92}">
      <dgm:prSet/>
      <dgm:spPr/>
      <dgm:t>
        <a:bodyPr/>
        <a:lstStyle/>
        <a:p>
          <a:endParaRPr lang="en-US"/>
        </a:p>
      </dgm:t>
    </dgm:pt>
    <dgm:pt modelId="{5FB3613A-D320-4B98-82BF-369ED7D4E108}">
      <dgm:prSet/>
      <dgm:spPr/>
      <dgm:t>
        <a:bodyPr/>
        <a:lstStyle/>
        <a:p>
          <a:pPr>
            <a:defRPr cap="all"/>
          </a:pPr>
          <a:r>
            <a:rPr lang="da-DK" baseline="0" dirty="0"/>
            <a:t>15 min.</a:t>
          </a:r>
          <a:endParaRPr lang="en-US" dirty="0"/>
        </a:p>
      </dgm:t>
    </dgm:pt>
    <dgm:pt modelId="{FA303338-678F-48AB-A8F1-8243A7ECEE4D}" type="parTrans" cxnId="{F4B9C275-2B43-47BF-B715-59002692CB54}">
      <dgm:prSet/>
      <dgm:spPr/>
      <dgm:t>
        <a:bodyPr/>
        <a:lstStyle/>
        <a:p>
          <a:endParaRPr lang="en-US"/>
        </a:p>
      </dgm:t>
    </dgm:pt>
    <dgm:pt modelId="{BFC6C7D1-35CA-45B5-B3F1-B8F81A8881BF}" type="sibTrans" cxnId="{F4B9C275-2B43-47BF-B715-59002692CB54}">
      <dgm:prSet/>
      <dgm:spPr/>
      <dgm:t>
        <a:bodyPr/>
        <a:lstStyle/>
        <a:p>
          <a:endParaRPr lang="en-US"/>
        </a:p>
      </dgm:t>
    </dgm:pt>
    <dgm:pt modelId="{1D13C54C-05F5-42A8-9C95-1571DEC1E464}" type="pres">
      <dgm:prSet presAssocID="{0D01767C-B5B7-435E-B448-CFFECB7700D1}" presName="root" presStyleCnt="0">
        <dgm:presLayoutVars>
          <dgm:dir/>
          <dgm:resizeHandles val="exact"/>
        </dgm:presLayoutVars>
      </dgm:prSet>
      <dgm:spPr/>
    </dgm:pt>
    <dgm:pt modelId="{B46960EF-DB72-4638-BA33-3489BB59A8D2}" type="pres">
      <dgm:prSet presAssocID="{7400FA93-8C57-499F-B797-6FB42E6776ED}" presName="compNode" presStyleCnt="0"/>
      <dgm:spPr/>
    </dgm:pt>
    <dgm:pt modelId="{16DCE2EC-A6CE-4471-94AB-EC026B62C27E}" type="pres">
      <dgm:prSet presAssocID="{7400FA93-8C57-499F-B797-6FB42E6776ED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31353D8-3B7F-4E81-B555-BE34B08AECB5}" type="pres">
      <dgm:prSet presAssocID="{7400FA93-8C57-499F-B797-6FB42E6776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DFE1AE7F-2447-4CF9-B603-65E1F500519C}" type="pres">
      <dgm:prSet presAssocID="{7400FA93-8C57-499F-B797-6FB42E6776ED}" presName="spaceRect" presStyleCnt="0"/>
      <dgm:spPr/>
    </dgm:pt>
    <dgm:pt modelId="{73DC19F2-27AE-43AA-B06E-F0A01367A8D1}" type="pres">
      <dgm:prSet presAssocID="{7400FA93-8C57-499F-B797-6FB42E6776ED}" presName="textRect" presStyleLbl="revTx" presStyleIdx="0" presStyleCnt="2">
        <dgm:presLayoutVars>
          <dgm:chMax val="1"/>
          <dgm:chPref val="1"/>
        </dgm:presLayoutVars>
      </dgm:prSet>
      <dgm:spPr/>
    </dgm:pt>
    <dgm:pt modelId="{F6DC4478-AC3B-4C6F-81F7-30A89EBEA6CC}" type="pres">
      <dgm:prSet presAssocID="{7E908510-065F-46BF-9382-0B7D5ED8CAF5}" presName="sibTrans" presStyleCnt="0"/>
      <dgm:spPr/>
    </dgm:pt>
    <dgm:pt modelId="{9321CB71-573C-46D0-9DF9-A15A2347FD9A}" type="pres">
      <dgm:prSet presAssocID="{5FB3613A-D320-4B98-82BF-369ED7D4E108}" presName="compNode" presStyleCnt="0"/>
      <dgm:spPr/>
    </dgm:pt>
    <dgm:pt modelId="{5D849E47-1954-441A-BA65-FA8EFD0B3FC0}" type="pres">
      <dgm:prSet presAssocID="{5FB3613A-D320-4B98-82BF-369ED7D4E108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AA1F99D-1790-445D-9F3E-26910ED50CD2}" type="pres">
      <dgm:prSet presAssocID="{5FB3613A-D320-4B98-82BF-369ED7D4E10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31B4BE9C-B666-41DD-AC09-5705A37F982F}" type="pres">
      <dgm:prSet presAssocID="{5FB3613A-D320-4B98-82BF-369ED7D4E108}" presName="spaceRect" presStyleCnt="0"/>
      <dgm:spPr/>
    </dgm:pt>
    <dgm:pt modelId="{C1A6E8CA-AA0C-4737-A4F1-3B4587DC9EC3}" type="pres">
      <dgm:prSet presAssocID="{5FB3613A-D320-4B98-82BF-369ED7D4E10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AE3D2E-79A8-4A08-8D8D-1FBBE80042BC}" type="presOf" srcId="{5FB3613A-D320-4B98-82BF-369ED7D4E108}" destId="{C1A6E8CA-AA0C-4737-A4F1-3B4587DC9EC3}" srcOrd="0" destOrd="0" presId="urn:microsoft.com/office/officeart/2018/5/layout/IconLeafLabelList"/>
    <dgm:cxn modelId="{45F7A447-40AE-40EB-9512-D6D90778088E}" type="presOf" srcId="{7400FA93-8C57-499F-B797-6FB42E6776ED}" destId="{73DC19F2-27AE-43AA-B06E-F0A01367A8D1}" srcOrd="0" destOrd="0" presId="urn:microsoft.com/office/officeart/2018/5/layout/IconLeafLabelList"/>
    <dgm:cxn modelId="{F4B9C275-2B43-47BF-B715-59002692CB54}" srcId="{0D01767C-B5B7-435E-B448-CFFECB7700D1}" destId="{5FB3613A-D320-4B98-82BF-369ED7D4E108}" srcOrd="1" destOrd="0" parTransId="{FA303338-678F-48AB-A8F1-8243A7ECEE4D}" sibTransId="{BFC6C7D1-35CA-45B5-B3F1-B8F81A8881BF}"/>
    <dgm:cxn modelId="{7F6AA287-4DF6-4719-9A31-B5FAA216A9F7}" type="presOf" srcId="{0D01767C-B5B7-435E-B448-CFFECB7700D1}" destId="{1D13C54C-05F5-42A8-9C95-1571DEC1E464}" srcOrd="0" destOrd="0" presId="urn:microsoft.com/office/officeart/2018/5/layout/IconLeafLabelList"/>
    <dgm:cxn modelId="{DE4EABDE-C675-451D-A333-AB1C992DDB92}" srcId="{0D01767C-B5B7-435E-B448-CFFECB7700D1}" destId="{7400FA93-8C57-499F-B797-6FB42E6776ED}" srcOrd="0" destOrd="0" parTransId="{AAEFBE87-D912-4E2D-909D-219506D575D4}" sibTransId="{7E908510-065F-46BF-9382-0B7D5ED8CAF5}"/>
    <dgm:cxn modelId="{5FD62299-F0BF-4477-A3B3-3B06EB8FB5A2}" type="presParOf" srcId="{1D13C54C-05F5-42A8-9C95-1571DEC1E464}" destId="{B46960EF-DB72-4638-BA33-3489BB59A8D2}" srcOrd="0" destOrd="0" presId="urn:microsoft.com/office/officeart/2018/5/layout/IconLeafLabelList"/>
    <dgm:cxn modelId="{E90B4A91-73F4-4E0B-8108-EF345B13ECB3}" type="presParOf" srcId="{B46960EF-DB72-4638-BA33-3489BB59A8D2}" destId="{16DCE2EC-A6CE-4471-94AB-EC026B62C27E}" srcOrd="0" destOrd="0" presId="urn:microsoft.com/office/officeart/2018/5/layout/IconLeafLabelList"/>
    <dgm:cxn modelId="{CAE026C9-223A-481E-AE39-5EEA5DB3B196}" type="presParOf" srcId="{B46960EF-DB72-4638-BA33-3489BB59A8D2}" destId="{931353D8-3B7F-4E81-B555-BE34B08AECB5}" srcOrd="1" destOrd="0" presId="urn:microsoft.com/office/officeart/2018/5/layout/IconLeafLabelList"/>
    <dgm:cxn modelId="{85886582-6CA6-43B5-B64A-9B23005D731D}" type="presParOf" srcId="{B46960EF-DB72-4638-BA33-3489BB59A8D2}" destId="{DFE1AE7F-2447-4CF9-B603-65E1F500519C}" srcOrd="2" destOrd="0" presId="urn:microsoft.com/office/officeart/2018/5/layout/IconLeafLabelList"/>
    <dgm:cxn modelId="{4A0CE7DD-2E38-438C-BA8A-28982955F582}" type="presParOf" srcId="{B46960EF-DB72-4638-BA33-3489BB59A8D2}" destId="{73DC19F2-27AE-43AA-B06E-F0A01367A8D1}" srcOrd="3" destOrd="0" presId="urn:microsoft.com/office/officeart/2018/5/layout/IconLeafLabelList"/>
    <dgm:cxn modelId="{2F85E2C1-F5E0-4168-A35D-F450ECC747F1}" type="presParOf" srcId="{1D13C54C-05F5-42A8-9C95-1571DEC1E464}" destId="{F6DC4478-AC3B-4C6F-81F7-30A89EBEA6CC}" srcOrd="1" destOrd="0" presId="urn:microsoft.com/office/officeart/2018/5/layout/IconLeafLabelList"/>
    <dgm:cxn modelId="{8716BE86-9F20-4955-BF3F-2D37225A0505}" type="presParOf" srcId="{1D13C54C-05F5-42A8-9C95-1571DEC1E464}" destId="{9321CB71-573C-46D0-9DF9-A15A2347FD9A}" srcOrd="2" destOrd="0" presId="urn:microsoft.com/office/officeart/2018/5/layout/IconLeafLabelList"/>
    <dgm:cxn modelId="{B7CD5C2A-0E96-4412-AB72-72574803454F}" type="presParOf" srcId="{9321CB71-573C-46D0-9DF9-A15A2347FD9A}" destId="{5D849E47-1954-441A-BA65-FA8EFD0B3FC0}" srcOrd="0" destOrd="0" presId="urn:microsoft.com/office/officeart/2018/5/layout/IconLeafLabelList"/>
    <dgm:cxn modelId="{46B2A17D-F0E0-4F43-BFAF-C5FEE176B07D}" type="presParOf" srcId="{9321CB71-573C-46D0-9DF9-A15A2347FD9A}" destId="{8AA1F99D-1790-445D-9F3E-26910ED50CD2}" srcOrd="1" destOrd="0" presId="urn:microsoft.com/office/officeart/2018/5/layout/IconLeafLabelList"/>
    <dgm:cxn modelId="{89331494-D86A-46CA-8CDD-D78215A6DA1A}" type="presParOf" srcId="{9321CB71-573C-46D0-9DF9-A15A2347FD9A}" destId="{31B4BE9C-B666-41DD-AC09-5705A37F982F}" srcOrd="2" destOrd="0" presId="urn:microsoft.com/office/officeart/2018/5/layout/IconLeafLabelList"/>
    <dgm:cxn modelId="{F0AC96EB-D5A5-4B09-813C-2BDBF2750187}" type="presParOf" srcId="{9321CB71-573C-46D0-9DF9-A15A2347FD9A}" destId="{C1A6E8CA-AA0C-4737-A4F1-3B4587DC9EC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66DCB1-9E97-4E10-83BB-FBABD49D6197}" type="doc">
      <dgm:prSet loTypeId="urn:microsoft.com/office/officeart/2005/8/layout/vList2" loCatId="list" qsTypeId="urn:microsoft.com/office/officeart/2005/8/quickstyle/simple2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C3227D65-079B-4756-B7D5-777A7B2D2081}">
      <dgm:prSet/>
      <dgm:spPr/>
      <dgm:t>
        <a:bodyPr/>
        <a:lstStyle/>
        <a:p>
          <a:r>
            <a:rPr lang="da-DK" baseline="0" dirty="0"/>
            <a:t>Opgave 9</a:t>
          </a:r>
          <a:endParaRPr lang="en-US" dirty="0"/>
        </a:p>
      </dgm:t>
    </dgm:pt>
    <dgm:pt modelId="{052E8587-ED83-4507-80A7-1A7E30A2B9BB}" type="parTrans" cxnId="{A44B26E3-5E92-4514-A234-68841C346DCE}">
      <dgm:prSet/>
      <dgm:spPr/>
      <dgm:t>
        <a:bodyPr/>
        <a:lstStyle/>
        <a:p>
          <a:endParaRPr lang="en-US"/>
        </a:p>
      </dgm:t>
    </dgm:pt>
    <dgm:pt modelId="{DA6F82DD-1F39-43CD-AE0E-A9043AC1EDB7}" type="sibTrans" cxnId="{A44B26E3-5E92-4514-A234-68841C346DCE}">
      <dgm:prSet/>
      <dgm:spPr/>
      <dgm:t>
        <a:bodyPr/>
        <a:lstStyle/>
        <a:p>
          <a:endParaRPr lang="en-US"/>
        </a:p>
      </dgm:t>
    </dgm:pt>
    <dgm:pt modelId="{18995BE9-E3E0-4E43-868A-14DBC198F15E}">
      <dgm:prSet/>
      <dgm:spPr/>
      <dgm:t>
        <a:bodyPr/>
        <a:lstStyle/>
        <a:p>
          <a:r>
            <a:rPr lang="da-DK" baseline="0"/>
            <a:t>30 min.</a:t>
          </a:r>
          <a:endParaRPr lang="en-US"/>
        </a:p>
      </dgm:t>
    </dgm:pt>
    <dgm:pt modelId="{F7B841CE-889D-46DE-922F-40CC9EEE681C}" type="parTrans" cxnId="{89F5F048-A45C-4F9C-B13B-D1E63E0FBB06}">
      <dgm:prSet/>
      <dgm:spPr/>
      <dgm:t>
        <a:bodyPr/>
        <a:lstStyle/>
        <a:p>
          <a:endParaRPr lang="en-US"/>
        </a:p>
      </dgm:t>
    </dgm:pt>
    <dgm:pt modelId="{F0D8E088-AE79-4393-8E26-597065D46459}" type="sibTrans" cxnId="{89F5F048-A45C-4F9C-B13B-D1E63E0FBB06}">
      <dgm:prSet/>
      <dgm:spPr/>
      <dgm:t>
        <a:bodyPr/>
        <a:lstStyle/>
        <a:p>
          <a:endParaRPr lang="en-US"/>
        </a:p>
      </dgm:t>
    </dgm:pt>
    <dgm:pt modelId="{E1932385-AF25-4DCB-8D2C-1E9279EA9F2C}" type="pres">
      <dgm:prSet presAssocID="{C666DCB1-9E97-4E10-83BB-FBABD49D6197}" presName="linear" presStyleCnt="0">
        <dgm:presLayoutVars>
          <dgm:animLvl val="lvl"/>
          <dgm:resizeHandles val="exact"/>
        </dgm:presLayoutVars>
      </dgm:prSet>
      <dgm:spPr/>
    </dgm:pt>
    <dgm:pt modelId="{EAF12BA3-AF69-4BA0-8C25-548B61266532}" type="pres">
      <dgm:prSet presAssocID="{C3227D65-079B-4756-B7D5-777A7B2D20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33307F-1C42-4A44-9D06-1C74280BA95B}" type="pres">
      <dgm:prSet presAssocID="{DA6F82DD-1F39-43CD-AE0E-A9043AC1EDB7}" presName="spacer" presStyleCnt="0"/>
      <dgm:spPr/>
    </dgm:pt>
    <dgm:pt modelId="{EFC937BB-9A9F-49E2-8954-3A50E6A3E714}" type="pres">
      <dgm:prSet presAssocID="{18995BE9-E3E0-4E43-868A-14DBC198F15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7C72214-E513-46B7-BC3A-D89FB9C67AD2}" type="presOf" srcId="{C666DCB1-9E97-4E10-83BB-FBABD49D6197}" destId="{E1932385-AF25-4DCB-8D2C-1E9279EA9F2C}" srcOrd="0" destOrd="0" presId="urn:microsoft.com/office/officeart/2005/8/layout/vList2"/>
    <dgm:cxn modelId="{89F5F048-A45C-4F9C-B13B-D1E63E0FBB06}" srcId="{C666DCB1-9E97-4E10-83BB-FBABD49D6197}" destId="{18995BE9-E3E0-4E43-868A-14DBC198F15E}" srcOrd="1" destOrd="0" parTransId="{F7B841CE-889D-46DE-922F-40CC9EEE681C}" sibTransId="{F0D8E088-AE79-4393-8E26-597065D46459}"/>
    <dgm:cxn modelId="{A091FA5A-680F-4C5C-B011-6C8BD8D7B9A8}" type="presOf" srcId="{C3227D65-079B-4756-B7D5-777A7B2D2081}" destId="{EAF12BA3-AF69-4BA0-8C25-548B61266532}" srcOrd="0" destOrd="0" presId="urn:microsoft.com/office/officeart/2005/8/layout/vList2"/>
    <dgm:cxn modelId="{A44B26E3-5E92-4514-A234-68841C346DCE}" srcId="{C666DCB1-9E97-4E10-83BB-FBABD49D6197}" destId="{C3227D65-079B-4756-B7D5-777A7B2D2081}" srcOrd="0" destOrd="0" parTransId="{052E8587-ED83-4507-80A7-1A7E30A2B9BB}" sibTransId="{DA6F82DD-1F39-43CD-AE0E-A9043AC1EDB7}"/>
    <dgm:cxn modelId="{9B1C7EFB-2664-4C49-8F26-C66A3681277B}" type="presOf" srcId="{18995BE9-E3E0-4E43-868A-14DBC198F15E}" destId="{EFC937BB-9A9F-49E2-8954-3A50E6A3E714}" srcOrd="0" destOrd="0" presId="urn:microsoft.com/office/officeart/2005/8/layout/vList2"/>
    <dgm:cxn modelId="{36C3032F-6D43-473F-9D55-05838C7696DD}" type="presParOf" srcId="{E1932385-AF25-4DCB-8D2C-1E9279EA9F2C}" destId="{EAF12BA3-AF69-4BA0-8C25-548B61266532}" srcOrd="0" destOrd="0" presId="urn:microsoft.com/office/officeart/2005/8/layout/vList2"/>
    <dgm:cxn modelId="{4FBB04BC-B22F-4FAC-A326-8D911C9E4545}" type="presParOf" srcId="{E1932385-AF25-4DCB-8D2C-1E9279EA9F2C}" destId="{7133307F-1C42-4A44-9D06-1C74280BA95B}" srcOrd="1" destOrd="0" presId="urn:microsoft.com/office/officeart/2005/8/layout/vList2"/>
    <dgm:cxn modelId="{C17F9469-0D15-4BBB-ACE6-9CA0D38B7C0D}" type="presParOf" srcId="{E1932385-AF25-4DCB-8D2C-1E9279EA9F2C}" destId="{EFC937BB-9A9F-49E2-8954-3A50E6A3E71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52F9C6-5515-4DB5-BD45-84F34C120432}" type="doc">
      <dgm:prSet loTypeId="urn:microsoft.com/office/officeart/2018/2/layout/IconLabelList" loCatId="icon" qsTypeId="urn:microsoft.com/office/officeart/2005/8/quickstyle/simple1#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677B73-5F55-4552-8E5D-52FE2CDE8C9F}">
      <dgm:prSet/>
      <dgm:spPr/>
      <dgm:t>
        <a:bodyPr/>
        <a:lstStyle/>
        <a:p>
          <a:r>
            <a:rPr lang="da-DK" baseline="0" dirty="0"/>
            <a:t>Opgaver: 10 </a:t>
          </a:r>
          <a:endParaRPr lang="en-US" dirty="0"/>
        </a:p>
      </dgm:t>
    </dgm:pt>
    <dgm:pt modelId="{551FFC16-26D8-423B-B205-C79B2A7F1595}" type="parTrans" cxnId="{BC8A1FD5-21D9-4115-ACD7-619F626752E3}">
      <dgm:prSet/>
      <dgm:spPr/>
      <dgm:t>
        <a:bodyPr/>
        <a:lstStyle/>
        <a:p>
          <a:endParaRPr lang="en-US"/>
        </a:p>
      </dgm:t>
    </dgm:pt>
    <dgm:pt modelId="{BECFB5B8-E9A9-49AF-B14E-619331DB0175}" type="sibTrans" cxnId="{BC8A1FD5-21D9-4115-ACD7-619F626752E3}">
      <dgm:prSet/>
      <dgm:spPr/>
      <dgm:t>
        <a:bodyPr/>
        <a:lstStyle/>
        <a:p>
          <a:endParaRPr lang="en-US"/>
        </a:p>
      </dgm:t>
    </dgm:pt>
    <dgm:pt modelId="{A733BC1C-0E9B-41D1-8B37-3EBE2717D3C0}">
      <dgm:prSet/>
      <dgm:spPr/>
      <dgm:t>
        <a:bodyPr/>
        <a:lstStyle/>
        <a:p>
          <a:r>
            <a:rPr lang="da-DK" baseline="0"/>
            <a:t>10 min.</a:t>
          </a:r>
          <a:endParaRPr lang="en-US" dirty="0"/>
        </a:p>
      </dgm:t>
    </dgm:pt>
    <dgm:pt modelId="{EAAFC707-F7A7-4EB0-A120-15A97C54B80A}" type="parTrans" cxnId="{C3319369-0D85-4C5D-B159-DD7F136B7DD6}">
      <dgm:prSet/>
      <dgm:spPr/>
      <dgm:t>
        <a:bodyPr/>
        <a:lstStyle/>
        <a:p>
          <a:endParaRPr lang="en-US"/>
        </a:p>
      </dgm:t>
    </dgm:pt>
    <dgm:pt modelId="{C6EF5986-A6DD-4DCF-A8F1-B694AEE857F4}" type="sibTrans" cxnId="{C3319369-0D85-4C5D-B159-DD7F136B7DD6}">
      <dgm:prSet/>
      <dgm:spPr/>
      <dgm:t>
        <a:bodyPr/>
        <a:lstStyle/>
        <a:p>
          <a:endParaRPr lang="en-US"/>
        </a:p>
      </dgm:t>
    </dgm:pt>
    <dgm:pt modelId="{81C527D6-3F6E-40C7-8A2F-95D57E799E09}" type="pres">
      <dgm:prSet presAssocID="{E652F9C6-5515-4DB5-BD45-84F34C120432}" presName="root" presStyleCnt="0">
        <dgm:presLayoutVars>
          <dgm:dir/>
          <dgm:resizeHandles val="exact"/>
        </dgm:presLayoutVars>
      </dgm:prSet>
      <dgm:spPr/>
    </dgm:pt>
    <dgm:pt modelId="{E2D104A9-37D2-4D9E-A2C7-B0B6F6147EA8}" type="pres">
      <dgm:prSet presAssocID="{8C677B73-5F55-4552-8E5D-52FE2CDE8C9F}" presName="compNode" presStyleCnt="0"/>
      <dgm:spPr/>
    </dgm:pt>
    <dgm:pt modelId="{D1572963-FD21-41C1-B0A9-173EEEDB6429}" type="pres">
      <dgm:prSet presAssocID="{8C677B73-5F55-4552-8E5D-52FE2CDE8C9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16B7A213-D72A-4F6D-AADD-E6310BB8163A}" type="pres">
      <dgm:prSet presAssocID="{8C677B73-5F55-4552-8E5D-52FE2CDE8C9F}" presName="spaceRect" presStyleCnt="0"/>
      <dgm:spPr/>
    </dgm:pt>
    <dgm:pt modelId="{F595699C-2006-4A3E-8385-448332CEE979}" type="pres">
      <dgm:prSet presAssocID="{8C677B73-5F55-4552-8E5D-52FE2CDE8C9F}" presName="textRect" presStyleLbl="revTx" presStyleIdx="0" presStyleCnt="2">
        <dgm:presLayoutVars>
          <dgm:chMax val="1"/>
          <dgm:chPref val="1"/>
        </dgm:presLayoutVars>
      </dgm:prSet>
      <dgm:spPr/>
    </dgm:pt>
    <dgm:pt modelId="{373B04E6-96E2-4B11-9AA0-C8AA5CC7EFD5}" type="pres">
      <dgm:prSet presAssocID="{BECFB5B8-E9A9-49AF-B14E-619331DB0175}" presName="sibTrans" presStyleCnt="0"/>
      <dgm:spPr/>
    </dgm:pt>
    <dgm:pt modelId="{5E027B1E-1339-4270-A3D1-163D968C6D25}" type="pres">
      <dgm:prSet presAssocID="{A733BC1C-0E9B-41D1-8B37-3EBE2717D3C0}" presName="compNode" presStyleCnt="0"/>
      <dgm:spPr/>
    </dgm:pt>
    <dgm:pt modelId="{FAEF306D-6C52-4185-A49D-38B60AF2A216}" type="pres">
      <dgm:prSet presAssocID="{A733BC1C-0E9B-41D1-8B37-3EBE2717D3C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6101EE51-05D4-41D6-B3F1-45996DB5CD3A}" type="pres">
      <dgm:prSet presAssocID="{A733BC1C-0E9B-41D1-8B37-3EBE2717D3C0}" presName="spaceRect" presStyleCnt="0"/>
      <dgm:spPr/>
    </dgm:pt>
    <dgm:pt modelId="{84F93A0E-C7EE-4710-9659-278055379577}" type="pres">
      <dgm:prSet presAssocID="{A733BC1C-0E9B-41D1-8B37-3EBE2717D3C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A14D90B-0ED5-4C58-BCEE-F2EB4343A40E}" type="presOf" srcId="{8C677B73-5F55-4552-8E5D-52FE2CDE8C9F}" destId="{F595699C-2006-4A3E-8385-448332CEE979}" srcOrd="0" destOrd="0" presId="urn:microsoft.com/office/officeart/2018/2/layout/IconLabelList"/>
    <dgm:cxn modelId="{DA613861-787F-41A3-9E68-70A81759C7D2}" type="presOf" srcId="{A733BC1C-0E9B-41D1-8B37-3EBE2717D3C0}" destId="{84F93A0E-C7EE-4710-9659-278055379577}" srcOrd="0" destOrd="0" presId="urn:microsoft.com/office/officeart/2018/2/layout/IconLabelList"/>
    <dgm:cxn modelId="{C3319369-0D85-4C5D-B159-DD7F136B7DD6}" srcId="{E652F9C6-5515-4DB5-BD45-84F34C120432}" destId="{A733BC1C-0E9B-41D1-8B37-3EBE2717D3C0}" srcOrd="1" destOrd="0" parTransId="{EAAFC707-F7A7-4EB0-A120-15A97C54B80A}" sibTransId="{C6EF5986-A6DD-4DCF-A8F1-B694AEE857F4}"/>
    <dgm:cxn modelId="{5A534956-8164-419A-A11C-82C596FBE621}" type="presOf" srcId="{E652F9C6-5515-4DB5-BD45-84F34C120432}" destId="{81C527D6-3F6E-40C7-8A2F-95D57E799E09}" srcOrd="0" destOrd="0" presId="urn:microsoft.com/office/officeart/2018/2/layout/IconLabelList"/>
    <dgm:cxn modelId="{BC8A1FD5-21D9-4115-ACD7-619F626752E3}" srcId="{E652F9C6-5515-4DB5-BD45-84F34C120432}" destId="{8C677B73-5F55-4552-8E5D-52FE2CDE8C9F}" srcOrd="0" destOrd="0" parTransId="{551FFC16-26D8-423B-B205-C79B2A7F1595}" sibTransId="{BECFB5B8-E9A9-49AF-B14E-619331DB0175}"/>
    <dgm:cxn modelId="{5EE7245C-7A18-4510-837C-D3B71AE1990A}" type="presParOf" srcId="{81C527D6-3F6E-40C7-8A2F-95D57E799E09}" destId="{E2D104A9-37D2-4D9E-A2C7-B0B6F6147EA8}" srcOrd="0" destOrd="0" presId="urn:microsoft.com/office/officeart/2018/2/layout/IconLabelList"/>
    <dgm:cxn modelId="{186FE56F-FBE2-46DE-A682-95471799636C}" type="presParOf" srcId="{E2D104A9-37D2-4D9E-A2C7-B0B6F6147EA8}" destId="{D1572963-FD21-41C1-B0A9-173EEEDB6429}" srcOrd="0" destOrd="0" presId="urn:microsoft.com/office/officeart/2018/2/layout/IconLabelList"/>
    <dgm:cxn modelId="{94C332DD-812C-444E-8C3B-60E42842CF39}" type="presParOf" srcId="{E2D104A9-37D2-4D9E-A2C7-B0B6F6147EA8}" destId="{16B7A213-D72A-4F6D-AADD-E6310BB8163A}" srcOrd="1" destOrd="0" presId="urn:microsoft.com/office/officeart/2018/2/layout/IconLabelList"/>
    <dgm:cxn modelId="{F19D89F8-632C-4216-AA62-9D24088092A9}" type="presParOf" srcId="{E2D104A9-37D2-4D9E-A2C7-B0B6F6147EA8}" destId="{F595699C-2006-4A3E-8385-448332CEE979}" srcOrd="2" destOrd="0" presId="urn:microsoft.com/office/officeart/2018/2/layout/IconLabelList"/>
    <dgm:cxn modelId="{976B317F-80C4-426A-95ED-C34F7B5F9E93}" type="presParOf" srcId="{81C527D6-3F6E-40C7-8A2F-95D57E799E09}" destId="{373B04E6-96E2-4B11-9AA0-C8AA5CC7EFD5}" srcOrd="1" destOrd="0" presId="urn:microsoft.com/office/officeart/2018/2/layout/IconLabelList"/>
    <dgm:cxn modelId="{1063343A-5840-41C5-B7E3-B7B2883D66D0}" type="presParOf" srcId="{81C527D6-3F6E-40C7-8A2F-95D57E799E09}" destId="{5E027B1E-1339-4270-A3D1-163D968C6D25}" srcOrd="2" destOrd="0" presId="urn:microsoft.com/office/officeart/2018/2/layout/IconLabelList"/>
    <dgm:cxn modelId="{0B0E3F7D-D7DE-4337-9160-EAC2A1E36A16}" type="presParOf" srcId="{5E027B1E-1339-4270-A3D1-163D968C6D25}" destId="{FAEF306D-6C52-4185-A49D-38B60AF2A216}" srcOrd="0" destOrd="0" presId="urn:microsoft.com/office/officeart/2018/2/layout/IconLabelList"/>
    <dgm:cxn modelId="{2FAD1FBE-51EE-4C21-B3A8-1B430D17A862}" type="presParOf" srcId="{5E027B1E-1339-4270-A3D1-163D968C6D25}" destId="{6101EE51-05D4-41D6-B3F1-45996DB5CD3A}" srcOrd="1" destOrd="0" presId="urn:microsoft.com/office/officeart/2018/2/layout/IconLabelList"/>
    <dgm:cxn modelId="{C9105ABA-F2CE-41A5-B1D1-52259541DD22}" type="presParOf" srcId="{5E027B1E-1339-4270-A3D1-163D968C6D25}" destId="{84F93A0E-C7EE-4710-9659-2780553795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ABA07-2AEC-49D9-9B19-05A06F5594B1}">
      <dsp:nvSpPr>
        <dsp:cNvPr id="0" name=""/>
        <dsp:cNvSpPr/>
      </dsp:nvSpPr>
      <dsp:spPr>
        <a:xfrm>
          <a:off x="0" y="0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 baseline="0"/>
            <a:t>Alt stof er opbygget af atomer</a:t>
          </a:r>
          <a:endParaRPr lang="en-US" sz="3600" kern="1200"/>
        </a:p>
      </dsp:txBody>
      <dsp:txXfrm>
        <a:off x="34342" y="34342"/>
        <a:ext cx="7909152" cy="1103843"/>
      </dsp:txXfrm>
    </dsp:sp>
    <dsp:sp modelId="{3EEFF28C-105D-4108-A2FA-CE321FB96437}">
      <dsp:nvSpPr>
        <dsp:cNvPr id="0" name=""/>
        <dsp:cNvSpPr/>
      </dsp:nvSpPr>
      <dsp:spPr>
        <a:xfrm>
          <a:off x="809505" y="1367948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 baseline="0"/>
            <a:t>Atomer et bittesmå partikler</a:t>
          </a:r>
          <a:endParaRPr lang="en-US" sz="3600" kern="1200"/>
        </a:p>
      </dsp:txBody>
      <dsp:txXfrm>
        <a:off x="843847" y="1402290"/>
        <a:ext cx="7534068" cy="1103843"/>
      </dsp:txXfrm>
    </dsp:sp>
    <dsp:sp modelId="{E143BE87-9D33-47F9-B3EA-30E1EA6E517E}">
      <dsp:nvSpPr>
        <dsp:cNvPr id="0" name=""/>
        <dsp:cNvSpPr/>
      </dsp:nvSpPr>
      <dsp:spPr>
        <a:xfrm>
          <a:off x="1619011" y="2735897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 baseline="0"/>
            <a:t>Der findes 118 forskellige slags atomer</a:t>
          </a:r>
          <a:endParaRPr lang="en-US" sz="3600" kern="1200"/>
        </a:p>
      </dsp:txBody>
      <dsp:txXfrm>
        <a:off x="1653353" y="2770239"/>
        <a:ext cx="7534068" cy="1103843"/>
      </dsp:txXfrm>
    </dsp:sp>
    <dsp:sp modelId="{D888AF40-8A01-4004-9F8C-A09339D263EB}">
      <dsp:nvSpPr>
        <dsp:cNvPr id="0" name=""/>
        <dsp:cNvSpPr/>
      </dsp:nvSpPr>
      <dsp:spPr>
        <a:xfrm>
          <a:off x="8412258" y="889166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83740" y="889166"/>
        <a:ext cx="419178" cy="573512"/>
      </dsp:txXfrm>
    </dsp:sp>
    <dsp:sp modelId="{B3F18A91-AFDA-4DCC-9B8C-EEF0EC80F686}">
      <dsp:nvSpPr>
        <dsp:cNvPr id="0" name=""/>
        <dsp:cNvSpPr/>
      </dsp:nvSpPr>
      <dsp:spPr>
        <a:xfrm>
          <a:off x="9221764" y="2249298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93246" y="2249298"/>
        <a:ext cx="419178" cy="5735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66D18-517C-4144-B007-C960BDA53849}">
      <dsp:nvSpPr>
        <dsp:cNvPr id="0" name=""/>
        <dsp:cNvSpPr/>
      </dsp:nvSpPr>
      <dsp:spPr>
        <a:xfrm>
          <a:off x="0" y="0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 baseline="0"/>
            <a:t>Grundstoffer er stoffer der består af én slags atomer</a:t>
          </a:r>
          <a:endParaRPr lang="en-US" sz="3100" kern="1200"/>
        </a:p>
      </dsp:txBody>
      <dsp:txXfrm>
        <a:off x="34342" y="34342"/>
        <a:ext cx="7909152" cy="1103843"/>
      </dsp:txXfrm>
    </dsp:sp>
    <dsp:sp modelId="{3B031B18-AD95-4A8E-80A2-59DECE75B66A}">
      <dsp:nvSpPr>
        <dsp:cNvPr id="0" name=""/>
        <dsp:cNvSpPr/>
      </dsp:nvSpPr>
      <dsp:spPr>
        <a:xfrm>
          <a:off x="809505" y="1367948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 baseline="0"/>
            <a:t>Da der findes 118 slags atomer, findes der også 118 grundstoffer</a:t>
          </a:r>
          <a:endParaRPr lang="en-US" sz="3100" kern="1200"/>
        </a:p>
      </dsp:txBody>
      <dsp:txXfrm>
        <a:off x="843847" y="1402290"/>
        <a:ext cx="7534068" cy="1103843"/>
      </dsp:txXfrm>
    </dsp:sp>
    <dsp:sp modelId="{346E62D2-EFF7-4DF9-A048-FAE408556579}">
      <dsp:nvSpPr>
        <dsp:cNvPr id="0" name=""/>
        <dsp:cNvSpPr/>
      </dsp:nvSpPr>
      <dsp:spPr>
        <a:xfrm>
          <a:off x="1619011" y="2735897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 baseline="0"/>
            <a:t>EN række kendte grundstoffer: guld, sølv, kobber, jern, nikkel</a:t>
          </a:r>
          <a:endParaRPr lang="en-US" sz="3100" kern="1200"/>
        </a:p>
      </dsp:txBody>
      <dsp:txXfrm>
        <a:off x="1653353" y="2770239"/>
        <a:ext cx="7534068" cy="1103843"/>
      </dsp:txXfrm>
    </dsp:sp>
    <dsp:sp modelId="{AE3D0DCC-ED10-4222-8D4A-1C3C6A0EB202}">
      <dsp:nvSpPr>
        <dsp:cNvPr id="0" name=""/>
        <dsp:cNvSpPr/>
      </dsp:nvSpPr>
      <dsp:spPr>
        <a:xfrm>
          <a:off x="8412258" y="889166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83740" y="889166"/>
        <a:ext cx="419178" cy="573512"/>
      </dsp:txXfrm>
    </dsp:sp>
    <dsp:sp modelId="{400EA6FF-5ACC-4F9B-98F6-0B97BDEB9CF3}">
      <dsp:nvSpPr>
        <dsp:cNvPr id="0" name=""/>
        <dsp:cNvSpPr/>
      </dsp:nvSpPr>
      <dsp:spPr>
        <a:xfrm>
          <a:off x="9221764" y="2249298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93246" y="2249298"/>
        <a:ext cx="419178" cy="5735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1FE74-B05F-41F3-B704-5A9EE5BD7E1B}">
      <dsp:nvSpPr>
        <dsp:cNvPr id="0" name=""/>
        <dsp:cNvSpPr/>
      </dsp:nvSpPr>
      <dsp:spPr>
        <a:xfrm>
          <a:off x="0" y="591"/>
          <a:ext cx="5759656" cy="1384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38F7F-89B6-4D73-A17C-91E1B1C9A857}">
      <dsp:nvSpPr>
        <dsp:cNvPr id="0" name=""/>
        <dsp:cNvSpPr/>
      </dsp:nvSpPr>
      <dsp:spPr>
        <a:xfrm>
          <a:off x="418814" y="312106"/>
          <a:ext cx="761480" cy="761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AED8B-37EC-4042-BA36-3037A5E327AF}">
      <dsp:nvSpPr>
        <dsp:cNvPr id="0" name=""/>
        <dsp:cNvSpPr/>
      </dsp:nvSpPr>
      <dsp:spPr>
        <a:xfrm>
          <a:off x="1599108" y="591"/>
          <a:ext cx="4160547" cy="1384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7" tIns="146527" rIns="146527" bIns="1465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/>
            <a:t>Opgaveark: opgaver kap 2.docx</a:t>
          </a:r>
          <a:endParaRPr lang="en-US" sz="2500" kern="1200"/>
        </a:p>
      </dsp:txBody>
      <dsp:txXfrm>
        <a:off x="1599108" y="591"/>
        <a:ext cx="4160547" cy="1384509"/>
      </dsp:txXfrm>
    </dsp:sp>
    <dsp:sp modelId="{5D05AB97-3E41-4A88-94EB-AF59342EC679}">
      <dsp:nvSpPr>
        <dsp:cNvPr id="0" name=""/>
        <dsp:cNvSpPr/>
      </dsp:nvSpPr>
      <dsp:spPr>
        <a:xfrm>
          <a:off x="0" y="1731228"/>
          <a:ext cx="5759656" cy="1384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2FCCD-11AD-4F36-B69E-0455AA94FBAC}">
      <dsp:nvSpPr>
        <dsp:cNvPr id="0" name=""/>
        <dsp:cNvSpPr/>
      </dsp:nvSpPr>
      <dsp:spPr>
        <a:xfrm>
          <a:off x="418814" y="2042743"/>
          <a:ext cx="761480" cy="761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02E59-C125-4B8C-AC55-A38683E5FA39}">
      <dsp:nvSpPr>
        <dsp:cNvPr id="0" name=""/>
        <dsp:cNvSpPr/>
      </dsp:nvSpPr>
      <dsp:spPr>
        <a:xfrm>
          <a:off x="1599108" y="1731228"/>
          <a:ext cx="4160547" cy="1384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7" tIns="146527" rIns="146527" bIns="1465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/>
            <a:t>Opgave 1-3</a:t>
          </a:r>
          <a:endParaRPr lang="en-US" sz="2500" kern="1200"/>
        </a:p>
      </dsp:txBody>
      <dsp:txXfrm>
        <a:off x="1599108" y="1731228"/>
        <a:ext cx="4160547" cy="1384509"/>
      </dsp:txXfrm>
    </dsp:sp>
    <dsp:sp modelId="{60EB9403-A3FA-47AF-B53B-E0A1F44C4352}">
      <dsp:nvSpPr>
        <dsp:cNvPr id="0" name=""/>
        <dsp:cNvSpPr/>
      </dsp:nvSpPr>
      <dsp:spPr>
        <a:xfrm>
          <a:off x="0" y="3461865"/>
          <a:ext cx="5759656" cy="1384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79BF9-06F0-47C5-9D78-4E6139C0F7CC}">
      <dsp:nvSpPr>
        <dsp:cNvPr id="0" name=""/>
        <dsp:cNvSpPr/>
      </dsp:nvSpPr>
      <dsp:spPr>
        <a:xfrm>
          <a:off x="418814" y="3773380"/>
          <a:ext cx="761480" cy="761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38EA4-10A2-44F4-99EA-20117AD8B269}">
      <dsp:nvSpPr>
        <dsp:cNvPr id="0" name=""/>
        <dsp:cNvSpPr/>
      </dsp:nvSpPr>
      <dsp:spPr>
        <a:xfrm>
          <a:off x="1599108" y="3461865"/>
          <a:ext cx="4160547" cy="1384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7" tIns="146527" rIns="146527" bIns="1465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baseline="0" dirty="0"/>
            <a:t>15 min.</a:t>
          </a:r>
          <a:endParaRPr lang="en-US" sz="2500" kern="1200" dirty="0"/>
        </a:p>
      </dsp:txBody>
      <dsp:txXfrm>
        <a:off x="1599108" y="3461865"/>
        <a:ext cx="4160547" cy="13845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CE2EC-A6CE-4471-94AB-EC026B62C27E}">
      <dsp:nvSpPr>
        <dsp:cNvPr id="0" name=""/>
        <dsp:cNvSpPr/>
      </dsp:nvSpPr>
      <dsp:spPr>
        <a:xfrm>
          <a:off x="2183706" y="15421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353D8-3B7F-4E81-B555-BE34B08AECB5}">
      <dsp:nvSpPr>
        <dsp:cNvPr id="0" name=""/>
        <dsp:cNvSpPr/>
      </dsp:nvSpPr>
      <dsp:spPr>
        <a:xfrm>
          <a:off x="2651706" y="62221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C19F2-27AE-43AA-B06E-F0A01367A8D1}">
      <dsp:nvSpPr>
        <dsp:cNvPr id="0" name=""/>
        <dsp:cNvSpPr/>
      </dsp:nvSpPr>
      <dsp:spPr>
        <a:xfrm>
          <a:off x="1481706" y="30342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 baseline="0" dirty="0"/>
            <a:t>Opgave 4-6</a:t>
          </a:r>
          <a:endParaRPr lang="en-US" sz="4400" kern="1200" dirty="0"/>
        </a:p>
      </dsp:txBody>
      <dsp:txXfrm>
        <a:off x="1481706" y="3034212"/>
        <a:ext cx="3600000" cy="720000"/>
      </dsp:txXfrm>
    </dsp:sp>
    <dsp:sp modelId="{5D849E47-1954-441A-BA65-FA8EFD0B3FC0}">
      <dsp:nvSpPr>
        <dsp:cNvPr id="0" name=""/>
        <dsp:cNvSpPr/>
      </dsp:nvSpPr>
      <dsp:spPr>
        <a:xfrm>
          <a:off x="6413706" y="15421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1F99D-1790-445D-9F3E-26910ED50CD2}">
      <dsp:nvSpPr>
        <dsp:cNvPr id="0" name=""/>
        <dsp:cNvSpPr/>
      </dsp:nvSpPr>
      <dsp:spPr>
        <a:xfrm>
          <a:off x="6881706" y="62221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6E8CA-AA0C-4737-A4F1-3B4587DC9EC3}">
      <dsp:nvSpPr>
        <dsp:cNvPr id="0" name=""/>
        <dsp:cNvSpPr/>
      </dsp:nvSpPr>
      <dsp:spPr>
        <a:xfrm>
          <a:off x="5711706" y="30342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4400" kern="1200" baseline="0" dirty="0"/>
            <a:t>15 min.</a:t>
          </a:r>
          <a:endParaRPr lang="en-US" sz="4400" kern="1200" dirty="0"/>
        </a:p>
      </dsp:txBody>
      <dsp:txXfrm>
        <a:off x="5711706" y="3034212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12BA3-AF69-4BA0-8C25-548B61266532}">
      <dsp:nvSpPr>
        <dsp:cNvPr id="0" name=""/>
        <dsp:cNvSpPr/>
      </dsp:nvSpPr>
      <dsp:spPr>
        <a:xfrm>
          <a:off x="0" y="770858"/>
          <a:ext cx="5759656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baseline="0" dirty="0"/>
            <a:t>Opgave 9</a:t>
          </a:r>
          <a:endParaRPr lang="en-US" sz="6500" kern="1200" dirty="0"/>
        </a:p>
      </dsp:txBody>
      <dsp:txXfrm>
        <a:off x="76105" y="846963"/>
        <a:ext cx="5607446" cy="1406815"/>
      </dsp:txXfrm>
    </dsp:sp>
    <dsp:sp modelId="{EFC937BB-9A9F-49E2-8954-3A50E6A3E714}">
      <dsp:nvSpPr>
        <dsp:cNvPr id="0" name=""/>
        <dsp:cNvSpPr/>
      </dsp:nvSpPr>
      <dsp:spPr>
        <a:xfrm>
          <a:off x="0" y="2517083"/>
          <a:ext cx="5759656" cy="1559025"/>
        </a:xfrm>
        <a:prstGeom prst="roundRect">
          <a:avLst/>
        </a:prstGeom>
        <a:solidFill>
          <a:schemeClr val="accent2">
            <a:hueOff val="3599988"/>
            <a:satOff val="-1850"/>
            <a:lumOff val="-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baseline="0"/>
            <a:t>30 min.</a:t>
          </a:r>
          <a:endParaRPr lang="en-US" sz="6500" kern="1200"/>
        </a:p>
      </dsp:txBody>
      <dsp:txXfrm>
        <a:off x="76105" y="2593188"/>
        <a:ext cx="5607446" cy="1406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72963-FD21-41C1-B0A9-173EEEDB6429}">
      <dsp:nvSpPr>
        <dsp:cNvPr id="0" name=""/>
        <dsp:cNvSpPr/>
      </dsp:nvSpPr>
      <dsp:spPr>
        <a:xfrm>
          <a:off x="1886706" y="387019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5699C-2006-4A3E-8385-448332CEE979}">
      <dsp:nvSpPr>
        <dsp:cNvPr id="0" name=""/>
        <dsp:cNvSpPr/>
      </dsp:nvSpPr>
      <dsp:spPr>
        <a:xfrm>
          <a:off x="698706" y="280140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 baseline="0" dirty="0"/>
            <a:t>Opgaver: 10 </a:t>
          </a:r>
          <a:endParaRPr lang="en-US" sz="5000" kern="1200" dirty="0"/>
        </a:p>
      </dsp:txBody>
      <dsp:txXfrm>
        <a:off x="698706" y="2801405"/>
        <a:ext cx="4320000" cy="720000"/>
      </dsp:txXfrm>
    </dsp:sp>
    <dsp:sp modelId="{FAEF306D-6C52-4185-A49D-38B60AF2A216}">
      <dsp:nvSpPr>
        <dsp:cNvPr id="0" name=""/>
        <dsp:cNvSpPr/>
      </dsp:nvSpPr>
      <dsp:spPr>
        <a:xfrm>
          <a:off x="6962706" y="387019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93A0E-C7EE-4710-9659-278055379577}">
      <dsp:nvSpPr>
        <dsp:cNvPr id="0" name=""/>
        <dsp:cNvSpPr/>
      </dsp:nvSpPr>
      <dsp:spPr>
        <a:xfrm>
          <a:off x="5774706" y="280140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 baseline="0"/>
            <a:t>10 min.</a:t>
          </a:r>
          <a:endParaRPr lang="en-US" sz="5000" kern="1200" dirty="0"/>
        </a:p>
      </dsp:txBody>
      <dsp:txXfrm>
        <a:off x="5774706" y="280140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41F11-0292-4254-BD3E-FB035052F74B}" type="datetimeFigureOut">
              <a:rPr lang="da-DK" smtClean="0"/>
              <a:t>24-09-2026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2B215-DE84-40F4-A597-873F89862CC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9191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C7C7C2A-8367-407D-BA53-3BA3BF6ADBD9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515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9155C-DC3C-496C-8468-ED0E60E03600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136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BA2D-76FA-45D8-9101-6BF4E72E861A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856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4C211-6FB1-4F7C-BB24-93D1BFBA26D7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221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E603-FC80-4738-A939-524B7078567C}" type="datetime1">
              <a:rPr lang="da-DK" smtClean="0"/>
              <a:t>24-09-2026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454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356D-C54F-401C-A659-21C0B97B5178}" type="datetime1">
              <a:rPr lang="da-DK" smtClean="0"/>
              <a:t>24-09-2026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770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34DE-61C7-4DA3-8687-C70DD7BBB164}" type="datetime1">
              <a:rPr lang="da-DK" smtClean="0"/>
              <a:t>24-09-2026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424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97ACD-B6FB-40FE-BF5C-2FB8D1397918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922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2E5BE-65C7-425C-ADC5-13B5497C271C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54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5854-4BFC-48E7-809F-72A510D0000A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211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A6E3D-C6A2-4189-88F8-A8B31692F699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8018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EF9-A032-473E-9D57-5589739073E7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2589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AD8F4-0237-42CE-A4B5-9614F5EB5E85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9734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10C7-4B08-405B-A412-67FBFDDB0D7C}" type="datetime1">
              <a:rPr lang="da-DK" smtClean="0"/>
              <a:t>24-09-2026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68588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9B35-8DE2-43ED-82FC-3472C3FA040A}" type="datetime1">
              <a:rPr lang="da-DK" smtClean="0"/>
              <a:t>24-09-2026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2412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7AC3-6F4D-4C52-A891-3E7F185BC51E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5024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E701-8ECB-4321-AF99-20493E7308F7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44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F8B0872-D1D0-435B-978F-A8AFD1921B9D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2753FA2-41D7-4982-BEE2-720DD78045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785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No_meta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41534-1CB1-4F41-F646-69CBF4F02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Kemi C for HF – Kap. 2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7C1AA78-4EAA-2083-652D-6AB493211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/>
              <a:t>Atomer</a:t>
            </a:r>
            <a:r>
              <a:rPr lang="da-DK" dirty="0"/>
              <a:t>, Molekyler og kemiske reaktioner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3C34D2A-B12F-D0B0-8D24-0F769006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728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D6F7E7-B9FD-036F-04D1-393E25362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da-DK" dirty="0"/>
              <a:t>Atomer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FA02E16-6E9E-7174-6393-08355636012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20581376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F1C90567-1E3E-BEE2-8408-F7405D6E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886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A0CCA9-0358-8AD2-2000-54F7ECFB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da-DK" dirty="0"/>
              <a:t>Grundstoffer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47615587-402B-9DAD-9E22-83C44ABF6BA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08617206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9429AD5E-1159-3C75-4053-AB560767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918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911D2C-0FCF-35AF-B7AA-FA469132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symbolsprog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0A0C97-FB63-3E80-06D9-78566EEDCA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For hvert grundstof findes der et symbol (forkortelse)</a:t>
            </a:r>
          </a:p>
          <a:p>
            <a:r>
              <a:rPr lang="da-DK" dirty="0"/>
              <a:t>De ti første grundstoffers navne: hydrogen, helium, </a:t>
            </a:r>
            <a:r>
              <a:rPr lang="da-DK" dirty="0" err="1"/>
              <a:t>lithium</a:t>
            </a:r>
            <a:r>
              <a:rPr lang="da-DK" dirty="0"/>
              <a:t>, beryllium, bor, </a:t>
            </a:r>
            <a:r>
              <a:rPr lang="da-DK" dirty="0" err="1"/>
              <a:t>carbon</a:t>
            </a:r>
            <a:r>
              <a:rPr lang="da-DK" dirty="0"/>
              <a:t>, nitrogen, oxygen, fluor, neon</a:t>
            </a:r>
          </a:p>
          <a:p>
            <a:r>
              <a:rPr lang="da-DK" dirty="0"/>
              <a:t>De ti første symboler: </a:t>
            </a:r>
            <a:r>
              <a:rPr lang="da-DK" cap="none" dirty="0">
                <a:latin typeface="Abadi" panose="020F0502020204030204" pitchFamily="34" charset="0"/>
              </a:rPr>
              <a:t>H, He, Li, Be, B, C, N, O, F, </a:t>
            </a:r>
            <a:r>
              <a:rPr lang="da-DK" cap="none" dirty="0" err="1">
                <a:latin typeface="Abadi" panose="020F0502020204030204" pitchFamily="34" charset="0"/>
              </a:rPr>
              <a:t>Ne</a:t>
            </a:r>
            <a:endParaRPr lang="da-DK" cap="none" dirty="0">
              <a:latin typeface="Abadi" panose="020F0502020204030204" pitchFamily="34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5CCED87-5A73-B9BA-5AFD-12F83124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634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8907DC-CEAC-E99D-5636-E4BB707A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symbolsprog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CE5AD1E-8CEC-679E-9963-B5FB9BA7AA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Der findes to slags kemiske symboler:</a:t>
            </a:r>
          </a:p>
          <a:p>
            <a:r>
              <a:rPr lang="da-DK" dirty="0"/>
              <a:t>Enten ét stort </a:t>
            </a:r>
            <a:r>
              <a:rPr lang="da-DK" dirty="0" err="1"/>
              <a:t>bogstave</a:t>
            </a:r>
            <a:r>
              <a:rPr lang="da-DK" dirty="0"/>
              <a:t>: H, W, S, O, F</a:t>
            </a:r>
          </a:p>
          <a:p>
            <a:r>
              <a:rPr lang="da-DK" dirty="0"/>
              <a:t>Eller ét stort bogstav + ét lille: </a:t>
            </a:r>
            <a:r>
              <a:rPr lang="da-DK" cap="none" dirty="0"/>
              <a:t>He, Be, Mg, </a:t>
            </a:r>
            <a:r>
              <a:rPr lang="da-DK" cap="none" dirty="0" err="1"/>
              <a:t>Ca</a:t>
            </a:r>
            <a:r>
              <a:rPr lang="da-DK" cap="none" dirty="0"/>
              <a:t>, Li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011D03A-B84B-157D-D534-2399206F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126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2536B-9C91-F2A4-A492-9ECB76A4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periodiske system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61CD11-EAC1-E39C-7510-694B84D403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5638800" cy="3311189"/>
          </a:xfrm>
        </p:spPr>
        <p:txBody>
          <a:bodyPr/>
          <a:lstStyle/>
          <a:p>
            <a:r>
              <a:rPr lang="da-DK" dirty="0"/>
              <a:t>Det periodiske system er en oversigt over de 118 grundstoffer</a:t>
            </a:r>
          </a:p>
          <a:p>
            <a:r>
              <a:rPr lang="da-DK" dirty="0"/>
              <a:t>Mere om det periodiske system senere</a:t>
            </a:r>
          </a:p>
          <a:p>
            <a:r>
              <a:rPr lang="da-DK" dirty="0"/>
              <a:t>Der ligger et periodisk system i kemimappen på </a:t>
            </a:r>
            <a:r>
              <a:rPr lang="da-DK" dirty="0" err="1"/>
              <a:t>lectio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AA7D22E-AFB7-F019-A1FC-89707FA3D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24601" y="2346175"/>
            <a:ext cx="5190627" cy="2674061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B536DB32-EB97-F398-946D-68301A8756DF}"/>
              </a:ext>
            </a:extLst>
          </p:cNvPr>
          <p:cNvSpPr txBox="1"/>
          <p:nvPr/>
        </p:nvSpPr>
        <p:spPr>
          <a:xfrm>
            <a:off x="6324601" y="5020237"/>
            <a:ext cx="51906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>
                <a:hlinkClick r:id="rId3" tooltip="https://es.wikipedia.org/wiki/No_metal"/>
              </a:rPr>
              <a:t>Dette billede</a:t>
            </a:r>
            <a:r>
              <a:rPr lang="da-DK" sz="900"/>
              <a:t> efter Ukendt forfatter er licenseret under </a:t>
            </a:r>
            <a:r>
              <a:rPr lang="da-DK" sz="900">
                <a:hlinkClick r:id="rId4" tooltip="https://creativecommons.org/licenses/by-sa/3.0/"/>
              </a:rPr>
              <a:t>CC BY-SA</a:t>
            </a:r>
            <a:endParaRPr lang="da-DK" sz="90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4207146-BAF0-8F31-A9E2-D415BC7C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870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6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78559E-7376-0D43-8A25-6A389BB3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381946" cy="4846967"/>
          </a:xfrm>
        </p:spPr>
        <p:txBody>
          <a:bodyPr>
            <a:normAutofit/>
          </a:bodyPr>
          <a:lstStyle/>
          <a:p>
            <a:r>
              <a:rPr lang="da-DK" sz="4800">
                <a:solidFill>
                  <a:srgbClr val="FFFFFF"/>
                </a:solidFill>
              </a:rPr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8B82FDA3-2D41-4672-A04A-9C0C5863F43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77165272"/>
              </p:ext>
            </p:extLst>
          </p:nvPr>
        </p:nvGraphicFramePr>
        <p:xfrm>
          <a:off x="5294108" y="685800"/>
          <a:ext cx="5759656" cy="48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EB2A0C07-2583-4C8F-3189-1FCE42AA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838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E4D6-881C-CC23-232F-174A497E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9038FE2-D203-F578-00D0-EB3CBAD839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Molekyler er enheder der er opbygget af atomer</a:t>
            </a:r>
          </a:p>
          <a:p>
            <a:r>
              <a:rPr lang="da-DK" dirty="0"/>
              <a:t>NB: Ikke alle stoffer er opbygget af molekyler</a:t>
            </a:r>
          </a:p>
          <a:p>
            <a:r>
              <a:rPr lang="da-DK" dirty="0"/>
              <a:t>Et vandmolekyle består af to hydrogen-atomer (H) og ét oxygenatom (O)</a:t>
            </a:r>
          </a:p>
          <a:p>
            <a:r>
              <a:rPr lang="da-DK" dirty="0"/>
              <a:t>Det skriver vi på følgende måde: 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Antallet af et givet atom skrives Bagved atomet med sænket skrift</a:t>
            </a:r>
          </a:p>
          <a:p>
            <a:r>
              <a:rPr lang="da-DK" dirty="0"/>
              <a:t>Hvis der kun er ét atom, skriver man ikke noget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1B52941-5F11-D99C-9585-82B87336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816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E3985-1B57-C2CF-501A-10F92156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AF49AD-3223-4027-3184-B969C271D9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C</a:t>
            </a:r>
            <a:r>
              <a:rPr lang="da-DK" baseline="-25000" dirty="0"/>
              <a:t>3</a:t>
            </a:r>
            <a:r>
              <a:rPr lang="da-DK" dirty="0"/>
              <a:t>H</a:t>
            </a:r>
            <a:r>
              <a:rPr lang="da-DK" baseline="-25000" dirty="0"/>
              <a:t>8</a:t>
            </a:r>
            <a:r>
              <a:rPr lang="da-DK" dirty="0"/>
              <a:t>: tre c-atomer, otte H-atomer</a:t>
            </a:r>
          </a:p>
          <a:p>
            <a:r>
              <a:rPr lang="da-DK" dirty="0"/>
              <a:t>PB</a:t>
            </a:r>
            <a:r>
              <a:rPr lang="da-DK" cap="none" dirty="0"/>
              <a:t>r</a:t>
            </a:r>
            <a:r>
              <a:rPr lang="da-DK" cap="none" baseline="-25000" dirty="0"/>
              <a:t>3</a:t>
            </a:r>
            <a:r>
              <a:rPr lang="da-DK" dirty="0"/>
              <a:t>: ét p-atom, tre </a:t>
            </a:r>
            <a:r>
              <a:rPr lang="da-DK" dirty="0" err="1"/>
              <a:t>B</a:t>
            </a:r>
            <a:r>
              <a:rPr lang="da-DK" cap="none" dirty="0" err="1"/>
              <a:t>r</a:t>
            </a:r>
            <a:r>
              <a:rPr lang="da-DK" dirty="0"/>
              <a:t>-atomer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8EEE040-1604-DF4D-D499-7CECC668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804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5943C-31FE-36C2-4D79-845A1D18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084F9A-9C19-5F9A-0785-0681730148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Hvis vi har mere end ét molekyle, skriver vi antallet foran:</a:t>
            </a:r>
          </a:p>
          <a:p>
            <a:r>
              <a:rPr lang="da-DK" dirty="0"/>
              <a:t>5CO</a:t>
            </a:r>
            <a:r>
              <a:rPr lang="da-DK" baseline="-25000" dirty="0"/>
              <a:t>2</a:t>
            </a:r>
          </a:p>
          <a:p>
            <a:r>
              <a:rPr lang="da-DK" dirty="0"/>
              <a:t>Der er fem molekyler</a:t>
            </a:r>
          </a:p>
          <a:p>
            <a:r>
              <a:rPr lang="da-DK" dirty="0"/>
              <a:t>Hvert molekyle består af 1 C-atom og 2 O-atomer</a:t>
            </a:r>
          </a:p>
          <a:p>
            <a:r>
              <a:rPr lang="da-DK" dirty="0"/>
              <a:t>I alt er der 5 C-atomer og 10 O-atomer, dvs. i alt 15 atomer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104D0C-FD7D-916A-70B4-D1549375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749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348A73-C431-AEEA-D559-1E7F0FD1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6105DEF7-38FF-B505-067C-DAD65006068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83287091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925D7371-27F2-659F-5835-F9EB8DF9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711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32AD3-7A22-650C-5B26-B636245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kemisk reaktion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0BB341-3E70-33B6-50C0-8205A2CBEA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 err="1"/>
              <a:t>Methan</a:t>
            </a:r>
            <a:r>
              <a:rPr lang="da-DK" dirty="0"/>
              <a:t> har formlen CH</a:t>
            </a:r>
            <a:r>
              <a:rPr lang="da-DK" baseline="-25000" dirty="0"/>
              <a:t>4</a:t>
            </a:r>
          </a:p>
          <a:p>
            <a:r>
              <a:rPr lang="da-DK" dirty="0" err="1"/>
              <a:t>Methan</a:t>
            </a:r>
            <a:r>
              <a:rPr lang="da-DK" dirty="0"/>
              <a:t> kan brænde</a:t>
            </a:r>
          </a:p>
          <a:p>
            <a:r>
              <a:rPr lang="da-DK" dirty="0"/>
              <a:t>Til en forbrænding bruges der </a:t>
            </a:r>
            <a:r>
              <a:rPr lang="da-DK" dirty="0" err="1"/>
              <a:t>dioxygen</a:t>
            </a:r>
            <a:r>
              <a:rPr lang="da-DK" dirty="0"/>
              <a:t> (O</a:t>
            </a:r>
            <a:r>
              <a:rPr lang="da-DK" baseline="-25000" dirty="0"/>
              <a:t>2</a:t>
            </a:r>
            <a:r>
              <a:rPr lang="da-DK" dirty="0"/>
              <a:t>)</a:t>
            </a:r>
          </a:p>
          <a:p>
            <a:r>
              <a:rPr lang="da-DK" dirty="0"/>
              <a:t>Der dannes carbondioxid (CO</a:t>
            </a:r>
            <a:r>
              <a:rPr lang="da-DK" baseline="-25000" dirty="0"/>
              <a:t>2</a:t>
            </a:r>
            <a:r>
              <a:rPr lang="da-DK" dirty="0"/>
              <a:t>) og vand (H</a:t>
            </a:r>
            <a:r>
              <a:rPr lang="da-DK" baseline="-25000" dirty="0"/>
              <a:t>2</a:t>
            </a:r>
            <a:r>
              <a:rPr lang="da-DK" dirty="0"/>
              <a:t>O)</a:t>
            </a:r>
          </a:p>
          <a:p>
            <a:r>
              <a:rPr lang="da-DK" dirty="0"/>
              <a:t>Dette skriver man med et reaktionsskema: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2A8FADB-64DD-3637-46D6-17DEB33D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1646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26D06-D4B0-3C43-C5DF-2FB92EB0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reaktionsskema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9802254-D5B9-37B5-F2F0-F8214F95F8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Stofferne vi starter med kaldes for </a:t>
            </a:r>
            <a:r>
              <a:rPr lang="da-DK" dirty="0">
                <a:solidFill>
                  <a:srgbClr val="00B050"/>
                </a:solidFill>
              </a:rPr>
              <a:t>reaktanter</a:t>
            </a:r>
          </a:p>
          <a:p>
            <a:r>
              <a:rPr lang="da-DK" dirty="0"/>
              <a:t>Reaktanterne skrives til venstre for </a:t>
            </a:r>
            <a:r>
              <a:rPr lang="da-DK" dirty="0">
                <a:solidFill>
                  <a:srgbClr val="FF0000"/>
                </a:solidFill>
              </a:rPr>
              <a:t>reaktionspilen</a:t>
            </a:r>
          </a:p>
          <a:p>
            <a:r>
              <a:rPr lang="da-DK" dirty="0"/>
              <a:t>Stofferne der dannes kaldes for </a:t>
            </a:r>
            <a:r>
              <a:rPr lang="da-DK" dirty="0">
                <a:solidFill>
                  <a:srgbClr val="0070C0"/>
                </a:solidFill>
              </a:rPr>
              <a:t>produkter</a:t>
            </a:r>
          </a:p>
          <a:p>
            <a:r>
              <a:rPr lang="da-DK" dirty="0"/>
              <a:t>Produkterne skrives til højre for reaktionspilen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A6C62D5-BAA8-040F-220C-4D2750828BF6}"/>
              </a:ext>
            </a:extLst>
          </p:cNvPr>
          <p:cNvSpPr txBox="1"/>
          <p:nvPr/>
        </p:nvSpPr>
        <p:spPr>
          <a:xfrm>
            <a:off x="7957457" y="4002019"/>
            <a:ext cx="4125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dirty="0">
                <a:solidFill>
                  <a:srgbClr val="00B050"/>
                </a:solidFill>
              </a:rPr>
              <a:t>CH</a:t>
            </a:r>
            <a:r>
              <a:rPr lang="da-DK" sz="3200" baseline="-25000" dirty="0">
                <a:solidFill>
                  <a:srgbClr val="00B050"/>
                </a:solidFill>
              </a:rPr>
              <a:t>4</a:t>
            </a:r>
            <a:r>
              <a:rPr lang="da-DK" sz="3200" dirty="0">
                <a:solidFill>
                  <a:srgbClr val="00B050"/>
                </a:solidFill>
              </a:rPr>
              <a:t>+ O</a:t>
            </a:r>
            <a:r>
              <a:rPr lang="da-DK" sz="3200" baseline="-25000" dirty="0">
                <a:solidFill>
                  <a:srgbClr val="00B050"/>
                </a:solidFill>
              </a:rPr>
              <a:t>2</a:t>
            </a:r>
            <a:r>
              <a:rPr lang="da-DK" sz="3200" dirty="0">
                <a:solidFill>
                  <a:srgbClr val="00B050"/>
                </a:solidFill>
              </a:rPr>
              <a:t> </a:t>
            </a:r>
            <a:r>
              <a:rPr lang="da-DK" sz="3200" dirty="0">
                <a:solidFill>
                  <a:srgbClr val="FF0000"/>
                </a:solidFill>
              </a:rPr>
              <a:t>⟶</a:t>
            </a:r>
            <a:r>
              <a:rPr lang="da-DK" sz="3200" dirty="0"/>
              <a:t> </a:t>
            </a:r>
            <a:r>
              <a:rPr lang="da-DK" sz="3200" dirty="0">
                <a:solidFill>
                  <a:srgbClr val="0070C0"/>
                </a:solidFill>
              </a:rPr>
              <a:t>CO</a:t>
            </a:r>
            <a:r>
              <a:rPr lang="da-DK" sz="3200" baseline="-25000" dirty="0">
                <a:solidFill>
                  <a:srgbClr val="0070C0"/>
                </a:solidFill>
              </a:rPr>
              <a:t>2</a:t>
            </a:r>
            <a:r>
              <a:rPr lang="da-DK" sz="3200" dirty="0">
                <a:solidFill>
                  <a:srgbClr val="0070C0"/>
                </a:solidFill>
              </a:rPr>
              <a:t> + H</a:t>
            </a:r>
            <a:r>
              <a:rPr lang="da-DK" sz="3200" baseline="-25000" dirty="0">
                <a:solidFill>
                  <a:srgbClr val="0070C0"/>
                </a:solidFill>
              </a:rPr>
              <a:t>2</a:t>
            </a:r>
            <a:r>
              <a:rPr lang="da-DK" sz="3200" dirty="0">
                <a:solidFill>
                  <a:srgbClr val="0070C0"/>
                </a:solidFill>
              </a:rPr>
              <a:t>O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B95BD79-47F1-5C07-5A91-102D52C7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0970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80159-7823-4FC1-2328-8A08A0C9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728C0A6-282E-DB3E-C5F9-486C3F7272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Opgave 7-8</a:t>
            </a:r>
          </a:p>
          <a:p>
            <a:r>
              <a:rPr lang="da-DK" dirty="0"/>
              <a:t>10 min.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6B6A7E5-DCA2-5247-301F-6C4EEFC1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5038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0D955-C272-DB43-B510-C0F6B828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2F8A3EB-740A-DC2C-A28E-DC07064C95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I en kemiske reaktion opstår der ikke atomer og der forsvinder ikke atomer</a:t>
            </a:r>
          </a:p>
          <a:p>
            <a:r>
              <a:rPr lang="da-DK" dirty="0"/>
              <a:t>Molekyler (eller andet) kan nedbrydes og omdannes til andre molekyler – men antallet af atomer skal være det samme før og efter en kemisk reaktion</a:t>
            </a:r>
          </a:p>
          <a:p>
            <a:r>
              <a:rPr lang="da-DK" dirty="0"/>
              <a:t>Hvis der ikke er det samme antal atomer af hver slags på begge sider i reaktionsskemaet, siger vi at det er </a:t>
            </a:r>
            <a:r>
              <a:rPr lang="da-DK" dirty="0" err="1">
                <a:solidFill>
                  <a:srgbClr val="FF0000"/>
                </a:solidFill>
              </a:rPr>
              <a:t>uafstemt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For at få antallet til at være det samme på begge sider, skal vi </a:t>
            </a:r>
            <a:r>
              <a:rPr lang="da-DK" dirty="0">
                <a:solidFill>
                  <a:srgbClr val="FF0000"/>
                </a:solidFill>
              </a:rPr>
              <a:t>afstemme</a:t>
            </a:r>
            <a:r>
              <a:rPr lang="da-DK" dirty="0"/>
              <a:t> reaktionsskemaet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9BD1759-EB6C-8438-A6D2-4B3A75E8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7493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DDED0-990D-0FEF-777A-599214B3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6D6DB7-A7B1-E4D8-2A3B-3C49F6D2BF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Regler for afstemning:</a:t>
            </a:r>
          </a:p>
          <a:p>
            <a:r>
              <a:rPr lang="da-DK" dirty="0"/>
              <a:t>Der skal være det samme antal atomer af hver slags på venstre og højre side i reaktionsskemaet</a:t>
            </a:r>
          </a:p>
          <a:p>
            <a:r>
              <a:rPr lang="da-DK" dirty="0"/>
              <a:t>Vi må sætte tal </a:t>
            </a:r>
            <a:r>
              <a:rPr lang="da-DK" dirty="0">
                <a:solidFill>
                  <a:srgbClr val="FF0000"/>
                </a:solidFill>
              </a:rPr>
              <a:t>foran</a:t>
            </a:r>
            <a:r>
              <a:rPr lang="da-DK" dirty="0"/>
              <a:t> formlerne for at ændre antallet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8924B61-573A-295B-7D84-A2A01BFA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19903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BDEEC-6750-3B56-6CB3-30086263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856673-059C-CAAF-D8F2-39F9149AD4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5954486" cy="3311189"/>
          </a:xfrm>
        </p:spPr>
        <p:txBody>
          <a:bodyPr/>
          <a:lstStyle/>
          <a:p>
            <a:r>
              <a:rPr lang="da-DK" dirty="0"/>
              <a:t>Vi tager udgangspunkt i følgende </a:t>
            </a:r>
            <a:r>
              <a:rPr lang="da-DK" dirty="0" err="1"/>
              <a:t>uafstemte</a:t>
            </a:r>
            <a:r>
              <a:rPr lang="da-DK" dirty="0"/>
              <a:t> reaktionsskema: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Vi kan lave en lille tabel over antal atomer på venstre og højre side:</a:t>
            </a:r>
          </a:p>
          <a:p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DB8B85A6-CC63-2184-C039-0D0FFC5F2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63695"/>
              </p:ext>
            </p:extLst>
          </p:nvPr>
        </p:nvGraphicFramePr>
        <p:xfrm>
          <a:off x="7598230" y="2531481"/>
          <a:ext cx="3737424" cy="2654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08">
                  <a:extLst>
                    <a:ext uri="{9D8B030D-6E8A-4147-A177-3AD203B41FA5}">
                      <a16:colId xmlns:a16="http://schemas.microsoft.com/office/drawing/2014/main" val="2955371882"/>
                    </a:ext>
                  </a:extLst>
                </a:gridCol>
                <a:gridCol w="1245808">
                  <a:extLst>
                    <a:ext uri="{9D8B030D-6E8A-4147-A177-3AD203B41FA5}">
                      <a16:colId xmlns:a16="http://schemas.microsoft.com/office/drawing/2014/main" val="4101194458"/>
                    </a:ext>
                  </a:extLst>
                </a:gridCol>
                <a:gridCol w="1245808">
                  <a:extLst>
                    <a:ext uri="{9D8B030D-6E8A-4147-A177-3AD203B41FA5}">
                      <a16:colId xmlns:a16="http://schemas.microsoft.com/office/drawing/2014/main" val="492744860"/>
                    </a:ext>
                  </a:extLst>
                </a:gridCol>
              </a:tblGrid>
              <a:tr h="66355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624807"/>
                  </a:ext>
                </a:extLst>
              </a:tr>
              <a:tr h="663558">
                <a:tc>
                  <a:txBody>
                    <a:bodyPr/>
                    <a:lstStyle/>
                    <a:p>
                      <a:r>
                        <a:rPr lang="da-DK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985168"/>
                  </a:ext>
                </a:extLst>
              </a:tr>
              <a:tr h="663558">
                <a:tc>
                  <a:txBody>
                    <a:bodyPr/>
                    <a:lstStyle/>
                    <a:p>
                      <a:r>
                        <a:rPr lang="da-DK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600161"/>
                  </a:ext>
                </a:extLst>
              </a:tr>
              <a:tr h="663558">
                <a:tc>
                  <a:txBody>
                    <a:bodyPr/>
                    <a:lstStyle/>
                    <a:p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653848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13AD7DD-6077-A5A5-510F-D5B7C3E5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900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7EC11-7ECC-D140-1BD6-CBD6D8C9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963838-41D9-DDD2-A5C1-FAAFD8B7AD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Vi ser at der er 1 C-atom på begge sider – C er altså afstemt</a:t>
            </a:r>
          </a:p>
          <a:p>
            <a:r>
              <a:rPr lang="da-DK" dirty="0"/>
              <a:t>Så kigger vi på H – 4 på venstre side, men kun 2 på højre side</a:t>
            </a:r>
          </a:p>
          <a:p>
            <a:r>
              <a:rPr lang="da-DK" dirty="0"/>
              <a:t>Vi afstemmer ved at sætte et 2-tal foran H</a:t>
            </a:r>
            <a:r>
              <a:rPr lang="da-DK" baseline="-25000" dirty="0"/>
              <a:t>2</a:t>
            </a:r>
            <a:r>
              <a:rPr lang="da-DK" dirty="0"/>
              <a:t>O på højre side: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Nu er H afstemt – 4 H’er på begge sider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E6607A-B7BF-A59D-02D9-8E148FAB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0404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C9258-8CE0-E414-E48A-FA938705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ADE0A0-E278-AEB9-3200-129BAE532F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Der er nu 2 O’er på venstre side – men 4 på højre side</a:t>
            </a:r>
          </a:p>
          <a:p>
            <a:r>
              <a:rPr lang="da-DK" dirty="0"/>
              <a:t>Vi afstemmer ved at sætte et 2-tal foran O</a:t>
            </a:r>
            <a:r>
              <a:rPr lang="da-DK" baseline="-25000" dirty="0"/>
              <a:t>2</a:t>
            </a:r>
            <a:r>
              <a:rPr lang="da-DK" dirty="0"/>
              <a:t> på venstre side: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Nu er reaktionsskemaet afstemt!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D7C1F0E-DCBE-7C20-40D0-B77E6B18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032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0D6B23-57A7-DAAB-316F-1D1A86FD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koefficienter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F55A92-067D-A95E-E34B-F7774CC6B5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De tal vi sætter foran i reaktionsskemaet, kaldes for </a:t>
            </a:r>
            <a:r>
              <a:rPr lang="da-DK" dirty="0">
                <a:solidFill>
                  <a:srgbClr val="FF0000"/>
                </a:solidFill>
              </a:rPr>
              <a:t>koefficienter</a:t>
            </a:r>
          </a:p>
          <a:p>
            <a:r>
              <a:rPr lang="da-DK" dirty="0"/>
              <a:t>Hvis der ikke står et tal, er koefficienten 1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O</a:t>
            </a:r>
            <a:r>
              <a:rPr lang="da-DK" baseline="-25000" dirty="0"/>
              <a:t>2</a:t>
            </a:r>
            <a:r>
              <a:rPr lang="da-DK" dirty="0"/>
              <a:t> ⟶ CO</a:t>
            </a:r>
            <a:r>
              <a:rPr lang="da-DK" baseline="-25000" dirty="0"/>
              <a:t>2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I ovenstående afstemte reaktionsskema, har vi koefficienterne 1, 2, 1 og 2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695E277-D7AD-4386-756D-801EAD3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2843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ED1BE5-FFC6-1B16-33EF-35C8A65A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afstemning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390D633-17F3-53A1-E2CE-BD8BD16F71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Et Eksempel mere</a:t>
            </a:r>
          </a:p>
          <a:p>
            <a:r>
              <a:rPr lang="da-DK" dirty="0"/>
              <a:t>Gennemgås på tavlen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EBF2D38-2E5C-D0DB-96CA-3D417BA0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2872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6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64334D-776F-366B-3781-6E4DEB34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381946" cy="4846967"/>
          </a:xfrm>
        </p:spPr>
        <p:txBody>
          <a:bodyPr>
            <a:normAutofit/>
          </a:bodyPr>
          <a:lstStyle/>
          <a:p>
            <a:r>
              <a:rPr lang="da-DK" sz="4800" dirty="0">
                <a:solidFill>
                  <a:srgbClr val="FFFFFF"/>
                </a:solidFill>
              </a:rPr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A11B1BE-D00F-CB69-379B-BC04E4C84A1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26660520"/>
              </p:ext>
            </p:extLst>
          </p:nvPr>
        </p:nvGraphicFramePr>
        <p:xfrm>
          <a:off x="5294108" y="685800"/>
          <a:ext cx="5759656" cy="48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A635B3B-CDD5-A418-F49E-031F0CFC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3936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8B231-1D42-0251-6AA8-B8EEBE65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Tilstandsformer og -betegnelser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B009805-C1B1-22F8-3E1A-AEC2E181AB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595257" cy="3311189"/>
          </a:xfrm>
        </p:spPr>
        <p:txBody>
          <a:bodyPr/>
          <a:lstStyle/>
          <a:p>
            <a:r>
              <a:rPr lang="da-DK" dirty="0"/>
              <a:t>Stof kan findes på forskellige </a:t>
            </a:r>
            <a:r>
              <a:rPr lang="da-DK" dirty="0">
                <a:solidFill>
                  <a:srgbClr val="FF0000"/>
                </a:solidFill>
              </a:rPr>
              <a:t>tilstandsformer</a:t>
            </a:r>
          </a:p>
          <a:p>
            <a:r>
              <a:rPr lang="da-DK" dirty="0"/>
              <a:t>Tænk på almindelig vand</a:t>
            </a:r>
          </a:p>
          <a:p>
            <a:r>
              <a:rPr lang="da-DK" dirty="0"/>
              <a:t>Vand kan findes på </a:t>
            </a:r>
            <a:r>
              <a:rPr lang="da-DK" dirty="0">
                <a:solidFill>
                  <a:srgbClr val="FF0000"/>
                </a:solidFill>
              </a:rPr>
              <a:t>fast</a:t>
            </a:r>
            <a:r>
              <a:rPr lang="da-DK" dirty="0"/>
              <a:t> form (is)</a:t>
            </a:r>
          </a:p>
          <a:p>
            <a:r>
              <a:rPr lang="da-DK" dirty="0"/>
              <a:t>Vand kan findes på </a:t>
            </a:r>
            <a:r>
              <a:rPr lang="da-DK" dirty="0">
                <a:solidFill>
                  <a:srgbClr val="FF0000"/>
                </a:solidFill>
              </a:rPr>
              <a:t>flydende</a:t>
            </a:r>
            <a:r>
              <a:rPr lang="da-DK" dirty="0"/>
              <a:t> form (vand)</a:t>
            </a:r>
          </a:p>
          <a:p>
            <a:r>
              <a:rPr lang="da-DK" dirty="0"/>
              <a:t>Vand kan findes på </a:t>
            </a:r>
            <a:r>
              <a:rPr lang="da-DK" dirty="0">
                <a:solidFill>
                  <a:srgbClr val="FF0000"/>
                </a:solidFill>
              </a:rPr>
              <a:t>gas</a:t>
            </a:r>
            <a:r>
              <a:rPr lang="da-DK" dirty="0"/>
              <a:t>form (damp)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BC60BE8D-CBBE-1B4E-B480-BFDC60155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514" y="3250066"/>
            <a:ext cx="6260941" cy="3009220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BC758EB-05AC-8AE5-8463-1AF78638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5630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5EA974-9344-5B28-E582-3B65AFFF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Tilstandsformer og -betegnelser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3AFBC9-732C-2381-3DAA-5855F71062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I kemi bruger vi forkortelser for disse </a:t>
            </a:r>
            <a:r>
              <a:rPr lang="da-DK" dirty="0" err="1"/>
              <a:t>tilstandssformer</a:t>
            </a:r>
            <a:r>
              <a:rPr lang="da-DK" dirty="0"/>
              <a:t>:</a:t>
            </a:r>
          </a:p>
          <a:p>
            <a:r>
              <a:rPr lang="da-DK" dirty="0"/>
              <a:t>Fast form: s (engelsk: solid)</a:t>
            </a:r>
          </a:p>
          <a:p>
            <a:r>
              <a:rPr lang="da-DK" dirty="0"/>
              <a:t>Flydende/væske: l (engelsk: </a:t>
            </a:r>
            <a:r>
              <a:rPr lang="da-DK" dirty="0" err="1"/>
              <a:t>liquid</a:t>
            </a:r>
            <a:r>
              <a:rPr lang="da-DK" dirty="0"/>
              <a:t>)</a:t>
            </a:r>
          </a:p>
          <a:p>
            <a:r>
              <a:rPr lang="da-DK" dirty="0"/>
              <a:t>Gas: g</a:t>
            </a:r>
          </a:p>
          <a:p>
            <a:r>
              <a:rPr lang="da-DK" dirty="0"/>
              <a:t>Dette angive i reaktionsskemaer i parentes efter stoffet: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(</a:t>
            </a:r>
            <a:r>
              <a:rPr lang="da-DK" cap="none" dirty="0"/>
              <a:t>g</a:t>
            </a:r>
            <a:r>
              <a:rPr lang="da-DK" dirty="0"/>
              <a:t>)+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O</a:t>
            </a:r>
            <a:r>
              <a:rPr lang="da-DK" baseline="-25000" dirty="0"/>
              <a:t>2</a:t>
            </a:r>
            <a:r>
              <a:rPr lang="da-DK" dirty="0"/>
              <a:t>(</a:t>
            </a:r>
            <a:r>
              <a:rPr lang="da-DK" cap="none" dirty="0"/>
              <a:t>g</a:t>
            </a:r>
            <a:r>
              <a:rPr lang="da-DK" dirty="0"/>
              <a:t>) ⟶ CO</a:t>
            </a:r>
            <a:r>
              <a:rPr lang="da-DK" baseline="-25000" dirty="0"/>
              <a:t>2</a:t>
            </a:r>
            <a:r>
              <a:rPr lang="da-DK" dirty="0"/>
              <a:t>(</a:t>
            </a:r>
            <a:r>
              <a:rPr lang="da-DK" cap="none" dirty="0"/>
              <a:t>g</a:t>
            </a:r>
            <a:r>
              <a:rPr lang="da-DK" dirty="0"/>
              <a:t>) + </a:t>
            </a:r>
            <a:r>
              <a:rPr lang="da-DK" dirty="0">
                <a:solidFill>
                  <a:srgbClr val="FF0000"/>
                </a:solidFill>
              </a:rPr>
              <a:t>2</a:t>
            </a:r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O(</a:t>
            </a:r>
            <a:r>
              <a:rPr lang="da-DK" cap="none" dirty="0"/>
              <a:t>g</a:t>
            </a:r>
            <a:r>
              <a:rPr lang="da-DK" dirty="0"/>
              <a:t>)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4A03E59-5EEB-26A7-40F0-F13719D4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3877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3D1C98-9FD8-3A8E-3AA1-BC3B5C69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6F019C8-D1BF-941E-27C3-F469BBDE955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77042457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E0B283F-EEAC-4500-E8A0-599C384B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2497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702F5-D349-0E71-AD2A-4FBA5061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opsamling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F99290C-4ECB-37FA-E73A-FCC44E524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Atomer</a:t>
            </a:r>
          </a:p>
          <a:p>
            <a:r>
              <a:rPr lang="da-DK" dirty="0"/>
              <a:t>Molekyler</a:t>
            </a:r>
          </a:p>
          <a:p>
            <a:r>
              <a:rPr lang="da-DK" dirty="0"/>
              <a:t>Symbolsprog</a:t>
            </a:r>
          </a:p>
          <a:p>
            <a:r>
              <a:rPr lang="da-DK" dirty="0"/>
              <a:t>Reaktionsskema</a:t>
            </a:r>
          </a:p>
          <a:p>
            <a:r>
              <a:rPr lang="da-DK" dirty="0"/>
              <a:t>Reaktanter og produkter</a:t>
            </a:r>
          </a:p>
          <a:p>
            <a:r>
              <a:rPr lang="da-DK" dirty="0"/>
              <a:t>Afstemning</a:t>
            </a:r>
          </a:p>
          <a:p>
            <a:r>
              <a:rPr lang="da-DK" dirty="0"/>
              <a:t>tilstandsformer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4EA3A48-D748-93CB-0863-5947C0C9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53FA2-41D7-4982-BEE2-720DD7804590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47276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vedbegivenhed">
  <a:themeElements>
    <a:clrScheme name="Hovedbegivenhed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Hovedbegivenhed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vedbegivenhed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Hovedbegivenhed</Template>
  <TotalTime>117</TotalTime>
  <Words>895</Words>
  <Application>Microsoft Office PowerPoint</Application>
  <PresentationFormat>Widescreen</PresentationFormat>
  <Paragraphs>159</Paragraphs>
  <Slides>26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26</vt:i4>
      </vt:variant>
    </vt:vector>
  </HeadingPairs>
  <TitlesOfParts>
    <vt:vector size="31" baseType="lpstr">
      <vt:lpstr>Abadi</vt:lpstr>
      <vt:lpstr>Aptos</vt:lpstr>
      <vt:lpstr>Arial</vt:lpstr>
      <vt:lpstr>Impact</vt:lpstr>
      <vt:lpstr>Hovedbegivenhed</vt:lpstr>
      <vt:lpstr>Kemi C for HF – Kap. 2</vt:lpstr>
      <vt:lpstr>Atomer</vt:lpstr>
      <vt:lpstr>Grundstoffer</vt:lpstr>
      <vt:lpstr>symbolsprog</vt:lpstr>
      <vt:lpstr>symbolsprog</vt:lpstr>
      <vt:lpstr>Det periodiske system</vt:lpstr>
      <vt:lpstr>Opgaver</vt:lpstr>
      <vt:lpstr>Molekyler</vt:lpstr>
      <vt:lpstr>Molekyler</vt:lpstr>
      <vt:lpstr>Molekyler</vt:lpstr>
      <vt:lpstr>Opgaver</vt:lpstr>
      <vt:lpstr>En kemisk reaktion</vt:lpstr>
      <vt:lpstr>reaktionsskema</vt:lpstr>
      <vt:lpstr>Opgaver</vt:lpstr>
      <vt:lpstr>Afstemning</vt:lpstr>
      <vt:lpstr>Afstemning</vt:lpstr>
      <vt:lpstr>Afstemning</vt:lpstr>
      <vt:lpstr>afstemning</vt:lpstr>
      <vt:lpstr>afstemning</vt:lpstr>
      <vt:lpstr>koefficienter</vt:lpstr>
      <vt:lpstr>afstemning</vt:lpstr>
      <vt:lpstr>Opgaver</vt:lpstr>
      <vt:lpstr>Tilstandsformer og -betegnelser</vt:lpstr>
      <vt:lpstr>Tilstandsformer og -betegnelser</vt:lpstr>
      <vt:lpstr>Opgaver</vt:lpstr>
      <vt:lpstr>opsamling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2026-09-15T11:42:06Z</dcterms:created>
  <dcterms:modified xsi:type="dcterms:W3CDTF">2026-09-24T09:10:35Z</dcterms:modified>
</cp:coreProperties>
</file>