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1"/>
  </p:notesMasterIdLst>
  <p:sldIdLst>
    <p:sldId id="256" r:id="rId2"/>
    <p:sldId id="257" r:id="rId3"/>
    <p:sldId id="258" r:id="rId4"/>
    <p:sldId id="284" r:id="rId5"/>
    <p:sldId id="259" r:id="rId6"/>
    <p:sldId id="260" r:id="rId7"/>
    <p:sldId id="280" r:id="rId8"/>
    <p:sldId id="261" r:id="rId9"/>
    <p:sldId id="262" r:id="rId10"/>
    <p:sldId id="263" r:id="rId11"/>
    <p:sldId id="265" r:id="rId12"/>
    <p:sldId id="266" r:id="rId13"/>
    <p:sldId id="264" r:id="rId14"/>
    <p:sldId id="272" r:id="rId15"/>
    <p:sldId id="281" r:id="rId16"/>
    <p:sldId id="268" r:id="rId17"/>
    <p:sldId id="273" r:id="rId18"/>
    <p:sldId id="282" r:id="rId19"/>
    <p:sldId id="269" r:id="rId20"/>
    <p:sldId id="270" r:id="rId21"/>
    <p:sldId id="271" r:id="rId22"/>
    <p:sldId id="274" r:id="rId23"/>
    <p:sldId id="267" r:id="rId24"/>
    <p:sldId id="276" r:id="rId25"/>
    <p:sldId id="277" r:id="rId26"/>
    <p:sldId id="278" r:id="rId27"/>
    <p:sldId id="275" r:id="rId28"/>
    <p:sldId id="279" r:id="rId29"/>
    <p:sldId id="28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5C3ED-6D10-40B0-9BB2-45A7D2F69EAD}" v="1" dt="2026-10-02T10:30:37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custSel addSld modSld">
      <pc:chgData name="Henry Valdemar Vest" userId="f5b1f0ec-4051-405f-83b3-0c678f78df49" providerId="ADAL" clId="{0B671710-12AA-4A9C-8982-6D6CBD054718}" dt="2026-10-02T11:05:03.948" v="602" actId="20577"/>
      <pc:docMkLst>
        <pc:docMk/>
      </pc:docMkLst>
      <pc:sldChg chg="modSp mod">
        <pc:chgData name="Henry Valdemar Vest" userId="f5b1f0ec-4051-405f-83b3-0c678f78df49" providerId="ADAL" clId="{0B671710-12AA-4A9C-8982-6D6CBD054718}" dt="2026-10-02T10:23:22.827" v="45" actId="20577"/>
        <pc:sldMkLst>
          <pc:docMk/>
          <pc:sldMk cId="2140700995" sldId="256"/>
        </pc:sldMkLst>
        <pc:spChg chg="mod">
          <ac:chgData name="Henry Valdemar Vest" userId="f5b1f0ec-4051-405f-83b3-0c678f78df49" providerId="ADAL" clId="{0B671710-12AA-4A9C-8982-6D6CBD054718}" dt="2026-10-02T10:23:13.241" v="18" actId="20577"/>
          <ac:spMkLst>
            <pc:docMk/>
            <pc:sldMk cId="2140700995" sldId="256"/>
            <ac:spMk id="2" creationId="{7372B7F1-D750-4682-A430-44E3E67424F8}"/>
          </ac:spMkLst>
        </pc:spChg>
        <pc:spChg chg="mod">
          <ac:chgData name="Henry Valdemar Vest" userId="f5b1f0ec-4051-405f-83b3-0c678f78df49" providerId="ADAL" clId="{0B671710-12AA-4A9C-8982-6D6CBD054718}" dt="2026-10-02T10:23:22.827" v="45" actId="20577"/>
          <ac:spMkLst>
            <pc:docMk/>
            <pc:sldMk cId="2140700995" sldId="256"/>
            <ac:spMk id="3" creationId="{9B321819-AF21-432A-829D-C19D890BC777}"/>
          </ac:spMkLst>
        </pc:spChg>
      </pc:sldChg>
      <pc:sldChg chg="addSp delSp modSp mod">
        <pc:chgData name="Henry Valdemar Vest" userId="f5b1f0ec-4051-405f-83b3-0c678f78df49" providerId="ADAL" clId="{0B671710-12AA-4A9C-8982-6D6CBD054718}" dt="2026-10-02T10:51:23.866" v="533" actId="20577"/>
        <pc:sldMkLst>
          <pc:docMk/>
          <pc:sldMk cId="2805368152" sldId="262"/>
        </pc:sldMkLst>
        <pc:spChg chg="mod">
          <ac:chgData name="Henry Valdemar Vest" userId="f5b1f0ec-4051-405f-83b3-0c678f78df49" providerId="ADAL" clId="{0B671710-12AA-4A9C-8982-6D6CBD054718}" dt="2026-10-02T10:50:10.218" v="523" actId="26606"/>
          <ac:spMkLst>
            <pc:docMk/>
            <pc:sldMk cId="2805368152" sldId="262"/>
            <ac:spMk id="2" creationId="{5B54E357-EAD2-4C10-BBB3-521233190B92}"/>
          </ac:spMkLst>
        </pc:spChg>
        <pc:spChg chg="mod">
          <ac:chgData name="Henry Valdemar Vest" userId="f5b1f0ec-4051-405f-83b3-0c678f78df49" providerId="ADAL" clId="{0B671710-12AA-4A9C-8982-6D6CBD054718}" dt="2026-10-02T10:50:10.218" v="523" actId="26606"/>
          <ac:spMkLst>
            <pc:docMk/>
            <pc:sldMk cId="2805368152" sldId="262"/>
            <ac:spMk id="4" creationId="{FD4FE71D-F93C-46CD-BF2F-99C426677D44}"/>
          </ac:spMkLst>
        </pc:spChg>
        <pc:spChg chg="del">
          <ac:chgData name="Henry Valdemar Vest" userId="f5b1f0ec-4051-405f-83b3-0c678f78df49" providerId="ADAL" clId="{0B671710-12AA-4A9C-8982-6D6CBD054718}" dt="2026-10-02T10:50:10.218" v="523" actId="26606"/>
          <ac:spMkLst>
            <pc:docMk/>
            <pc:sldMk cId="2805368152" sldId="262"/>
            <ac:spMk id="10" creationId="{BF7E8610-2DF7-4AF0-B876-0F3B7882A6B7}"/>
          </ac:spMkLst>
        </pc:spChg>
        <pc:spChg chg="del">
          <ac:chgData name="Henry Valdemar Vest" userId="f5b1f0ec-4051-405f-83b3-0c678f78df49" providerId="ADAL" clId="{0B671710-12AA-4A9C-8982-6D6CBD054718}" dt="2026-10-02T10:50:10.218" v="523" actId="26606"/>
          <ac:spMkLst>
            <pc:docMk/>
            <pc:sldMk cId="2805368152" sldId="262"/>
            <ac:spMk id="12" creationId="{C1C8C023-62A6-4DA0-8DF4-3F4EA94090DE}"/>
          </ac:spMkLst>
        </pc:spChg>
        <pc:spChg chg="del">
          <ac:chgData name="Henry Valdemar Vest" userId="f5b1f0ec-4051-405f-83b3-0c678f78df49" providerId="ADAL" clId="{0B671710-12AA-4A9C-8982-6D6CBD054718}" dt="2026-10-02T10:50:10.218" v="523" actId="26606"/>
          <ac:spMkLst>
            <pc:docMk/>
            <pc:sldMk cId="2805368152" sldId="262"/>
            <ac:spMk id="14" creationId="{26B9FE07-322E-43FB-8707-C9826BD903EB}"/>
          </ac:spMkLst>
        </pc:spChg>
        <pc:spChg chg="add">
          <ac:chgData name="Henry Valdemar Vest" userId="f5b1f0ec-4051-405f-83b3-0c678f78df49" providerId="ADAL" clId="{0B671710-12AA-4A9C-8982-6D6CBD054718}" dt="2026-10-02T10:50:10.218" v="523" actId="26606"/>
          <ac:spMkLst>
            <pc:docMk/>
            <pc:sldMk cId="2805368152" sldId="262"/>
            <ac:spMk id="19" creationId="{A3D9AEEE-1CCD-43C0-BA3E-16D60A6E23C0}"/>
          </ac:spMkLst>
        </pc:spChg>
        <pc:spChg chg="add">
          <ac:chgData name="Henry Valdemar Vest" userId="f5b1f0ec-4051-405f-83b3-0c678f78df49" providerId="ADAL" clId="{0B671710-12AA-4A9C-8982-6D6CBD054718}" dt="2026-10-02T10:50:10.218" v="523" actId="26606"/>
          <ac:spMkLst>
            <pc:docMk/>
            <pc:sldMk cId="2805368152" sldId="262"/>
            <ac:spMk id="21" creationId="{60F880A6-33D3-4EEC-A780-B73559B9F24C}"/>
          </ac:spMkLst>
        </pc:spChg>
        <pc:spChg chg="add">
          <ac:chgData name="Henry Valdemar Vest" userId="f5b1f0ec-4051-405f-83b3-0c678f78df49" providerId="ADAL" clId="{0B671710-12AA-4A9C-8982-6D6CBD054718}" dt="2026-10-02T10:50:10.218" v="523" actId="26606"/>
          <ac:spMkLst>
            <pc:docMk/>
            <pc:sldMk cId="2805368152" sldId="262"/>
            <ac:spMk id="23" creationId="{2C6246ED-0535-4496-A8F6-1E80CC4EB853}"/>
          </ac:spMkLst>
        </pc:spChg>
        <pc:graphicFrameChg chg="mod modGraphic">
          <ac:chgData name="Henry Valdemar Vest" userId="f5b1f0ec-4051-405f-83b3-0c678f78df49" providerId="ADAL" clId="{0B671710-12AA-4A9C-8982-6D6CBD054718}" dt="2026-10-02T10:51:23.866" v="533" actId="20577"/>
          <ac:graphicFrameMkLst>
            <pc:docMk/>
            <pc:sldMk cId="2805368152" sldId="262"/>
            <ac:graphicFrameMk id="6" creationId="{F87816D3-CD8A-4D83-827C-CA680D61E119}"/>
          </ac:graphicFrameMkLst>
        </pc:graphicFrameChg>
      </pc:sldChg>
      <pc:sldChg chg="addSp delSp modSp mod">
        <pc:chgData name="Henry Valdemar Vest" userId="f5b1f0ec-4051-405f-83b3-0c678f78df49" providerId="ADAL" clId="{0B671710-12AA-4A9C-8982-6D6CBD054718}" dt="2026-10-02T10:52:36.519" v="541" actId="26606"/>
        <pc:sldMkLst>
          <pc:docMk/>
          <pc:sldMk cId="2861799440" sldId="266"/>
        </pc:sldMkLst>
        <pc:spChg chg="mod">
          <ac:chgData name="Henry Valdemar Vest" userId="f5b1f0ec-4051-405f-83b3-0c678f78df49" providerId="ADAL" clId="{0B671710-12AA-4A9C-8982-6D6CBD054718}" dt="2026-10-02T10:51:49.875" v="534" actId="26606"/>
          <ac:spMkLst>
            <pc:docMk/>
            <pc:sldMk cId="2861799440" sldId="266"/>
            <ac:spMk id="2" creationId="{EA502561-6B7A-44A5-A6A0-536973058774}"/>
          </ac:spMkLst>
        </pc:spChg>
        <pc:spChg chg="mod">
          <ac:chgData name="Henry Valdemar Vest" userId="f5b1f0ec-4051-405f-83b3-0c678f78df49" providerId="ADAL" clId="{0B671710-12AA-4A9C-8982-6D6CBD054718}" dt="2026-10-02T10:51:49.875" v="534" actId="26606"/>
          <ac:spMkLst>
            <pc:docMk/>
            <pc:sldMk cId="2861799440" sldId="266"/>
            <ac:spMk id="4" creationId="{B2C49144-4038-4C6B-ABFF-1E8BB0D1EA60}"/>
          </ac:spMkLst>
        </pc:spChg>
        <pc:spChg chg="del">
          <ac:chgData name="Henry Valdemar Vest" userId="f5b1f0ec-4051-405f-83b3-0c678f78df49" providerId="ADAL" clId="{0B671710-12AA-4A9C-8982-6D6CBD054718}" dt="2026-10-02T10:51:49.875" v="534" actId="26606"/>
          <ac:spMkLst>
            <pc:docMk/>
            <pc:sldMk cId="2861799440" sldId="266"/>
            <ac:spMk id="16" creationId="{BF7E8610-2DF7-4AF0-B876-0F3B7882A6B7}"/>
          </ac:spMkLst>
        </pc:spChg>
        <pc:spChg chg="del">
          <ac:chgData name="Henry Valdemar Vest" userId="f5b1f0ec-4051-405f-83b3-0c678f78df49" providerId="ADAL" clId="{0B671710-12AA-4A9C-8982-6D6CBD054718}" dt="2026-10-02T10:51:49.875" v="534" actId="26606"/>
          <ac:spMkLst>
            <pc:docMk/>
            <pc:sldMk cId="2861799440" sldId="266"/>
            <ac:spMk id="17" creationId="{C1C8C023-62A6-4DA0-8DF4-3F4EA94090DE}"/>
          </ac:spMkLst>
        </pc:spChg>
        <pc:spChg chg="del">
          <ac:chgData name="Henry Valdemar Vest" userId="f5b1f0ec-4051-405f-83b3-0c678f78df49" providerId="ADAL" clId="{0B671710-12AA-4A9C-8982-6D6CBD054718}" dt="2026-10-02T10:51:49.875" v="534" actId="26606"/>
          <ac:spMkLst>
            <pc:docMk/>
            <pc:sldMk cId="2861799440" sldId="266"/>
            <ac:spMk id="18" creationId="{26B9FE07-322E-43FB-8707-C9826BD903EB}"/>
          </ac:spMkLst>
        </pc:spChg>
        <pc:spChg chg="add del">
          <ac:chgData name="Henry Valdemar Vest" userId="f5b1f0ec-4051-405f-83b3-0c678f78df49" providerId="ADAL" clId="{0B671710-12AA-4A9C-8982-6D6CBD054718}" dt="2026-10-02T10:52:36.519" v="541" actId="26606"/>
          <ac:spMkLst>
            <pc:docMk/>
            <pc:sldMk cId="2861799440" sldId="266"/>
            <ac:spMk id="24" creationId="{A3D9AEEE-1CCD-43C0-BA3E-16D60A6E23C0}"/>
          </ac:spMkLst>
        </pc:spChg>
        <pc:spChg chg="add del">
          <ac:chgData name="Henry Valdemar Vest" userId="f5b1f0ec-4051-405f-83b3-0c678f78df49" providerId="ADAL" clId="{0B671710-12AA-4A9C-8982-6D6CBD054718}" dt="2026-10-02T10:52:36.519" v="541" actId="26606"/>
          <ac:spMkLst>
            <pc:docMk/>
            <pc:sldMk cId="2861799440" sldId="266"/>
            <ac:spMk id="26" creationId="{60F880A6-33D3-4EEC-A780-B73559B9F24C}"/>
          </ac:spMkLst>
        </pc:spChg>
        <pc:spChg chg="add del">
          <ac:chgData name="Henry Valdemar Vest" userId="f5b1f0ec-4051-405f-83b3-0c678f78df49" providerId="ADAL" clId="{0B671710-12AA-4A9C-8982-6D6CBD054718}" dt="2026-10-02T10:52:36.519" v="541" actId="26606"/>
          <ac:spMkLst>
            <pc:docMk/>
            <pc:sldMk cId="2861799440" sldId="266"/>
            <ac:spMk id="28" creationId="{2C6246ED-0535-4496-A8F6-1E80CC4EB853}"/>
          </ac:spMkLst>
        </pc:spChg>
        <pc:spChg chg="add">
          <ac:chgData name="Henry Valdemar Vest" userId="f5b1f0ec-4051-405f-83b3-0c678f78df49" providerId="ADAL" clId="{0B671710-12AA-4A9C-8982-6D6CBD054718}" dt="2026-10-02T10:52:36.519" v="541" actId="26606"/>
          <ac:spMkLst>
            <pc:docMk/>
            <pc:sldMk cId="2861799440" sldId="266"/>
            <ac:spMk id="33" creationId="{A3D9AEEE-1CCD-43C0-BA3E-16D60A6E23C0}"/>
          </ac:spMkLst>
        </pc:spChg>
        <pc:spChg chg="add">
          <ac:chgData name="Henry Valdemar Vest" userId="f5b1f0ec-4051-405f-83b3-0c678f78df49" providerId="ADAL" clId="{0B671710-12AA-4A9C-8982-6D6CBD054718}" dt="2026-10-02T10:52:36.519" v="541" actId="26606"/>
          <ac:spMkLst>
            <pc:docMk/>
            <pc:sldMk cId="2861799440" sldId="266"/>
            <ac:spMk id="35" creationId="{60F880A6-33D3-4EEC-A780-B73559B9F24C}"/>
          </ac:spMkLst>
        </pc:spChg>
        <pc:spChg chg="add">
          <ac:chgData name="Henry Valdemar Vest" userId="f5b1f0ec-4051-405f-83b3-0c678f78df49" providerId="ADAL" clId="{0B671710-12AA-4A9C-8982-6D6CBD054718}" dt="2026-10-02T10:52:36.519" v="541" actId="26606"/>
          <ac:spMkLst>
            <pc:docMk/>
            <pc:sldMk cId="2861799440" sldId="266"/>
            <ac:spMk id="37" creationId="{2C6246ED-0535-4496-A8F6-1E80CC4EB853}"/>
          </ac:spMkLst>
        </pc:spChg>
        <pc:graphicFrameChg chg="mod modGraphic">
          <ac:chgData name="Henry Valdemar Vest" userId="f5b1f0ec-4051-405f-83b3-0c678f78df49" providerId="ADAL" clId="{0B671710-12AA-4A9C-8982-6D6CBD054718}" dt="2026-10-02T10:52:36.519" v="541" actId="26606"/>
          <ac:graphicFrameMkLst>
            <pc:docMk/>
            <pc:sldMk cId="2861799440" sldId="266"/>
            <ac:graphicFrameMk id="19" creationId="{3F950186-059C-4A1F-94A1-8E5135D8BC1F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10-02T10:31:48.301" v="131" actId="20577"/>
        <pc:sldMkLst>
          <pc:docMk/>
          <pc:sldMk cId="1945683272" sldId="269"/>
        </pc:sldMkLst>
        <pc:spChg chg="mod">
          <ac:chgData name="Henry Valdemar Vest" userId="f5b1f0ec-4051-405f-83b3-0c678f78df49" providerId="ADAL" clId="{0B671710-12AA-4A9C-8982-6D6CBD054718}" dt="2026-10-02T10:31:48.301" v="131" actId="20577"/>
          <ac:spMkLst>
            <pc:docMk/>
            <pc:sldMk cId="1945683272" sldId="269"/>
            <ac:spMk id="3" creationId="{9B330B3B-D429-41C4-8734-B6D6524E894C}"/>
          </ac:spMkLst>
        </pc:spChg>
      </pc:sldChg>
      <pc:sldChg chg="addSp delSp modSp mod">
        <pc:chgData name="Henry Valdemar Vest" userId="f5b1f0ec-4051-405f-83b3-0c678f78df49" providerId="ADAL" clId="{0B671710-12AA-4A9C-8982-6D6CBD054718}" dt="2026-10-02T11:04:35.242" v="596" actId="20577"/>
        <pc:sldMkLst>
          <pc:docMk/>
          <pc:sldMk cId="3772530115" sldId="274"/>
        </pc:sldMkLst>
        <pc:spChg chg="mod">
          <ac:chgData name="Henry Valdemar Vest" userId="f5b1f0ec-4051-405f-83b3-0c678f78df49" providerId="ADAL" clId="{0B671710-12AA-4A9C-8982-6D6CBD054718}" dt="2026-10-02T11:01:51.678" v="586" actId="26606"/>
          <ac:spMkLst>
            <pc:docMk/>
            <pc:sldMk cId="3772530115" sldId="274"/>
            <ac:spMk id="2" creationId="{AD31CB78-7553-4F0B-B933-76D6A30292E7}"/>
          </ac:spMkLst>
        </pc:spChg>
        <pc:spChg chg="mod">
          <ac:chgData name="Henry Valdemar Vest" userId="f5b1f0ec-4051-405f-83b3-0c678f78df49" providerId="ADAL" clId="{0B671710-12AA-4A9C-8982-6D6CBD054718}" dt="2026-10-02T11:01:51.678" v="586" actId="26606"/>
          <ac:spMkLst>
            <pc:docMk/>
            <pc:sldMk cId="3772530115" sldId="274"/>
            <ac:spMk id="4" creationId="{8E0A9D4A-50A7-406C-BC9F-FF19B6AA06B9}"/>
          </ac:spMkLst>
        </pc:spChg>
        <pc:spChg chg="del">
          <ac:chgData name="Henry Valdemar Vest" userId="f5b1f0ec-4051-405f-83b3-0c678f78df49" providerId="ADAL" clId="{0B671710-12AA-4A9C-8982-6D6CBD054718}" dt="2026-10-02T11:01:51.678" v="586" actId="26606"/>
          <ac:spMkLst>
            <pc:docMk/>
            <pc:sldMk cId="3772530115" sldId="274"/>
            <ac:spMk id="10" creationId="{BF7E8610-2DF7-4AF0-B876-0F3B7882A6B7}"/>
          </ac:spMkLst>
        </pc:spChg>
        <pc:spChg chg="del">
          <ac:chgData name="Henry Valdemar Vest" userId="f5b1f0ec-4051-405f-83b3-0c678f78df49" providerId="ADAL" clId="{0B671710-12AA-4A9C-8982-6D6CBD054718}" dt="2026-10-02T11:01:51.678" v="586" actId="26606"/>
          <ac:spMkLst>
            <pc:docMk/>
            <pc:sldMk cId="3772530115" sldId="274"/>
            <ac:spMk id="12" creationId="{C1C8C023-62A6-4DA0-8DF4-3F4EA94090DE}"/>
          </ac:spMkLst>
        </pc:spChg>
        <pc:spChg chg="del">
          <ac:chgData name="Henry Valdemar Vest" userId="f5b1f0ec-4051-405f-83b3-0c678f78df49" providerId="ADAL" clId="{0B671710-12AA-4A9C-8982-6D6CBD054718}" dt="2026-10-02T11:01:51.678" v="586" actId="26606"/>
          <ac:spMkLst>
            <pc:docMk/>
            <pc:sldMk cId="3772530115" sldId="274"/>
            <ac:spMk id="14" creationId="{26B9FE07-322E-43FB-8707-C9826BD903EB}"/>
          </ac:spMkLst>
        </pc:spChg>
        <pc:spChg chg="add">
          <ac:chgData name="Henry Valdemar Vest" userId="f5b1f0ec-4051-405f-83b3-0c678f78df49" providerId="ADAL" clId="{0B671710-12AA-4A9C-8982-6D6CBD054718}" dt="2026-10-02T11:01:51.678" v="586" actId="26606"/>
          <ac:spMkLst>
            <pc:docMk/>
            <pc:sldMk cId="3772530115" sldId="274"/>
            <ac:spMk id="19" creationId="{A3D9AEEE-1CCD-43C0-BA3E-16D60A6E23C0}"/>
          </ac:spMkLst>
        </pc:spChg>
        <pc:spChg chg="add">
          <ac:chgData name="Henry Valdemar Vest" userId="f5b1f0ec-4051-405f-83b3-0c678f78df49" providerId="ADAL" clId="{0B671710-12AA-4A9C-8982-6D6CBD054718}" dt="2026-10-02T11:01:51.678" v="586" actId="26606"/>
          <ac:spMkLst>
            <pc:docMk/>
            <pc:sldMk cId="3772530115" sldId="274"/>
            <ac:spMk id="21" creationId="{60F880A6-33D3-4EEC-A780-B73559B9F24C}"/>
          </ac:spMkLst>
        </pc:spChg>
        <pc:spChg chg="add">
          <ac:chgData name="Henry Valdemar Vest" userId="f5b1f0ec-4051-405f-83b3-0c678f78df49" providerId="ADAL" clId="{0B671710-12AA-4A9C-8982-6D6CBD054718}" dt="2026-10-02T11:01:51.678" v="586" actId="26606"/>
          <ac:spMkLst>
            <pc:docMk/>
            <pc:sldMk cId="3772530115" sldId="274"/>
            <ac:spMk id="23" creationId="{2C6246ED-0535-4496-A8F6-1E80CC4EB853}"/>
          </ac:spMkLst>
        </pc:spChg>
        <pc:graphicFrameChg chg="mod modGraphic">
          <ac:chgData name="Henry Valdemar Vest" userId="f5b1f0ec-4051-405f-83b3-0c678f78df49" providerId="ADAL" clId="{0B671710-12AA-4A9C-8982-6D6CBD054718}" dt="2026-10-02T11:04:35.242" v="596" actId="20577"/>
          <ac:graphicFrameMkLst>
            <pc:docMk/>
            <pc:sldMk cId="3772530115" sldId="274"/>
            <ac:graphicFrameMk id="6" creationId="{B4B0055E-A630-40E5-A3FB-C8CC19D67402}"/>
          </ac:graphicFrameMkLst>
        </pc:graphicFrameChg>
      </pc:sldChg>
      <pc:sldChg chg="addSp delSp modSp mod">
        <pc:chgData name="Henry Valdemar Vest" userId="f5b1f0ec-4051-405f-83b3-0c678f78df49" providerId="ADAL" clId="{0B671710-12AA-4A9C-8982-6D6CBD054718}" dt="2026-10-02T11:05:03.948" v="602" actId="20577"/>
        <pc:sldMkLst>
          <pc:docMk/>
          <pc:sldMk cId="2933925813" sldId="275"/>
        </pc:sldMkLst>
        <pc:spChg chg="mod">
          <ac:chgData name="Henry Valdemar Vest" userId="f5b1f0ec-4051-405f-83b3-0c678f78df49" providerId="ADAL" clId="{0B671710-12AA-4A9C-8982-6D6CBD054718}" dt="2026-10-02T11:04:50.923" v="597" actId="26606"/>
          <ac:spMkLst>
            <pc:docMk/>
            <pc:sldMk cId="2933925813" sldId="275"/>
            <ac:spMk id="2" creationId="{513C85DC-B458-41CD-ADB4-C0A873B50D2A}"/>
          </ac:spMkLst>
        </pc:spChg>
        <pc:spChg chg="mod">
          <ac:chgData name="Henry Valdemar Vest" userId="f5b1f0ec-4051-405f-83b3-0c678f78df49" providerId="ADAL" clId="{0B671710-12AA-4A9C-8982-6D6CBD054718}" dt="2026-10-02T11:04:50.923" v="597" actId="26606"/>
          <ac:spMkLst>
            <pc:docMk/>
            <pc:sldMk cId="2933925813" sldId="275"/>
            <ac:spMk id="4" creationId="{E40B84C9-03AA-49BE-AA1B-04E7E028CF54}"/>
          </ac:spMkLst>
        </pc:spChg>
        <pc:spChg chg="del">
          <ac:chgData name="Henry Valdemar Vest" userId="f5b1f0ec-4051-405f-83b3-0c678f78df49" providerId="ADAL" clId="{0B671710-12AA-4A9C-8982-6D6CBD054718}" dt="2026-10-02T11:04:50.923" v="597" actId="26606"/>
          <ac:spMkLst>
            <pc:docMk/>
            <pc:sldMk cId="2933925813" sldId="275"/>
            <ac:spMk id="16" creationId="{BF7E8610-2DF7-4AF0-B876-0F3B7882A6B7}"/>
          </ac:spMkLst>
        </pc:spChg>
        <pc:spChg chg="del">
          <ac:chgData name="Henry Valdemar Vest" userId="f5b1f0ec-4051-405f-83b3-0c678f78df49" providerId="ADAL" clId="{0B671710-12AA-4A9C-8982-6D6CBD054718}" dt="2026-10-02T11:04:50.923" v="597" actId="26606"/>
          <ac:spMkLst>
            <pc:docMk/>
            <pc:sldMk cId="2933925813" sldId="275"/>
            <ac:spMk id="17" creationId="{C1C8C023-62A6-4DA0-8DF4-3F4EA94090DE}"/>
          </ac:spMkLst>
        </pc:spChg>
        <pc:spChg chg="del">
          <ac:chgData name="Henry Valdemar Vest" userId="f5b1f0ec-4051-405f-83b3-0c678f78df49" providerId="ADAL" clId="{0B671710-12AA-4A9C-8982-6D6CBD054718}" dt="2026-10-02T11:04:50.923" v="597" actId="26606"/>
          <ac:spMkLst>
            <pc:docMk/>
            <pc:sldMk cId="2933925813" sldId="275"/>
            <ac:spMk id="18" creationId="{26B9FE07-322E-43FB-8707-C9826BD903EB}"/>
          </ac:spMkLst>
        </pc:spChg>
        <pc:spChg chg="add">
          <ac:chgData name="Henry Valdemar Vest" userId="f5b1f0ec-4051-405f-83b3-0c678f78df49" providerId="ADAL" clId="{0B671710-12AA-4A9C-8982-6D6CBD054718}" dt="2026-10-02T11:04:50.923" v="597" actId="26606"/>
          <ac:spMkLst>
            <pc:docMk/>
            <pc:sldMk cId="2933925813" sldId="275"/>
            <ac:spMk id="24" creationId="{A3D9AEEE-1CCD-43C0-BA3E-16D60A6E23C0}"/>
          </ac:spMkLst>
        </pc:spChg>
        <pc:spChg chg="add">
          <ac:chgData name="Henry Valdemar Vest" userId="f5b1f0ec-4051-405f-83b3-0c678f78df49" providerId="ADAL" clId="{0B671710-12AA-4A9C-8982-6D6CBD054718}" dt="2026-10-02T11:04:50.923" v="597" actId="26606"/>
          <ac:spMkLst>
            <pc:docMk/>
            <pc:sldMk cId="2933925813" sldId="275"/>
            <ac:spMk id="26" creationId="{60F880A6-33D3-4EEC-A780-B73559B9F24C}"/>
          </ac:spMkLst>
        </pc:spChg>
        <pc:spChg chg="add">
          <ac:chgData name="Henry Valdemar Vest" userId="f5b1f0ec-4051-405f-83b3-0c678f78df49" providerId="ADAL" clId="{0B671710-12AA-4A9C-8982-6D6CBD054718}" dt="2026-10-02T11:04:50.923" v="597" actId="26606"/>
          <ac:spMkLst>
            <pc:docMk/>
            <pc:sldMk cId="2933925813" sldId="275"/>
            <ac:spMk id="28" creationId="{2C6246ED-0535-4496-A8F6-1E80CC4EB853}"/>
          </ac:spMkLst>
        </pc:spChg>
        <pc:graphicFrameChg chg="mod modGraphic">
          <ac:chgData name="Henry Valdemar Vest" userId="f5b1f0ec-4051-405f-83b3-0c678f78df49" providerId="ADAL" clId="{0B671710-12AA-4A9C-8982-6D6CBD054718}" dt="2026-10-02T11:05:03.948" v="602" actId="20577"/>
          <ac:graphicFrameMkLst>
            <pc:docMk/>
            <pc:sldMk cId="2933925813" sldId="275"/>
            <ac:graphicFrameMk id="19" creationId="{62688B91-094D-4E2E-9B5E-22B3E6066ACC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10-02T10:33:23.434" v="150" actId="20577"/>
        <pc:sldMkLst>
          <pc:docMk/>
          <pc:sldMk cId="2695474210" sldId="277"/>
        </pc:sldMkLst>
        <pc:spChg chg="mod">
          <ac:chgData name="Henry Valdemar Vest" userId="f5b1f0ec-4051-405f-83b3-0c678f78df49" providerId="ADAL" clId="{0B671710-12AA-4A9C-8982-6D6CBD054718}" dt="2026-10-02T10:33:23.434" v="150" actId="20577"/>
          <ac:spMkLst>
            <pc:docMk/>
            <pc:sldMk cId="2695474210" sldId="277"/>
            <ac:spMk id="3" creationId="{15F8DED6-2580-4059-92CB-81A9A57A66BD}"/>
          </ac:spMkLst>
        </pc:spChg>
      </pc:sldChg>
      <pc:sldChg chg="addSp delSp modSp new mod setBg">
        <pc:chgData name="Henry Valdemar Vest" userId="f5b1f0ec-4051-405f-83b3-0c678f78df49" providerId="ADAL" clId="{0B671710-12AA-4A9C-8982-6D6CBD054718}" dt="2026-10-02T10:49:50.646" v="522" actId="26606"/>
        <pc:sldMkLst>
          <pc:docMk/>
          <pc:sldMk cId="1545578408" sldId="280"/>
        </pc:sldMkLst>
        <pc:spChg chg="mod">
          <ac:chgData name="Henry Valdemar Vest" userId="f5b1f0ec-4051-405f-83b3-0c678f78df49" providerId="ADAL" clId="{0B671710-12AA-4A9C-8982-6D6CBD054718}" dt="2026-10-02T10:49:50.646" v="522" actId="26606"/>
          <ac:spMkLst>
            <pc:docMk/>
            <pc:sldMk cId="1545578408" sldId="280"/>
            <ac:spMk id="2" creationId="{9752C1B0-1274-568A-AAE7-2417A882CE33}"/>
          </ac:spMkLst>
        </pc:spChg>
        <pc:spChg chg="del mod">
          <ac:chgData name="Henry Valdemar Vest" userId="f5b1f0ec-4051-405f-83b3-0c678f78df49" providerId="ADAL" clId="{0B671710-12AA-4A9C-8982-6D6CBD054718}" dt="2026-10-02T10:49:50.646" v="522" actId="26606"/>
          <ac:spMkLst>
            <pc:docMk/>
            <pc:sldMk cId="1545578408" sldId="280"/>
            <ac:spMk id="3" creationId="{54FF26C3-10B2-45D9-D15B-4F6A1FA59F55}"/>
          </ac:spMkLst>
        </pc:spChg>
        <pc:spChg chg="mod">
          <ac:chgData name="Henry Valdemar Vest" userId="f5b1f0ec-4051-405f-83b3-0c678f78df49" providerId="ADAL" clId="{0B671710-12AA-4A9C-8982-6D6CBD054718}" dt="2026-10-02T10:49:50.646" v="522" actId="26606"/>
          <ac:spMkLst>
            <pc:docMk/>
            <pc:sldMk cId="1545578408" sldId="280"/>
            <ac:spMk id="4" creationId="{CDF1C978-3246-340B-3CA6-426163988297}"/>
          </ac:spMkLst>
        </pc:spChg>
        <pc:spChg chg="add">
          <ac:chgData name="Henry Valdemar Vest" userId="f5b1f0ec-4051-405f-83b3-0c678f78df49" providerId="ADAL" clId="{0B671710-12AA-4A9C-8982-6D6CBD054718}" dt="2026-10-02T10:49:50.646" v="522" actId="26606"/>
          <ac:spMkLst>
            <pc:docMk/>
            <pc:sldMk cId="1545578408" sldId="280"/>
            <ac:spMk id="10" creationId="{A3D9AEEE-1CCD-43C0-BA3E-16D60A6E23C0}"/>
          </ac:spMkLst>
        </pc:spChg>
        <pc:spChg chg="add">
          <ac:chgData name="Henry Valdemar Vest" userId="f5b1f0ec-4051-405f-83b3-0c678f78df49" providerId="ADAL" clId="{0B671710-12AA-4A9C-8982-6D6CBD054718}" dt="2026-10-02T10:49:50.646" v="522" actId="26606"/>
          <ac:spMkLst>
            <pc:docMk/>
            <pc:sldMk cId="1545578408" sldId="280"/>
            <ac:spMk id="12" creationId="{60F880A6-33D3-4EEC-A780-B73559B9F24C}"/>
          </ac:spMkLst>
        </pc:spChg>
        <pc:spChg chg="add">
          <ac:chgData name="Henry Valdemar Vest" userId="f5b1f0ec-4051-405f-83b3-0c678f78df49" providerId="ADAL" clId="{0B671710-12AA-4A9C-8982-6D6CBD054718}" dt="2026-10-02T10:49:50.646" v="522" actId="26606"/>
          <ac:spMkLst>
            <pc:docMk/>
            <pc:sldMk cId="1545578408" sldId="280"/>
            <ac:spMk id="14" creationId="{2C6246ED-0535-4496-A8F6-1E80CC4EB853}"/>
          </ac:spMkLst>
        </pc:spChg>
        <pc:graphicFrameChg chg="add">
          <ac:chgData name="Henry Valdemar Vest" userId="f5b1f0ec-4051-405f-83b3-0c678f78df49" providerId="ADAL" clId="{0B671710-12AA-4A9C-8982-6D6CBD054718}" dt="2026-10-02T10:49:50.646" v="522" actId="26606"/>
          <ac:graphicFrameMkLst>
            <pc:docMk/>
            <pc:sldMk cId="1545578408" sldId="280"/>
            <ac:graphicFrameMk id="6" creationId="{8E993C30-5254-BBE5-3632-FDC9A3FBDD12}"/>
          </ac:graphicFrameMkLst>
        </pc:graphicFrameChg>
      </pc:sldChg>
      <pc:sldChg chg="addSp delSp modSp new mod setBg">
        <pc:chgData name="Henry Valdemar Vest" userId="f5b1f0ec-4051-405f-83b3-0c678f78df49" providerId="ADAL" clId="{0B671710-12AA-4A9C-8982-6D6CBD054718}" dt="2026-10-02T11:00:07.744" v="564" actId="26606"/>
        <pc:sldMkLst>
          <pc:docMk/>
          <pc:sldMk cId="711202348" sldId="281"/>
        </pc:sldMkLst>
        <pc:spChg chg="mod">
          <ac:chgData name="Henry Valdemar Vest" userId="f5b1f0ec-4051-405f-83b3-0c678f78df49" providerId="ADAL" clId="{0B671710-12AA-4A9C-8982-6D6CBD054718}" dt="2026-10-02T11:00:07.744" v="564" actId="26606"/>
          <ac:spMkLst>
            <pc:docMk/>
            <pc:sldMk cId="711202348" sldId="281"/>
            <ac:spMk id="2" creationId="{64156CDA-37A2-4258-E905-E05E6C04E2DB}"/>
          </ac:spMkLst>
        </pc:spChg>
        <pc:spChg chg="del mod">
          <ac:chgData name="Henry Valdemar Vest" userId="f5b1f0ec-4051-405f-83b3-0c678f78df49" providerId="ADAL" clId="{0B671710-12AA-4A9C-8982-6D6CBD054718}" dt="2026-10-02T11:00:07.744" v="564" actId="26606"/>
          <ac:spMkLst>
            <pc:docMk/>
            <pc:sldMk cId="711202348" sldId="281"/>
            <ac:spMk id="3" creationId="{E8529213-7BF8-BED2-04C9-0EAC0FB6F03A}"/>
          </ac:spMkLst>
        </pc:spChg>
        <pc:spChg chg="mod">
          <ac:chgData name="Henry Valdemar Vest" userId="f5b1f0ec-4051-405f-83b3-0c678f78df49" providerId="ADAL" clId="{0B671710-12AA-4A9C-8982-6D6CBD054718}" dt="2026-10-02T11:00:07.744" v="564" actId="26606"/>
          <ac:spMkLst>
            <pc:docMk/>
            <pc:sldMk cId="711202348" sldId="281"/>
            <ac:spMk id="4" creationId="{A2487557-BC1F-04B3-42C6-88F5CE270736}"/>
          </ac:spMkLst>
        </pc:spChg>
        <pc:spChg chg="add">
          <ac:chgData name="Henry Valdemar Vest" userId="f5b1f0ec-4051-405f-83b3-0c678f78df49" providerId="ADAL" clId="{0B671710-12AA-4A9C-8982-6D6CBD054718}" dt="2026-10-02T11:00:07.744" v="564" actId="26606"/>
          <ac:spMkLst>
            <pc:docMk/>
            <pc:sldMk cId="711202348" sldId="281"/>
            <ac:spMk id="10" creationId="{A3D9AEEE-1CCD-43C0-BA3E-16D60A6E23C0}"/>
          </ac:spMkLst>
        </pc:spChg>
        <pc:spChg chg="add">
          <ac:chgData name="Henry Valdemar Vest" userId="f5b1f0ec-4051-405f-83b3-0c678f78df49" providerId="ADAL" clId="{0B671710-12AA-4A9C-8982-6D6CBD054718}" dt="2026-10-02T11:00:07.744" v="564" actId="26606"/>
          <ac:spMkLst>
            <pc:docMk/>
            <pc:sldMk cId="711202348" sldId="281"/>
            <ac:spMk id="12" creationId="{60F880A6-33D3-4EEC-A780-B73559B9F24C}"/>
          </ac:spMkLst>
        </pc:spChg>
        <pc:spChg chg="add">
          <ac:chgData name="Henry Valdemar Vest" userId="f5b1f0ec-4051-405f-83b3-0c678f78df49" providerId="ADAL" clId="{0B671710-12AA-4A9C-8982-6D6CBD054718}" dt="2026-10-02T11:00:07.744" v="564" actId="26606"/>
          <ac:spMkLst>
            <pc:docMk/>
            <pc:sldMk cId="711202348" sldId="281"/>
            <ac:spMk id="14" creationId="{2C6246ED-0535-4496-A8F6-1E80CC4EB853}"/>
          </ac:spMkLst>
        </pc:spChg>
        <pc:graphicFrameChg chg="add">
          <ac:chgData name="Henry Valdemar Vest" userId="f5b1f0ec-4051-405f-83b3-0c678f78df49" providerId="ADAL" clId="{0B671710-12AA-4A9C-8982-6D6CBD054718}" dt="2026-10-02T11:00:07.744" v="564" actId="26606"/>
          <ac:graphicFrameMkLst>
            <pc:docMk/>
            <pc:sldMk cId="711202348" sldId="281"/>
            <ac:graphicFrameMk id="6" creationId="{6E2E6374-64C1-CD92-C743-C333CCD5298E}"/>
          </ac:graphicFrameMkLst>
        </pc:graphicFrameChg>
      </pc:sldChg>
      <pc:sldChg chg="addSp delSp modSp new mod setBg">
        <pc:chgData name="Henry Valdemar Vest" userId="f5b1f0ec-4051-405f-83b3-0c678f78df49" providerId="ADAL" clId="{0B671710-12AA-4A9C-8982-6D6CBD054718}" dt="2026-10-02T11:01:30.516" v="585" actId="26606"/>
        <pc:sldMkLst>
          <pc:docMk/>
          <pc:sldMk cId="3989399669" sldId="282"/>
        </pc:sldMkLst>
        <pc:spChg chg="mod">
          <ac:chgData name="Henry Valdemar Vest" userId="f5b1f0ec-4051-405f-83b3-0c678f78df49" providerId="ADAL" clId="{0B671710-12AA-4A9C-8982-6D6CBD054718}" dt="2026-10-02T11:01:30.516" v="585" actId="26606"/>
          <ac:spMkLst>
            <pc:docMk/>
            <pc:sldMk cId="3989399669" sldId="282"/>
            <ac:spMk id="2" creationId="{69ECDCBA-5B31-3119-B237-52C894DE2F31}"/>
          </ac:spMkLst>
        </pc:spChg>
        <pc:spChg chg="del mod">
          <ac:chgData name="Henry Valdemar Vest" userId="f5b1f0ec-4051-405f-83b3-0c678f78df49" providerId="ADAL" clId="{0B671710-12AA-4A9C-8982-6D6CBD054718}" dt="2026-10-02T11:01:30.516" v="585" actId="26606"/>
          <ac:spMkLst>
            <pc:docMk/>
            <pc:sldMk cId="3989399669" sldId="282"/>
            <ac:spMk id="3" creationId="{EF027DF9-8E7C-41C5-5ADF-F226A22FE770}"/>
          </ac:spMkLst>
        </pc:spChg>
        <pc:spChg chg="mod">
          <ac:chgData name="Henry Valdemar Vest" userId="f5b1f0ec-4051-405f-83b3-0c678f78df49" providerId="ADAL" clId="{0B671710-12AA-4A9C-8982-6D6CBD054718}" dt="2026-10-02T11:01:30.516" v="585" actId="26606"/>
          <ac:spMkLst>
            <pc:docMk/>
            <pc:sldMk cId="3989399669" sldId="282"/>
            <ac:spMk id="4" creationId="{412C176B-3109-B139-6CD7-6BA6D56FD29F}"/>
          </ac:spMkLst>
        </pc:spChg>
        <pc:spChg chg="add">
          <ac:chgData name="Henry Valdemar Vest" userId="f5b1f0ec-4051-405f-83b3-0c678f78df49" providerId="ADAL" clId="{0B671710-12AA-4A9C-8982-6D6CBD054718}" dt="2026-10-02T11:01:30.516" v="585" actId="26606"/>
          <ac:spMkLst>
            <pc:docMk/>
            <pc:sldMk cId="3989399669" sldId="282"/>
            <ac:spMk id="10" creationId="{A3D9AEEE-1CCD-43C0-BA3E-16D60A6E23C0}"/>
          </ac:spMkLst>
        </pc:spChg>
        <pc:spChg chg="add">
          <ac:chgData name="Henry Valdemar Vest" userId="f5b1f0ec-4051-405f-83b3-0c678f78df49" providerId="ADAL" clId="{0B671710-12AA-4A9C-8982-6D6CBD054718}" dt="2026-10-02T11:01:30.516" v="585" actId="26606"/>
          <ac:spMkLst>
            <pc:docMk/>
            <pc:sldMk cId="3989399669" sldId="282"/>
            <ac:spMk id="12" creationId="{60F880A6-33D3-4EEC-A780-B73559B9F24C}"/>
          </ac:spMkLst>
        </pc:spChg>
        <pc:spChg chg="add">
          <ac:chgData name="Henry Valdemar Vest" userId="f5b1f0ec-4051-405f-83b3-0c678f78df49" providerId="ADAL" clId="{0B671710-12AA-4A9C-8982-6D6CBD054718}" dt="2026-10-02T11:01:30.516" v="585" actId="26606"/>
          <ac:spMkLst>
            <pc:docMk/>
            <pc:sldMk cId="3989399669" sldId="282"/>
            <ac:spMk id="14" creationId="{2C6246ED-0535-4496-A8F6-1E80CC4EB853}"/>
          </ac:spMkLst>
        </pc:spChg>
        <pc:graphicFrameChg chg="add">
          <ac:chgData name="Henry Valdemar Vest" userId="f5b1f0ec-4051-405f-83b3-0c678f78df49" providerId="ADAL" clId="{0B671710-12AA-4A9C-8982-6D6CBD054718}" dt="2026-10-02T11:01:30.516" v="585" actId="26606"/>
          <ac:graphicFrameMkLst>
            <pc:docMk/>
            <pc:sldMk cId="3989399669" sldId="282"/>
            <ac:graphicFrameMk id="6" creationId="{D90996D6-A2F3-0E53-5B2A-C69C66930CBC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10-02T10:35:36.256" v="456" actId="20577"/>
        <pc:sldMkLst>
          <pc:docMk/>
          <pc:sldMk cId="605815712" sldId="283"/>
        </pc:sldMkLst>
        <pc:spChg chg="mod">
          <ac:chgData name="Henry Valdemar Vest" userId="f5b1f0ec-4051-405f-83b3-0c678f78df49" providerId="ADAL" clId="{0B671710-12AA-4A9C-8982-6D6CBD054718}" dt="2026-10-02T10:34:04.447" v="171" actId="20577"/>
          <ac:spMkLst>
            <pc:docMk/>
            <pc:sldMk cId="605815712" sldId="283"/>
            <ac:spMk id="2" creationId="{1C2831E2-8E45-BF2B-2608-7F177DB0F276}"/>
          </ac:spMkLst>
        </pc:spChg>
        <pc:spChg chg="mod">
          <ac:chgData name="Henry Valdemar Vest" userId="f5b1f0ec-4051-405f-83b3-0c678f78df49" providerId="ADAL" clId="{0B671710-12AA-4A9C-8982-6D6CBD054718}" dt="2026-10-02T10:35:36.256" v="456" actId="20577"/>
          <ac:spMkLst>
            <pc:docMk/>
            <pc:sldMk cId="605815712" sldId="283"/>
            <ac:spMk id="3" creationId="{A6081443-45CE-8625-CFC1-7799E15B7B39}"/>
          </ac:spMkLst>
        </pc:spChg>
      </pc:sldChg>
      <pc:sldChg chg="addSp delSp modSp new mod">
        <pc:chgData name="Henry Valdemar Vest" userId="f5b1f0ec-4051-405f-83b3-0c678f78df49" providerId="ADAL" clId="{0B671710-12AA-4A9C-8982-6D6CBD054718}" dt="2026-10-02T10:47:31.351" v="494" actId="26606"/>
        <pc:sldMkLst>
          <pc:docMk/>
          <pc:sldMk cId="3378468390" sldId="284"/>
        </pc:sldMkLst>
        <pc:spChg chg="mod">
          <ac:chgData name="Henry Valdemar Vest" userId="f5b1f0ec-4051-405f-83b3-0c678f78df49" providerId="ADAL" clId="{0B671710-12AA-4A9C-8982-6D6CBD054718}" dt="2026-10-02T10:39:23.320" v="470" actId="20577"/>
          <ac:spMkLst>
            <pc:docMk/>
            <pc:sldMk cId="3378468390" sldId="284"/>
            <ac:spMk id="2" creationId="{BBE82F5A-1B58-3D1C-E7A5-78E76BD973CA}"/>
          </ac:spMkLst>
        </pc:spChg>
        <pc:spChg chg="del mod">
          <ac:chgData name="Henry Valdemar Vest" userId="f5b1f0ec-4051-405f-83b3-0c678f78df49" providerId="ADAL" clId="{0B671710-12AA-4A9C-8982-6D6CBD054718}" dt="2026-10-02T10:47:31.351" v="494" actId="26606"/>
          <ac:spMkLst>
            <pc:docMk/>
            <pc:sldMk cId="3378468390" sldId="284"/>
            <ac:spMk id="3" creationId="{F07F4F23-F8FF-04BF-748F-1FBE0746221F}"/>
          </ac:spMkLst>
        </pc:spChg>
        <pc:graphicFrameChg chg="add">
          <ac:chgData name="Henry Valdemar Vest" userId="f5b1f0ec-4051-405f-83b3-0c678f78df49" providerId="ADAL" clId="{0B671710-12AA-4A9C-8982-6D6CBD054718}" dt="2026-10-02T10:47:31.351" v="494" actId="26606"/>
          <ac:graphicFrameMkLst>
            <pc:docMk/>
            <pc:sldMk cId="3378468390" sldId="284"/>
            <ac:graphicFrameMk id="6" creationId="{EF8AC9AD-FD48-3F9D-4820-B66FE7BA74C6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9.sv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9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5627A2-2E16-4909-8C81-531D832BAAF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299AFD-011E-407A-8EF4-0A04D236B49A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Opgaver: 1-2</a:t>
          </a:r>
          <a:endParaRPr lang="en-US"/>
        </a:p>
      </dgm:t>
    </dgm:pt>
    <dgm:pt modelId="{7849FEC5-4702-48AD-A10F-0865B28482A0}" type="parTrans" cxnId="{60332733-C6C9-4243-B0BB-0CE529EAE56B}">
      <dgm:prSet/>
      <dgm:spPr/>
      <dgm:t>
        <a:bodyPr/>
        <a:lstStyle/>
        <a:p>
          <a:endParaRPr lang="en-US"/>
        </a:p>
      </dgm:t>
    </dgm:pt>
    <dgm:pt modelId="{9B16136D-8692-406F-B774-6BC20B7A261B}" type="sibTrans" cxnId="{60332733-C6C9-4243-B0BB-0CE529EAE56B}">
      <dgm:prSet/>
      <dgm:spPr/>
      <dgm:t>
        <a:bodyPr/>
        <a:lstStyle/>
        <a:p>
          <a:endParaRPr lang="en-US"/>
        </a:p>
      </dgm:t>
    </dgm:pt>
    <dgm:pt modelId="{9893F0B0-776F-4C62-9537-FE4E72C073F0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10 min.</a:t>
          </a:r>
          <a:endParaRPr lang="en-US"/>
        </a:p>
      </dgm:t>
    </dgm:pt>
    <dgm:pt modelId="{03C2E0DD-E15F-491D-A881-487391302E72}" type="parTrans" cxnId="{4424B3EA-000A-4A67-9E03-874FA245B298}">
      <dgm:prSet/>
      <dgm:spPr/>
      <dgm:t>
        <a:bodyPr/>
        <a:lstStyle/>
        <a:p>
          <a:endParaRPr lang="en-US"/>
        </a:p>
      </dgm:t>
    </dgm:pt>
    <dgm:pt modelId="{6EE16314-9382-4B25-A1DD-688603ECCC76}" type="sibTrans" cxnId="{4424B3EA-000A-4A67-9E03-874FA245B298}">
      <dgm:prSet/>
      <dgm:spPr/>
      <dgm:t>
        <a:bodyPr/>
        <a:lstStyle/>
        <a:p>
          <a:endParaRPr lang="en-US"/>
        </a:p>
      </dgm:t>
    </dgm:pt>
    <dgm:pt modelId="{0B6A789E-6994-4BE1-99DB-10535D07413F}" type="pres">
      <dgm:prSet presAssocID="{055627A2-2E16-4909-8C81-531D832BAAFD}" presName="root" presStyleCnt="0">
        <dgm:presLayoutVars>
          <dgm:dir/>
          <dgm:resizeHandles val="exact"/>
        </dgm:presLayoutVars>
      </dgm:prSet>
      <dgm:spPr/>
    </dgm:pt>
    <dgm:pt modelId="{C6404E9A-0D9D-4D3E-A63B-787022F11C78}" type="pres">
      <dgm:prSet presAssocID="{28299AFD-011E-407A-8EF4-0A04D236B49A}" presName="compNode" presStyleCnt="0"/>
      <dgm:spPr/>
    </dgm:pt>
    <dgm:pt modelId="{3974EA44-7632-46AE-BFC3-A3F4BB444A30}" type="pres">
      <dgm:prSet presAssocID="{28299AFD-011E-407A-8EF4-0A04D236B49A}" presName="bgRect" presStyleLbl="bgShp" presStyleIdx="0" presStyleCnt="2"/>
      <dgm:spPr/>
    </dgm:pt>
    <dgm:pt modelId="{9ECEA8CB-CF73-47A2-8A13-3FC408919488}" type="pres">
      <dgm:prSet presAssocID="{28299AFD-011E-407A-8EF4-0A04D236B49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ki"/>
        </a:ext>
      </dgm:extLst>
    </dgm:pt>
    <dgm:pt modelId="{ACE0E3CA-476F-4B83-9479-B006A2615B5E}" type="pres">
      <dgm:prSet presAssocID="{28299AFD-011E-407A-8EF4-0A04D236B49A}" presName="spaceRect" presStyleCnt="0"/>
      <dgm:spPr/>
    </dgm:pt>
    <dgm:pt modelId="{0FF1D510-6D7E-4E11-89B5-C82CFB7FB5E4}" type="pres">
      <dgm:prSet presAssocID="{28299AFD-011E-407A-8EF4-0A04D236B49A}" presName="parTx" presStyleLbl="revTx" presStyleIdx="0" presStyleCnt="2">
        <dgm:presLayoutVars>
          <dgm:chMax val="0"/>
          <dgm:chPref val="0"/>
        </dgm:presLayoutVars>
      </dgm:prSet>
      <dgm:spPr/>
    </dgm:pt>
    <dgm:pt modelId="{84F90D96-2089-4F54-92B7-859572E74463}" type="pres">
      <dgm:prSet presAssocID="{9B16136D-8692-406F-B774-6BC20B7A261B}" presName="sibTrans" presStyleCnt="0"/>
      <dgm:spPr/>
    </dgm:pt>
    <dgm:pt modelId="{EC86B52F-9BE5-4CF0-A127-1B4841CA5631}" type="pres">
      <dgm:prSet presAssocID="{9893F0B0-776F-4C62-9537-FE4E72C073F0}" presName="compNode" presStyleCnt="0"/>
      <dgm:spPr/>
    </dgm:pt>
    <dgm:pt modelId="{908F58A9-2C90-4F94-B85B-89D75355F3CE}" type="pres">
      <dgm:prSet presAssocID="{9893F0B0-776F-4C62-9537-FE4E72C073F0}" presName="bgRect" presStyleLbl="bgShp" presStyleIdx="1" presStyleCnt="2"/>
      <dgm:spPr/>
    </dgm:pt>
    <dgm:pt modelId="{8F090AF7-11C7-40BD-BADA-BBD8A72C6377}" type="pres">
      <dgm:prSet presAssocID="{9893F0B0-776F-4C62-9537-FE4E72C073F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C186FB82-7337-4EFE-AA59-845690A5A588}" type="pres">
      <dgm:prSet presAssocID="{9893F0B0-776F-4C62-9537-FE4E72C073F0}" presName="spaceRect" presStyleCnt="0"/>
      <dgm:spPr/>
    </dgm:pt>
    <dgm:pt modelId="{021216AC-D86D-40DC-B602-050759BC4AB2}" type="pres">
      <dgm:prSet presAssocID="{9893F0B0-776F-4C62-9537-FE4E72C073F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BA67210-ED0F-430C-A9EE-392D7B964236}" type="presOf" srcId="{9893F0B0-776F-4C62-9537-FE4E72C073F0}" destId="{021216AC-D86D-40DC-B602-050759BC4AB2}" srcOrd="0" destOrd="0" presId="urn:microsoft.com/office/officeart/2018/2/layout/IconVerticalSolidList"/>
    <dgm:cxn modelId="{5416DC20-A10F-4946-884B-9DC6FC037F47}" type="presOf" srcId="{055627A2-2E16-4909-8C81-531D832BAAFD}" destId="{0B6A789E-6994-4BE1-99DB-10535D07413F}" srcOrd="0" destOrd="0" presId="urn:microsoft.com/office/officeart/2018/2/layout/IconVerticalSolidList"/>
    <dgm:cxn modelId="{60332733-C6C9-4243-B0BB-0CE529EAE56B}" srcId="{055627A2-2E16-4909-8C81-531D832BAAFD}" destId="{28299AFD-011E-407A-8EF4-0A04D236B49A}" srcOrd="0" destOrd="0" parTransId="{7849FEC5-4702-48AD-A10F-0865B28482A0}" sibTransId="{9B16136D-8692-406F-B774-6BC20B7A261B}"/>
    <dgm:cxn modelId="{B82C4983-6472-41C3-AAE8-B5DCAC046E4D}" type="presOf" srcId="{28299AFD-011E-407A-8EF4-0A04D236B49A}" destId="{0FF1D510-6D7E-4E11-89B5-C82CFB7FB5E4}" srcOrd="0" destOrd="0" presId="urn:microsoft.com/office/officeart/2018/2/layout/IconVerticalSolidList"/>
    <dgm:cxn modelId="{4424B3EA-000A-4A67-9E03-874FA245B298}" srcId="{055627A2-2E16-4909-8C81-531D832BAAFD}" destId="{9893F0B0-776F-4C62-9537-FE4E72C073F0}" srcOrd="1" destOrd="0" parTransId="{03C2E0DD-E15F-491D-A881-487391302E72}" sibTransId="{6EE16314-9382-4B25-A1DD-688603ECCC76}"/>
    <dgm:cxn modelId="{5927AEF3-68AD-4816-9AAC-4AEF6A544D6B}" type="presParOf" srcId="{0B6A789E-6994-4BE1-99DB-10535D07413F}" destId="{C6404E9A-0D9D-4D3E-A63B-787022F11C78}" srcOrd="0" destOrd="0" presId="urn:microsoft.com/office/officeart/2018/2/layout/IconVerticalSolidList"/>
    <dgm:cxn modelId="{E13462A7-F656-4619-89B5-E0E1049D907C}" type="presParOf" srcId="{C6404E9A-0D9D-4D3E-A63B-787022F11C78}" destId="{3974EA44-7632-46AE-BFC3-A3F4BB444A30}" srcOrd="0" destOrd="0" presId="urn:microsoft.com/office/officeart/2018/2/layout/IconVerticalSolidList"/>
    <dgm:cxn modelId="{ECF9D2E8-EEA1-409A-9C73-ADBE5EDC7DA9}" type="presParOf" srcId="{C6404E9A-0D9D-4D3E-A63B-787022F11C78}" destId="{9ECEA8CB-CF73-47A2-8A13-3FC408919488}" srcOrd="1" destOrd="0" presId="urn:microsoft.com/office/officeart/2018/2/layout/IconVerticalSolidList"/>
    <dgm:cxn modelId="{82AE18D3-359D-415E-8D88-FAA8560AD293}" type="presParOf" srcId="{C6404E9A-0D9D-4D3E-A63B-787022F11C78}" destId="{ACE0E3CA-476F-4B83-9479-B006A2615B5E}" srcOrd="2" destOrd="0" presId="urn:microsoft.com/office/officeart/2018/2/layout/IconVerticalSolidList"/>
    <dgm:cxn modelId="{EEB60B1E-092C-44A9-B475-CB0E1A277A81}" type="presParOf" srcId="{C6404E9A-0D9D-4D3E-A63B-787022F11C78}" destId="{0FF1D510-6D7E-4E11-89B5-C82CFB7FB5E4}" srcOrd="3" destOrd="0" presId="urn:microsoft.com/office/officeart/2018/2/layout/IconVerticalSolidList"/>
    <dgm:cxn modelId="{DDEAA12A-DC88-4939-B1BD-C70EEB3AC038}" type="presParOf" srcId="{0B6A789E-6994-4BE1-99DB-10535D07413F}" destId="{84F90D96-2089-4F54-92B7-859572E74463}" srcOrd="1" destOrd="0" presId="urn:microsoft.com/office/officeart/2018/2/layout/IconVerticalSolidList"/>
    <dgm:cxn modelId="{89D560E4-93EA-429C-8A08-8EE7B5DEB5BD}" type="presParOf" srcId="{0B6A789E-6994-4BE1-99DB-10535D07413F}" destId="{EC86B52F-9BE5-4CF0-A127-1B4841CA5631}" srcOrd="2" destOrd="0" presId="urn:microsoft.com/office/officeart/2018/2/layout/IconVerticalSolidList"/>
    <dgm:cxn modelId="{6E7A95B8-6B4F-4A96-A84A-AAB69593B2F7}" type="presParOf" srcId="{EC86B52F-9BE5-4CF0-A127-1B4841CA5631}" destId="{908F58A9-2C90-4F94-B85B-89D75355F3CE}" srcOrd="0" destOrd="0" presId="urn:microsoft.com/office/officeart/2018/2/layout/IconVerticalSolidList"/>
    <dgm:cxn modelId="{3E6B5567-1684-4C1E-BFEB-674CDC324E0F}" type="presParOf" srcId="{EC86B52F-9BE5-4CF0-A127-1B4841CA5631}" destId="{8F090AF7-11C7-40BD-BADA-BBD8A72C6377}" srcOrd="1" destOrd="0" presId="urn:microsoft.com/office/officeart/2018/2/layout/IconVerticalSolidList"/>
    <dgm:cxn modelId="{D26310F5-08A0-42E6-A43C-95E50424D9F2}" type="presParOf" srcId="{EC86B52F-9BE5-4CF0-A127-1B4841CA5631}" destId="{C186FB82-7337-4EFE-AA59-845690A5A588}" srcOrd="2" destOrd="0" presId="urn:microsoft.com/office/officeart/2018/2/layout/IconVerticalSolidList"/>
    <dgm:cxn modelId="{F2EDE589-14D6-45CC-AC61-013B8F422314}" type="presParOf" srcId="{EC86B52F-9BE5-4CF0-A127-1B4841CA5631}" destId="{021216AC-D86D-40DC-B602-050759BC4A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D7D285-5D0F-4F75-9D02-30FEA70D6D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70D98E-2211-4A20-B5A5-D047A187FAE8}">
      <dgm:prSet/>
      <dgm:spPr/>
      <dgm:t>
        <a:bodyPr/>
        <a:lstStyle/>
        <a:p>
          <a:r>
            <a:rPr lang="da-DK"/>
            <a:t>Opgaver: 3-5</a:t>
          </a:r>
          <a:endParaRPr lang="en-US"/>
        </a:p>
      </dgm:t>
    </dgm:pt>
    <dgm:pt modelId="{56D02602-BC92-459D-8027-2E5CA87D7C65}" type="parTrans" cxnId="{FF2554EA-6EFF-42BE-A3E4-5A384F56DA61}">
      <dgm:prSet/>
      <dgm:spPr/>
      <dgm:t>
        <a:bodyPr/>
        <a:lstStyle/>
        <a:p>
          <a:endParaRPr lang="en-US"/>
        </a:p>
      </dgm:t>
    </dgm:pt>
    <dgm:pt modelId="{E33023AF-3CA2-4036-95D2-30F0AC134DE3}" type="sibTrans" cxnId="{FF2554EA-6EFF-42BE-A3E4-5A384F56DA61}">
      <dgm:prSet/>
      <dgm:spPr/>
      <dgm:t>
        <a:bodyPr/>
        <a:lstStyle/>
        <a:p>
          <a:endParaRPr lang="en-US"/>
        </a:p>
      </dgm:t>
    </dgm:pt>
    <dgm:pt modelId="{E7FE7445-57E5-454E-843F-42C445DE3C46}">
      <dgm:prSet/>
      <dgm:spPr/>
      <dgm:t>
        <a:bodyPr/>
        <a:lstStyle/>
        <a:p>
          <a:r>
            <a:rPr lang="da-DK"/>
            <a:t>20 min.</a:t>
          </a:r>
          <a:endParaRPr lang="en-US"/>
        </a:p>
      </dgm:t>
    </dgm:pt>
    <dgm:pt modelId="{5C15A743-529F-46A4-86F9-DDEAAED3533B}" type="parTrans" cxnId="{AE702925-70D9-4252-B7D9-725C36104A2F}">
      <dgm:prSet/>
      <dgm:spPr/>
      <dgm:t>
        <a:bodyPr/>
        <a:lstStyle/>
        <a:p>
          <a:endParaRPr lang="en-US"/>
        </a:p>
      </dgm:t>
    </dgm:pt>
    <dgm:pt modelId="{7287B932-CA08-41EF-9706-3BABD2305077}" type="sibTrans" cxnId="{AE702925-70D9-4252-B7D9-725C36104A2F}">
      <dgm:prSet/>
      <dgm:spPr/>
      <dgm:t>
        <a:bodyPr/>
        <a:lstStyle/>
        <a:p>
          <a:endParaRPr lang="en-US"/>
        </a:p>
      </dgm:t>
    </dgm:pt>
    <dgm:pt modelId="{A1AAC531-3460-420E-B94D-A825480700C4}" type="pres">
      <dgm:prSet presAssocID="{57D7D285-5D0F-4F75-9D02-30FEA70D6DF3}" presName="root" presStyleCnt="0">
        <dgm:presLayoutVars>
          <dgm:dir/>
          <dgm:resizeHandles val="exact"/>
        </dgm:presLayoutVars>
      </dgm:prSet>
      <dgm:spPr/>
    </dgm:pt>
    <dgm:pt modelId="{3C4CAAB1-57CD-4A6F-95B3-1D25F7C6064B}" type="pres">
      <dgm:prSet presAssocID="{1C70D98E-2211-4A20-B5A5-D047A187FAE8}" presName="compNode" presStyleCnt="0"/>
      <dgm:spPr/>
    </dgm:pt>
    <dgm:pt modelId="{A9471571-C73D-4A7F-91A7-B1959CF35CC8}" type="pres">
      <dgm:prSet presAssocID="{1C70D98E-2211-4A20-B5A5-D047A187FAE8}" presName="bgRect" presStyleLbl="bgShp" presStyleIdx="0" presStyleCnt="2"/>
      <dgm:spPr/>
    </dgm:pt>
    <dgm:pt modelId="{FF1E508F-5E5B-4D04-8046-49895E398022}" type="pres">
      <dgm:prSet presAssocID="{1C70D98E-2211-4A20-B5A5-D047A187FAE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ki"/>
        </a:ext>
      </dgm:extLst>
    </dgm:pt>
    <dgm:pt modelId="{60523955-CDD2-40BC-842D-F8CB7B09CDD2}" type="pres">
      <dgm:prSet presAssocID="{1C70D98E-2211-4A20-B5A5-D047A187FAE8}" presName="spaceRect" presStyleCnt="0"/>
      <dgm:spPr/>
    </dgm:pt>
    <dgm:pt modelId="{E92D1341-71A0-469D-AA22-A2E17E593DAC}" type="pres">
      <dgm:prSet presAssocID="{1C70D98E-2211-4A20-B5A5-D047A187FAE8}" presName="parTx" presStyleLbl="revTx" presStyleIdx="0" presStyleCnt="2">
        <dgm:presLayoutVars>
          <dgm:chMax val="0"/>
          <dgm:chPref val="0"/>
        </dgm:presLayoutVars>
      </dgm:prSet>
      <dgm:spPr/>
    </dgm:pt>
    <dgm:pt modelId="{9A6DAA32-DDAF-4801-9D5D-CA7C8EABD300}" type="pres">
      <dgm:prSet presAssocID="{E33023AF-3CA2-4036-95D2-30F0AC134DE3}" presName="sibTrans" presStyleCnt="0"/>
      <dgm:spPr/>
    </dgm:pt>
    <dgm:pt modelId="{E3AFCA2C-7B8B-4938-B9AD-C8EA1645EA72}" type="pres">
      <dgm:prSet presAssocID="{E7FE7445-57E5-454E-843F-42C445DE3C46}" presName="compNode" presStyleCnt="0"/>
      <dgm:spPr/>
    </dgm:pt>
    <dgm:pt modelId="{ED473B28-8E18-4B33-8A1A-63287E72EDB4}" type="pres">
      <dgm:prSet presAssocID="{E7FE7445-57E5-454E-843F-42C445DE3C46}" presName="bgRect" presStyleLbl="bgShp" presStyleIdx="1" presStyleCnt="2"/>
      <dgm:spPr/>
    </dgm:pt>
    <dgm:pt modelId="{D7F61499-7151-4FB9-BA99-E82CF50A27BA}" type="pres">
      <dgm:prSet presAssocID="{E7FE7445-57E5-454E-843F-42C445DE3C4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41059579-6D05-4FC2-AE0C-F6F0BF9BA1CB}" type="pres">
      <dgm:prSet presAssocID="{E7FE7445-57E5-454E-843F-42C445DE3C46}" presName="spaceRect" presStyleCnt="0"/>
      <dgm:spPr/>
    </dgm:pt>
    <dgm:pt modelId="{3D4F10C5-5DF9-4318-82F5-289C302DFD3A}" type="pres">
      <dgm:prSet presAssocID="{E7FE7445-57E5-454E-843F-42C445DE3C4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E702925-70D9-4252-B7D9-725C36104A2F}" srcId="{57D7D285-5D0F-4F75-9D02-30FEA70D6DF3}" destId="{E7FE7445-57E5-454E-843F-42C445DE3C46}" srcOrd="1" destOrd="0" parTransId="{5C15A743-529F-46A4-86F9-DDEAAED3533B}" sibTransId="{7287B932-CA08-41EF-9706-3BABD2305077}"/>
    <dgm:cxn modelId="{C3EDD264-D5D6-4DF6-A2B2-58B859D46A01}" type="presOf" srcId="{E7FE7445-57E5-454E-843F-42C445DE3C46}" destId="{3D4F10C5-5DF9-4318-82F5-289C302DFD3A}" srcOrd="0" destOrd="0" presId="urn:microsoft.com/office/officeart/2018/2/layout/IconVerticalSolidList"/>
    <dgm:cxn modelId="{E8C435E1-E995-4C7C-B090-CC4E5FEE3835}" type="presOf" srcId="{1C70D98E-2211-4A20-B5A5-D047A187FAE8}" destId="{E92D1341-71A0-469D-AA22-A2E17E593DAC}" srcOrd="0" destOrd="0" presId="urn:microsoft.com/office/officeart/2018/2/layout/IconVerticalSolidList"/>
    <dgm:cxn modelId="{FF2554EA-6EFF-42BE-A3E4-5A384F56DA61}" srcId="{57D7D285-5D0F-4F75-9D02-30FEA70D6DF3}" destId="{1C70D98E-2211-4A20-B5A5-D047A187FAE8}" srcOrd="0" destOrd="0" parTransId="{56D02602-BC92-459D-8027-2E5CA87D7C65}" sibTransId="{E33023AF-3CA2-4036-95D2-30F0AC134DE3}"/>
    <dgm:cxn modelId="{765D0FF6-26F8-48F0-92C5-9E7082D3C162}" type="presOf" srcId="{57D7D285-5D0F-4F75-9D02-30FEA70D6DF3}" destId="{A1AAC531-3460-420E-B94D-A825480700C4}" srcOrd="0" destOrd="0" presId="urn:microsoft.com/office/officeart/2018/2/layout/IconVerticalSolidList"/>
    <dgm:cxn modelId="{D4E86324-7020-4F54-8E19-CA2F1F3D13B9}" type="presParOf" srcId="{A1AAC531-3460-420E-B94D-A825480700C4}" destId="{3C4CAAB1-57CD-4A6F-95B3-1D25F7C6064B}" srcOrd="0" destOrd="0" presId="urn:microsoft.com/office/officeart/2018/2/layout/IconVerticalSolidList"/>
    <dgm:cxn modelId="{9D603628-70C0-4403-862C-5D02D6CA0367}" type="presParOf" srcId="{3C4CAAB1-57CD-4A6F-95B3-1D25F7C6064B}" destId="{A9471571-C73D-4A7F-91A7-B1959CF35CC8}" srcOrd="0" destOrd="0" presId="urn:microsoft.com/office/officeart/2018/2/layout/IconVerticalSolidList"/>
    <dgm:cxn modelId="{C937842C-F9C9-4B87-8C08-3E471CECFDCB}" type="presParOf" srcId="{3C4CAAB1-57CD-4A6F-95B3-1D25F7C6064B}" destId="{FF1E508F-5E5B-4D04-8046-49895E398022}" srcOrd="1" destOrd="0" presId="urn:microsoft.com/office/officeart/2018/2/layout/IconVerticalSolidList"/>
    <dgm:cxn modelId="{CC08809F-5F9E-44EE-8E35-C31ED75DED61}" type="presParOf" srcId="{3C4CAAB1-57CD-4A6F-95B3-1D25F7C6064B}" destId="{60523955-CDD2-40BC-842D-F8CB7B09CDD2}" srcOrd="2" destOrd="0" presId="urn:microsoft.com/office/officeart/2018/2/layout/IconVerticalSolidList"/>
    <dgm:cxn modelId="{DE80852C-90B6-4A0A-BC63-74100DCF90DD}" type="presParOf" srcId="{3C4CAAB1-57CD-4A6F-95B3-1D25F7C6064B}" destId="{E92D1341-71A0-469D-AA22-A2E17E593DAC}" srcOrd="3" destOrd="0" presId="urn:microsoft.com/office/officeart/2018/2/layout/IconVerticalSolidList"/>
    <dgm:cxn modelId="{E6157EE7-4CAE-43C4-9A08-F36BB7FC65F6}" type="presParOf" srcId="{A1AAC531-3460-420E-B94D-A825480700C4}" destId="{9A6DAA32-DDAF-4801-9D5D-CA7C8EABD300}" srcOrd="1" destOrd="0" presId="urn:microsoft.com/office/officeart/2018/2/layout/IconVerticalSolidList"/>
    <dgm:cxn modelId="{14F5019B-8BFE-4011-86C9-BB22011842CE}" type="presParOf" srcId="{A1AAC531-3460-420E-B94D-A825480700C4}" destId="{E3AFCA2C-7B8B-4938-B9AD-C8EA1645EA72}" srcOrd="2" destOrd="0" presId="urn:microsoft.com/office/officeart/2018/2/layout/IconVerticalSolidList"/>
    <dgm:cxn modelId="{317F90B3-6791-48BD-87BA-21D1EA984C83}" type="presParOf" srcId="{E3AFCA2C-7B8B-4938-B9AD-C8EA1645EA72}" destId="{ED473B28-8E18-4B33-8A1A-63287E72EDB4}" srcOrd="0" destOrd="0" presId="urn:microsoft.com/office/officeart/2018/2/layout/IconVerticalSolidList"/>
    <dgm:cxn modelId="{FE9EAA9D-DFF8-464C-9632-E109B6B12D67}" type="presParOf" srcId="{E3AFCA2C-7B8B-4938-B9AD-C8EA1645EA72}" destId="{D7F61499-7151-4FB9-BA99-E82CF50A27BA}" srcOrd="1" destOrd="0" presId="urn:microsoft.com/office/officeart/2018/2/layout/IconVerticalSolidList"/>
    <dgm:cxn modelId="{7A66F5A9-B8BA-4CE5-91E8-88BF5374C198}" type="presParOf" srcId="{E3AFCA2C-7B8B-4938-B9AD-C8EA1645EA72}" destId="{41059579-6D05-4FC2-AE0C-F6F0BF9BA1CB}" srcOrd="2" destOrd="0" presId="urn:microsoft.com/office/officeart/2018/2/layout/IconVerticalSolidList"/>
    <dgm:cxn modelId="{AAC51BB6-4BB8-49C5-993E-10A9405420FD}" type="presParOf" srcId="{E3AFCA2C-7B8B-4938-B9AD-C8EA1645EA72}" destId="{3D4F10C5-5DF9-4318-82F5-289C302DFD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3F05C4-D5D5-4B85-8C1C-7A3629F3A2C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98FC950-E22C-4548-82DF-3835032453D6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6-7</a:t>
          </a:r>
          <a:endParaRPr lang="en-US" dirty="0"/>
        </a:p>
      </dgm:t>
    </dgm:pt>
    <dgm:pt modelId="{79B8BE7B-0711-416A-AC35-1FBD54A5E19F}" type="parTrans" cxnId="{36CD45C4-7BCF-47EF-976D-3DA2275D64E5}">
      <dgm:prSet/>
      <dgm:spPr/>
      <dgm:t>
        <a:bodyPr/>
        <a:lstStyle/>
        <a:p>
          <a:endParaRPr lang="en-US"/>
        </a:p>
      </dgm:t>
    </dgm:pt>
    <dgm:pt modelId="{5E879236-C763-4A7D-95E7-D78439DE39F4}" type="sibTrans" cxnId="{36CD45C4-7BCF-47EF-976D-3DA2275D64E5}">
      <dgm:prSet/>
      <dgm:spPr/>
      <dgm:t>
        <a:bodyPr/>
        <a:lstStyle/>
        <a:p>
          <a:endParaRPr lang="en-US"/>
        </a:p>
      </dgm:t>
    </dgm:pt>
    <dgm:pt modelId="{CD856FC2-2156-4A84-80F2-42198F8BC67E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20 min.</a:t>
          </a:r>
          <a:endParaRPr lang="en-US" dirty="0"/>
        </a:p>
      </dgm:t>
    </dgm:pt>
    <dgm:pt modelId="{F6FCC23E-2BE1-4F5D-8104-AEDC8F5A757C}" type="parTrans" cxnId="{32467D04-780E-4921-8AE1-7177C25ECEEF}">
      <dgm:prSet/>
      <dgm:spPr/>
      <dgm:t>
        <a:bodyPr/>
        <a:lstStyle/>
        <a:p>
          <a:endParaRPr lang="en-US"/>
        </a:p>
      </dgm:t>
    </dgm:pt>
    <dgm:pt modelId="{DF345FCB-2D60-4D8F-A4A0-11B9A3096A7A}" type="sibTrans" cxnId="{32467D04-780E-4921-8AE1-7177C25ECEEF}">
      <dgm:prSet/>
      <dgm:spPr/>
      <dgm:t>
        <a:bodyPr/>
        <a:lstStyle/>
        <a:p>
          <a:endParaRPr lang="en-US"/>
        </a:p>
      </dgm:t>
    </dgm:pt>
    <dgm:pt modelId="{FABE448E-F1F6-4C25-953E-0F19A9551997}" type="pres">
      <dgm:prSet presAssocID="{383F05C4-D5D5-4B85-8C1C-7A3629F3A2CF}" presName="root" presStyleCnt="0">
        <dgm:presLayoutVars>
          <dgm:dir/>
          <dgm:resizeHandles val="exact"/>
        </dgm:presLayoutVars>
      </dgm:prSet>
      <dgm:spPr/>
    </dgm:pt>
    <dgm:pt modelId="{8BF0F91B-F0F9-4D73-B8AD-B955BBFDF474}" type="pres">
      <dgm:prSet presAssocID="{C98FC950-E22C-4548-82DF-3835032453D6}" presName="compNode" presStyleCnt="0"/>
      <dgm:spPr/>
    </dgm:pt>
    <dgm:pt modelId="{FABEBCC0-905C-4121-9DE8-9CBDF110674E}" type="pres">
      <dgm:prSet presAssocID="{C98FC950-E22C-4548-82DF-3835032453D6}" presName="bgRect" presStyleLbl="bgShp" presStyleIdx="0" presStyleCnt="2"/>
      <dgm:spPr/>
    </dgm:pt>
    <dgm:pt modelId="{50FE0D54-560E-4936-BF71-32D72DEDC430}" type="pres">
      <dgm:prSet presAssocID="{C98FC950-E22C-4548-82DF-3835032453D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9DC4070C-76BF-4140-B64F-9A6AB018A44D}" type="pres">
      <dgm:prSet presAssocID="{C98FC950-E22C-4548-82DF-3835032453D6}" presName="spaceRect" presStyleCnt="0"/>
      <dgm:spPr/>
    </dgm:pt>
    <dgm:pt modelId="{ADDB9B24-6AA0-4138-A5EF-AEF0E181328B}" type="pres">
      <dgm:prSet presAssocID="{C98FC950-E22C-4548-82DF-3835032453D6}" presName="parTx" presStyleLbl="revTx" presStyleIdx="0" presStyleCnt="2">
        <dgm:presLayoutVars>
          <dgm:chMax val="0"/>
          <dgm:chPref val="0"/>
        </dgm:presLayoutVars>
      </dgm:prSet>
      <dgm:spPr/>
    </dgm:pt>
    <dgm:pt modelId="{E2D71E33-DD1F-430A-9429-BA7BFE88A460}" type="pres">
      <dgm:prSet presAssocID="{5E879236-C763-4A7D-95E7-D78439DE39F4}" presName="sibTrans" presStyleCnt="0"/>
      <dgm:spPr/>
    </dgm:pt>
    <dgm:pt modelId="{BA982324-5F08-4BE5-8F7C-10440D311064}" type="pres">
      <dgm:prSet presAssocID="{CD856FC2-2156-4A84-80F2-42198F8BC67E}" presName="compNode" presStyleCnt="0"/>
      <dgm:spPr/>
    </dgm:pt>
    <dgm:pt modelId="{EA951825-7FE2-4954-8CE4-FC3D1CD8AC9E}" type="pres">
      <dgm:prSet presAssocID="{CD856FC2-2156-4A84-80F2-42198F8BC67E}" presName="bgRect" presStyleLbl="bgShp" presStyleIdx="1" presStyleCnt="2"/>
      <dgm:spPr/>
    </dgm:pt>
    <dgm:pt modelId="{F98E7F9E-9132-41DF-9ED6-E7964BD2EC94}" type="pres">
      <dgm:prSet presAssocID="{CD856FC2-2156-4A84-80F2-42198F8BC67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603FFA0E-162D-4FBE-8283-3983E59B399D}" type="pres">
      <dgm:prSet presAssocID="{CD856FC2-2156-4A84-80F2-42198F8BC67E}" presName="spaceRect" presStyleCnt="0"/>
      <dgm:spPr/>
    </dgm:pt>
    <dgm:pt modelId="{C40BBDE3-5926-42A8-98D8-76452E31F25F}" type="pres">
      <dgm:prSet presAssocID="{CD856FC2-2156-4A84-80F2-42198F8BC67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467D04-780E-4921-8AE1-7177C25ECEEF}" srcId="{383F05C4-D5D5-4B85-8C1C-7A3629F3A2CF}" destId="{CD856FC2-2156-4A84-80F2-42198F8BC67E}" srcOrd="1" destOrd="0" parTransId="{F6FCC23E-2BE1-4F5D-8104-AEDC8F5A757C}" sibTransId="{DF345FCB-2D60-4D8F-A4A0-11B9A3096A7A}"/>
    <dgm:cxn modelId="{5D064B44-D2EC-4ABA-BBFD-208D23EB3F69}" type="presOf" srcId="{383F05C4-D5D5-4B85-8C1C-7A3629F3A2CF}" destId="{FABE448E-F1F6-4C25-953E-0F19A9551997}" srcOrd="0" destOrd="0" presId="urn:microsoft.com/office/officeart/2018/2/layout/IconVerticalSolidList"/>
    <dgm:cxn modelId="{582D53A1-D9E2-478B-9B96-D07FAB0AE85E}" type="presOf" srcId="{C98FC950-E22C-4548-82DF-3835032453D6}" destId="{ADDB9B24-6AA0-4138-A5EF-AEF0E181328B}" srcOrd="0" destOrd="0" presId="urn:microsoft.com/office/officeart/2018/2/layout/IconVerticalSolidList"/>
    <dgm:cxn modelId="{5C787FB1-F046-4BDF-B89A-4EAA34691E2C}" type="presOf" srcId="{CD856FC2-2156-4A84-80F2-42198F8BC67E}" destId="{C40BBDE3-5926-42A8-98D8-76452E31F25F}" srcOrd="0" destOrd="0" presId="urn:microsoft.com/office/officeart/2018/2/layout/IconVerticalSolidList"/>
    <dgm:cxn modelId="{36CD45C4-7BCF-47EF-976D-3DA2275D64E5}" srcId="{383F05C4-D5D5-4B85-8C1C-7A3629F3A2CF}" destId="{C98FC950-E22C-4548-82DF-3835032453D6}" srcOrd="0" destOrd="0" parTransId="{79B8BE7B-0711-416A-AC35-1FBD54A5E19F}" sibTransId="{5E879236-C763-4A7D-95E7-D78439DE39F4}"/>
    <dgm:cxn modelId="{289BF3FD-49DC-4FEF-B30E-CEEEA2F47079}" type="presParOf" srcId="{FABE448E-F1F6-4C25-953E-0F19A9551997}" destId="{8BF0F91B-F0F9-4D73-B8AD-B955BBFDF474}" srcOrd="0" destOrd="0" presId="urn:microsoft.com/office/officeart/2018/2/layout/IconVerticalSolidList"/>
    <dgm:cxn modelId="{47B531A1-C39F-4C1F-9A7B-7CFEF2E77430}" type="presParOf" srcId="{8BF0F91B-F0F9-4D73-B8AD-B955BBFDF474}" destId="{FABEBCC0-905C-4121-9DE8-9CBDF110674E}" srcOrd="0" destOrd="0" presId="urn:microsoft.com/office/officeart/2018/2/layout/IconVerticalSolidList"/>
    <dgm:cxn modelId="{806B50BF-D185-4F56-BB1C-64A5EB6A514F}" type="presParOf" srcId="{8BF0F91B-F0F9-4D73-B8AD-B955BBFDF474}" destId="{50FE0D54-560E-4936-BF71-32D72DEDC430}" srcOrd="1" destOrd="0" presId="urn:microsoft.com/office/officeart/2018/2/layout/IconVerticalSolidList"/>
    <dgm:cxn modelId="{77845BA9-BFB6-43BC-B085-DEF294A3C53B}" type="presParOf" srcId="{8BF0F91B-F0F9-4D73-B8AD-B955BBFDF474}" destId="{9DC4070C-76BF-4140-B64F-9A6AB018A44D}" srcOrd="2" destOrd="0" presId="urn:microsoft.com/office/officeart/2018/2/layout/IconVerticalSolidList"/>
    <dgm:cxn modelId="{E67F2CBD-4F3F-48E8-A99C-4997A631E13D}" type="presParOf" srcId="{8BF0F91B-F0F9-4D73-B8AD-B955BBFDF474}" destId="{ADDB9B24-6AA0-4138-A5EF-AEF0E181328B}" srcOrd="3" destOrd="0" presId="urn:microsoft.com/office/officeart/2018/2/layout/IconVerticalSolidList"/>
    <dgm:cxn modelId="{62DFE8A3-175B-414A-B75C-62951A774FA4}" type="presParOf" srcId="{FABE448E-F1F6-4C25-953E-0F19A9551997}" destId="{E2D71E33-DD1F-430A-9429-BA7BFE88A460}" srcOrd="1" destOrd="0" presId="urn:microsoft.com/office/officeart/2018/2/layout/IconVerticalSolidList"/>
    <dgm:cxn modelId="{E5D3C86B-A90E-47F9-9168-C782B73C3100}" type="presParOf" srcId="{FABE448E-F1F6-4C25-953E-0F19A9551997}" destId="{BA982324-5F08-4BE5-8F7C-10440D311064}" srcOrd="2" destOrd="0" presId="urn:microsoft.com/office/officeart/2018/2/layout/IconVerticalSolidList"/>
    <dgm:cxn modelId="{78BACE40-8C36-465F-A7CF-8808BF663326}" type="presParOf" srcId="{BA982324-5F08-4BE5-8F7C-10440D311064}" destId="{EA951825-7FE2-4954-8CE4-FC3D1CD8AC9E}" srcOrd="0" destOrd="0" presId="urn:microsoft.com/office/officeart/2018/2/layout/IconVerticalSolidList"/>
    <dgm:cxn modelId="{D18D2684-7993-4A0E-863B-C8FFEDEFD527}" type="presParOf" srcId="{BA982324-5F08-4BE5-8F7C-10440D311064}" destId="{F98E7F9E-9132-41DF-9ED6-E7964BD2EC94}" srcOrd="1" destOrd="0" presId="urn:microsoft.com/office/officeart/2018/2/layout/IconVerticalSolidList"/>
    <dgm:cxn modelId="{BF7EB70E-AD2E-4C76-8B55-7A278B82CCE8}" type="presParOf" srcId="{BA982324-5F08-4BE5-8F7C-10440D311064}" destId="{603FFA0E-162D-4FBE-8283-3983E59B399D}" srcOrd="2" destOrd="0" presId="urn:microsoft.com/office/officeart/2018/2/layout/IconVerticalSolidList"/>
    <dgm:cxn modelId="{98B78C70-9C7C-4805-AE1D-2A74E2F900D5}" type="presParOf" srcId="{BA982324-5F08-4BE5-8F7C-10440D311064}" destId="{C40BBDE3-5926-42A8-98D8-76452E31F2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D2B3BE-7660-4331-8E6B-453B9DA70CF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2A94D9F-BA2D-417C-A93E-78350F6B8095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8-9 </a:t>
          </a:r>
          <a:endParaRPr lang="en-US" dirty="0"/>
        </a:p>
      </dgm:t>
    </dgm:pt>
    <dgm:pt modelId="{BDCA34F8-7DE2-4C57-925F-E5FF2C461641}" type="parTrans" cxnId="{35B33977-C982-4532-8DAF-A3B09CBFFB09}">
      <dgm:prSet/>
      <dgm:spPr/>
      <dgm:t>
        <a:bodyPr/>
        <a:lstStyle/>
        <a:p>
          <a:endParaRPr lang="en-US"/>
        </a:p>
      </dgm:t>
    </dgm:pt>
    <dgm:pt modelId="{4529B256-AC96-43F7-B4CC-4AE0EFDD5A67}" type="sibTrans" cxnId="{35B33977-C982-4532-8DAF-A3B09CBFFB09}">
      <dgm:prSet/>
      <dgm:spPr/>
      <dgm:t>
        <a:bodyPr/>
        <a:lstStyle/>
        <a:p>
          <a:endParaRPr lang="en-US"/>
        </a:p>
      </dgm:t>
    </dgm:pt>
    <dgm:pt modelId="{D23556F7-6F7E-4395-ABDA-F79037AD811B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20 min.</a:t>
          </a:r>
          <a:endParaRPr lang="en-US" dirty="0"/>
        </a:p>
      </dgm:t>
    </dgm:pt>
    <dgm:pt modelId="{5FE48A5B-D6D6-48DC-9579-FD659A0A8890}" type="parTrans" cxnId="{7B50AF0B-17C7-42BC-8D41-57A6E0A3B277}">
      <dgm:prSet/>
      <dgm:spPr/>
      <dgm:t>
        <a:bodyPr/>
        <a:lstStyle/>
        <a:p>
          <a:endParaRPr lang="en-US"/>
        </a:p>
      </dgm:t>
    </dgm:pt>
    <dgm:pt modelId="{2422F26D-18D5-42B8-8623-D9D62C2CE80C}" type="sibTrans" cxnId="{7B50AF0B-17C7-42BC-8D41-57A6E0A3B277}">
      <dgm:prSet/>
      <dgm:spPr/>
      <dgm:t>
        <a:bodyPr/>
        <a:lstStyle/>
        <a:p>
          <a:endParaRPr lang="en-US"/>
        </a:p>
      </dgm:t>
    </dgm:pt>
    <dgm:pt modelId="{354BA524-3A56-4D33-8F56-33D273C787E3}" type="pres">
      <dgm:prSet presAssocID="{D8D2B3BE-7660-4331-8E6B-453B9DA70CFE}" presName="root" presStyleCnt="0">
        <dgm:presLayoutVars>
          <dgm:dir/>
          <dgm:resizeHandles val="exact"/>
        </dgm:presLayoutVars>
      </dgm:prSet>
      <dgm:spPr/>
    </dgm:pt>
    <dgm:pt modelId="{93834418-54E9-4FE8-A62A-2DF73945174B}" type="pres">
      <dgm:prSet presAssocID="{E2A94D9F-BA2D-417C-A93E-78350F6B8095}" presName="compNode" presStyleCnt="0"/>
      <dgm:spPr/>
    </dgm:pt>
    <dgm:pt modelId="{97281A2E-E3EB-4F05-9D93-DB2CE2B5E60E}" type="pres">
      <dgm:prSet presAssocID="{E2A94D9F-BA2D-417C-A93E-78350F6B8095}" presName="bgRect" presStyleLbl="bgShp" presStyleIdx="0" presStyleCnt="2"/>
      <dgm:spPr/>
    </dgm:pt>
    <dgm:pt modelId="{7777E83E-8F4E-46F9-B153-62EB458D6110}" type="pres">
      <dgm:prSet presAssocID="{E2A94D9F-BA2D-417C-A93E-78350F6B809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97CCFB9E-624C-4A85-BA6A-9A12AF3647CB}" type="pres">
      <dgm:prSet presAssocID="{E2A94D9F-BA2D-417C-A93E-78350F6B8095}" presName="spaceRect" presStyleCnt="0"/>
      <dgm:spPr/>
    </dgm:pt>
    <dgm:pt modelId="{F99E4DED-3485-419F-8AE3-52AD3A2C6650}" type="pres">
      <dgm:prSet presAssocID="{E2A94D9F-BA2D-417C-A93E-78350F6B8095}" presName="parTx" presStyleLbl="revTx" presStyleIdx="0" presStyleCnt="2">
        <dgm:presLayoutVars>
          <dgm:chMax val="0"/>
          <dgm:chPref val="0"/>
        </dgm:presLayoutVars>
      </dgm:prSet>
      <dgm:spPr/>
    </dgm:pt>
    <dgm:pt modelId="{349E826E-8637-48CE-91DF-34D579E470DA}" type="pres">
      <dgm:prSet presAssocID="{4529B256-AC96-43F7-B4CC-4AE0EFDD5A67}" presName="sibTrans" presStyleCnt="0"/>
      <dgm:spPr/>
    </dgm:pt>
    <dgm:pt modelId="{157343CE-8EC0-4B11-9A25-53BC8042D3F0}" type="pres">
      <dgm:prSet presAssocID="{D23556F7-6F7E-4395-ABDA-F79037AD811B}" presName="compNode" presStyleCnt="0"/>
      <dgm:spPr/>
    </dgm:pt>
    <dgm:pt modelId="{D2A98188-1700-40C4-B1BB-C78EC60D45DA}" type="pres">
      <dgm:prSet presAssocID="{D23556F7-6F7E-4395-ABDA-F79037AD811B}" presName="bgRect" presStyleLbl="bgShp" presStyleIdx="1" presStyleCnt="2"/>
      <dgm:spPr/>
    </dgm:pt>
    <dgm:pt modelId="{F276DABB-E40D-46DC-BF88-B684A53FDFD5}" type="pres">
      <dgm:prSet presAssocID="{D23556F7-6F7E-4395-ABDA-F79037AD811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E082FEF6-30EE-4554-8B14-C2CDD1063C3B}" type="pres">
      <dgm:prSet presAssocID="{D23556F7-6F7E-4395-ABDA-F79037AD811B}" presName="spaceRect" presStyleCnt="0"/>
      <dgm:spPr/>
    </dgm:pt>
    <dgm:pt modelId="{B7542EDE-026C-4359-BB96-3C8CDFAB814E}" type="pres">
      <dgm:prSet presAssocID="{D23556F7-6F7E-4395-ABDA-F79037AD811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B50AF0B-17C7-42BC-8D41-57A6E0A3B277}" srcId="{D8D2B3BE-7660-4331-8E6B-453B9DA70CFE}" destId="{D23556F7-6F7E-4395-ABDA-F79037AD811B}" srcOrd="1" destOrd="0" parTransId="{5FE48A5B-D6D6-48DC-9579-FD659A0A8890}" sibTransId="{2422F26D-18D5-42B8-8623-D9D62C2CE80C}"/>
    <dgm:cxn modelId="{1F46334A-F967-4E00-A212-1B331C401C96}" type="presOf" srcId="{E2A94D9F-BA2D-417C-A93E-78350F6B8095}" destId="{F99E4DED-3485-419F-8AE3-52AD3A2C6650}" srcOrd="0" destOrd="0" presId="urn:microsoft.com/office/officeart/2018/2/layout/IconVerticalSolidList"/>
    <dgm:cxn modelId="{154FB36E-CF20-4D59-AB87-97BCA459B2EE}" type="presOf" srcId="{D23556F7-6F7E-4395-ABDA-F79037AD811B}" destId="{B7542EDE-026C-4359-BB96-3C8CDFAB814E}" srcOrd="0" destOrd="0" presId="urn:microsoft.com/office/officeart/2018/2/layout/IconVerticalSolidList"/>
    <dgm:cxn modelId="{35B33977-C982-4532-8DAF-A3B09CBFFB09}" srcId="{D8D2B3BE-7660-4331-8E6B-453B9DA70CFE}" destId="{E2A94D9F-BA2D-417C-A93E-78350F6B8095}" srcOrd="0" destOrd="0" parTransId="{BDCA34F8-7DE2-4C57-925F-E5FF2C461641}" sibTransId="{4529B256-AC96-43F7-B4CC-4AE0EFDD5A67}"/>
    <dgm:cxn modelId="{D60F8A89-DD0E-4611-A61C-C384C4472341}" type="presOf" srcId="{D8D2B3BE-7660-4331-8E6B-453B9DA70CFE}" destId="{354BA524-3A56-4D33-8F56-33D273C787E3}" srcOrd="0" destOrd="0" presId="urn:microsoft.com/office/officeart/2018/2/layout/IconVerticalSolidList"/>
    <dgm:cxn modelId="{A4227646-D967-4B04-90B2-C262F4A6FD2A}" type="presParOf" srcId="{354BA524-3A56-4D33-8F56-33D273C787E3}" destId="{93834418-54E9-4FE8-A62A-2DF73945174B}" srcOrd="0" destOrd="0" presId="urn:microsoft.com/office/officeart/2018/2/layout/IconVerticalSolidList"/>
    <dgm:cxn modelId="{3F47D635-27CF-4077-84C8-07B599C32BC2}" type="presParOf" srcId="{93834418-54E9-4FE8-A62A-2DF73945174B}" destId="{97281A2E-E3EB-4F05-9D93-DB2CE2B5E60E}" srcOrd="0" destOrd="0" presId="urn:microsoft.com/office/officeart/2018/2/layout/IconVerticalSolidList"/>
    <dgm:cxn modelId="{9450CC6D-DD52-460F-887F-351DC6EFA118}" type="presParOf" srcId="{93834418-54E9-4FE8-A62A-2DF73945174B}" destId="{7777E83E-8F4E-46F9-B153-62EB458D6110}" srcOrd="1" destOrd="0" presId="urn:microsoft.com/office/officeart/2018/2/layout/IconVerticalSolidList"/>
    <dgm:cxn modelId="{9E99A5F5-D1B5-4407-85DF-68ACA46B50E7}" type="presParOf" srcId="{93834418-54E9-4FE8-A62A-2DF73945174B}" destId="{97CCFB9E-624C-4A85-BA6A-9A12AF3647CB}" srcOrd="2" destOrd="0" presId="urn:microsoft.com/office/officeart/2018/2/layout/IconVerticalSolidList"/>
    <dgm:cxn modelId="{D6B633B5-06A7-43AB-8A56-D158229D129E}" type="presParOf" srcId="{93834418-54E9-4FE8-A62A-2DF73945174B}" destId="{F99E4DED-3485-419F-8AE3-52AD3A2C6650}" srcOrd="3" destOrd="0" presId="urn:microsoft.com/office/officeart/2018/2/layout/IconVerticalSolidList"/>
    <dgm:cxn modelId="{DC26F9DC-DC35-473E-B031-1FAA19F05086}" type="presParOf" srcId="{354BA524-3A56-4D33-8F56-33D273C787E3}" destId="{349E826E-8637-48CE-91DF-34D579E470DA}" srcOrd="1" destOrd="0" presId="urn:microsoft.com/office/officeart/2018/2/layout/IconVerticalSolidList"/>
    <dgm:cxn modelId="{ABABAEBE-458E-405A-AFEC-D783A7C51F77}" type="presParOf" srcId="{354BA524-3A56-4D33-8F56-33D273C787E3}" destId="{157343CE-8EC0-4B11-9A25-53BC8042D3F0}" srcOrd="2" destOrd="0" presId="urn:microsoft.com/office/officeart/2018/2/layout/IconVerticalSolidList"/>
    <dgm:cxn modelId="{FF7D8319-1963-4297-A842-47B42C0824C4}" type="presParOf" srcId="{157343CE-8EC0-4B11-9A25-53BC8042D3F0}" destId="{D2A98188-1700-40C4-B1BB-C78EC60D45DA}" srcOrd="0" destOrd="0" presId="urn:microsoft.com/office/officeart/2018/2/layout/IconVerticalSolidList"/>
    <dgm:cxn modelId="{122FA6CF-EF8B-48E7-98BC-470AF9C968D4}" type="presParOf" srcId="{157343CE-8EC0-4B11-9A25-53BC8042D3F0}" destId="{F276DABB-E40D-46DC-BF88-B684A53FDFD5}" srcOrd="1" destOrd="0" presId="urn:microsoft.com/office/officeart/2018/2/layout/IconVerticalSolidList"/>
    <dgm:cxn modelId="{61C9F8E9-AA75-48E4-A42D-99EB25C057C1}" type="presParOf" srcId="{157343CE-8EC0-4B11-9A25-53BC8042D3F0}" destId="{E082FEF6-30EE-4554-8B14-C2CDD1063C3B}" srcOrd="2" destOrd="0" presId="urn:microsoft.com/office/officeart/2018/2/layout/IconVerticalSolidList"/>
    <dgm:cxn modelId="{B90584DA-6FF9-47EC-AE5F-2DE851A1BA1F}" type="presParOf" srcId="{157343CE-8EC0-4B11-9A25-53BC8042D3F0}" destId="{B7542EDE-026C-4359-BB96-3C8CDFAB814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8B521E-636C-451F-9C90-C7E94FD6ED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283FC4A-1A2C-4DD1-8DE9-76738C095528}">
      <dgm:prSet/>
      <dgm:spPr/>
      <dgm:t>
        <a:bodyPr/>
        <a:lstStyle/>
        <a:p>
          <a:r>
            <a:rPr lang="da-DK"/>
            <a:t>Opgaver: 10</a:t>
          </a:r>
          <a:endParaRPr lang="en-US"/>
        </a:p>
      </dgm:t>
    </dgm:pt>
    <dgm:pt modelId="{20A66BD8-8A0C-4B81-9842-B823BF1D20EB}" type="parTrans" cxnId="{9FDFA72A-7486-4D4E-B577-603014C0087C}">
      <dgm:prSet/>
      <dgm:spPr/>
      <dgm:t>
        <a:bodyPr/>
        <a:lstStyle/>
        <a:p>
          <a:endParaRPr lang="en-US"/>
        </a:p>
      </dgm:t>
    </dgm:pt>
    <dgm:pt modelId="{E7B9108E-14F5-4974-B450-29228C3F615A}" type="sibTrans" cxnId="{9FDFA72A-7486-4D4E-B577-603014C0087C}">
      <dgm:prSet/>
      <dgm:spPr/>
      <dgm:t>
        <a:bodyPr/>
        <a:lstStyle/>
        <a:p>
          <a:endParaRPr lang="en-US"/>
        </a:p>
      </dgm:t>
    </dgm:pt>
    <dgm:pt modelId="{54939AF2-20FA-45AE-BD55-364E1B40876B}">
      <dgm:prSet/>
      <dgm:spPr/>
      <dgm:t>
        <a:bodyPr/>
        <a:lstStyle/>
        <a:p>
          <a:r>
            <a:rPr lang="da-DK"/>
            <a:t>20 min.</a:t>
          </a:r>
          <a:endParaRPr lang="en-US"/>
        </a:p>
      </dgm:t>
    </dgm:pt>
    <dgm:pt modelId="{AAB7AE61-6FAF-4F2B-BE56-28343D0659D1}" type="parTrans" cxnId="{0878FDE1-5F0D-45B7-955E-E19A91427FE4}">
      <dgm:prSet/>
      <dgm:spPr/>
      <dgm:t>
        <a:bodyPr/>
        <a:lstStyle/>
        <a:p>
          <a:endParaRPr lang="en-US"/>
        </a:p>
      </dgm:t>
    </dgm:pt>
    <dgm:pt modelId="{B3B1BF56-49B8-4CFC-9C84-5AD7569E9667}" type="sibTrans" cxnId="{0878FDE1-5F0D-45B7-955E-E19A91427FE4}">
      <dgm:prSet/>
      <dgm:spPr/>
      <dgm:t>
        <a:bodyPr/>
        <a:lstStyle/>
        <a:p>
          <a:endParaRPr lang="en-US"/>
        </a:p>
      </dgm:t>
    </dgm:pt>
    <dgm:pt modelId="{4053C99D-ED24-474E-8708-289CE86730B7}" type="pres">
      <dgm:prSet presAssocID="{D88B521E-636C-451F-9C90-C7E94FD6ED90}" presName="root" presStyleCnt="0">
        <dgm:presLayoutVars>
          <dgm:dir/>
          <dgm:resizeHandles val="exact"/>
        </dgm:presLayoutVars>
      </dgm:prSet>
      <dgm:spPr/>
    </dgm:pt>
    <dgm:pt modelId="{0255D250-C1CC-41D9-A215-A654A5C885D7}" type="pres">
      <dgm:prSet presAssocID="{5283FC4A-1A2C-4DD1-8DE9-76738C095528}" presName="compNode" presStyleCnt="0"/>
      <dgm:spPr/>
    </dgm:pt>
    <dgm:pt modelId="{2B436C26-14BB-49BC-8BBE-9E166B88889F}" type="pres">
      <dgm:prSet presAssocID="{5283FC4A-1A2C-4DD1-8DE9-76738C095528}" presName="bgRect" presStyleLbl="bgShp" presStyleIdx="0" presStyleCnt="2"/>
      <dgm:spPr/>
    </dgm:pt>
    <dgm:pt modelId="{7659EBA9-8F1D-42DB-9F97-29C9EE042273}" type="pres">
      <dgm:prSet presAssocID="{5283FC4A-1A2C-4DD1-8DE9-76738C09552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ki"/>
        </a:ext>
      </dgm:extLst>
    </dgm:pt>
    <dgm:pt modelId="{9AA358A1-226D-4F67-B530-8F98DF575BF8}" type="pres">
      <dgm:prSet presAssocID="{5283FC4A-1A2C-4DD1-8DE9-76738C095528}" presName="spaceRect" presStyleCnt="0"/>
      <dgm:spPr/>
    </dgm:pt>
    <dgm:pt modelId="{2AD9DF0E-E33E-4056-BB12-18471C759329}" type="pres">
      <dgm:prSet presAssocID="{5283FC4A-1A2C-4DD1-8DE9-76738C095528}" presName="parTx" presStyleLbl="revTx" presStyleIdx="0" presStyleCnt="2">
        <dgm:presLayoutVars>
          <dgm:chMax val="0"/>
          <dgm:chPref val="0"/>
        </dgm:presLayoutVars>
      </dgm:prSet>
      <dgm:spPr/>
    </dgm:pt>
    <dgm:pt modelId="{AC0B2706-07C4-4D42-9F07-CA7076C3C3E4}" type="pres">
      <dgm:prSet presAssocID="{E7B9108E-14F5-4974-B450-29228C3F615A}" presName="sibTrans" presStyleCnt="0"/>
      <dgm:spPr/>
    </dgm:pt>
    <dgm:pt modelId="{462B1506-7CDC-4610-ABD5-7D1D4A430B1D}" type="pres">
      <dgm:prSet presAssocID="{54939AF2-20FA-45AE-BD55-364E1B40876B}" presName="compNode" presStyleCnt="0"/>
      <dgm:spPr/>
    </dgm:pt>
    <dgm:pt modelId="{5891C1E7-5B61-45E1-8E13-2D889521ACB2}" type="pres">
      <dgm:prSet presAssocID="{54939AF2-20FA-45AE-BD55-364E1B40876B}" presName="bgRect" presStyleLbl="bgShp" presStyleIdx="1" presStyleCnt="2"/>
      <dgm:spPr/>
    </dgm:pt>
    <dgm:pt modelId="{6BA4FCA0-56B7-4F0E-B5D2-48F1C35648F1}" type="pres">
      <dgm:prSet presAssocID="{54939AF2-20FA-45AE-BD55-364E1B40876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B47A8049-F073-4A09-BBC1-93649AFC523D}" type="pres">
      <dgm:prSet presAssocID="{54939AF2-20FA-45AE-BD55-364E1B40876B}" presName="spaceRect" presStyleCnt="0"/>
      <dgm:spPr/>
    </dgm:pt>
    <dgm:pt modelId="{54479115-0D67-4E81-9D33-920D001B5EA7}" type="pres">
      <dgm:prSet presAssocID="{54939AF2-20FA-45AE-BD55-364E1B40876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FDFA72A-7486-4D4E-B577-603014C0087C}" srcId="{D88B521E-636C-451F-9C90-C7E94FD6ED90}" destId="{5283FC4A-1A2C-4DD1-8DE9-76738C095528}" srcOrd="0" destOrd="0" parTransId="{20A66BD8-8A0C-4B81-9842-B823BF1D20EB}" sibTransId="{E7B9108E-14F5-4974-B450-29228C3F615A}"/>
    <dgm:cxn modelId="{5D8D3B8A-B6A8-4FFD-93E7-BDA7265B378E}" type="presOf" srcId="{5283FC4A-1A2C-4DD1-8DE9-76738C095528}" destId="{2AD9DF0E-E33E-4056-BB12-18471C759329}" srcOrd="0" destOrd="0" presId="urn:microsoft.com/office/officeart/2018/2/layout/IconVerticalSolidList"/>
    <dgm:cxn modelId="{31C601B5-1DD5-4CDC-905C-9AB53BC0AADB}" type="presOf" srcId="{54939AF2-20FA-45AE-BD55-364E1B40876B}" destId="{54479115-0D67-4E81-9D33-920D001B5EA7}" srcOrd="0" destOrd="0" presId="urn:microsoft.com/office/officeart/2018/2/layout/IconVerticalSolidList"/>
    <dgm:cxn modelId="{0878FDE1-5F0D-45B7-955E-E19A91427FE4}" srcId="{D88B521E-636C-451F-9C90-C7E94FD6ED90}" destId="{54939AF2-20FA-45AE-BD55-364E1B40876B}" srcOrd="1" destOrd="0" parTransId="{AAB7AE61-6FAF-4F2B-BE56-28343D0659D1}" sibTransId="{B3B1BF56-49B8-4CFC-9C84-5AD7569E9667}"/>
    <dgm:cxn modelId="{BACB2BE4-5C11-4F92-8BDF-85667F9D964C}" type="presOf" srcId="{D88B521E-636C-451F-9C90-C7E94FD6ED90}" destId="{4053C99D-ED24-474E-8708-289CE86730B7}" srcOrd="0" destOrd="0" presId="urn:microsoft.com/office/officeart/2018/2/layout/IconVerticalSolidList"/>
    <dgm:cxn modelId="{2B956B49-7D94-41B9-AC61-3704C9D611DC}" type="presParOf" srcId="{4053C99D-ED24-474E-8708-289CE86730B7}" destId="{0255D250-C1CC-41D9-A215-A654A5C885D7}" srcOrd="0" destOrd="0" presId="urn:microsoft.com/office/officeart/2018/2/layout/IconVerticalSolidList"/>
    <dgm:cxn modelId="{0F449E7B-A110-4D01-915E-55DB09AD4DB5}" type="presParOf" srcId="{0255D250-C1CC-41D9-A215-A654A5C885D7}" destId="{2B436C26-14BB-49BC-8BBE-9E166B88889F}" srcOrd="0" destOrd="0" presId="urn:microsoft.com/office/officeart/2018/2/layout/IconVerticalSolidList"/>
    <dgm:cxn modelId="{3C37D055-8420-4EE1-8E34-ADCFDB29B02A}" type="presParOf" srcId="{0255D250-C1CC-41D9-A215-A654A5C885D7}" destId="{7659EBA9-8F1D-42DB-9F97-29C9EE042273}" srcOrd="1" destOrd="0" presId="urn:microsoft.com/office/officeart/2018/2/layout/IconVerticalSolidList"/>
    <dgm:cxn modelId="{20BC098A-34CD-4345-8BE7-99379C65625F}" type="presParOf" srcId="{0255D250-C1CC-41D9-A215-A654A5C885D7}" destId="{9AA358A1-226D-4F67-B530-8F98DF575BF8}" srcOrd="2" destOrd="0" presId="urn:microsoft.com/office/officeart/2018/2/layout/IconVerticalSolidList"/>
    <dgm:cxn modelId="{7BC12EE6-C503-4338-8FA7-0B6BAE21F3FB}" type="presParOf" srcId="{0255D250-C1CC-41D9-A215-A654A5C885D7}" destId="{2AD9DF0E-E33E-4056-BB12-18471C759329}" srcOrd="3" destOrd="0" presId="urn:microsoft.com/office/officeart/2018/2/layout/IconVerticalSolidList"/>
    <dgm:cxn modelId="{B1C1D26C-A4F3-4C06-8ECB-4C4E12BD2977}" type="presParOf" srcId="{4053C99D-ED24-474E-8708-289CE86730B7}" destId="{AC0B2706-07C4-4D42-9F07-CA7076C3C3E4}" srcOrd="1" destOrd="0" presId="urn:microsoft.com/office/officeart/2018/2/layout/IconVerticalSolidList"/>
    <dgm:cxn modelId="{DEAF28FA-6E6C-470E-A3C8-6D03F7758F1A}" type="presParOf" srcId="{4053C99D-ED24-474E-8708-289CE86730B7}" destId="{462B1506-7CDC-4610-ABD5-7D1D4A430B1D}" srcOrd="2" destOrd="0" presId="urn:microsoft.com/office/officeart/2018/2/layout/IconVerticalSolidList"/>
    <dgm:cxn modelId="{0C8D3DDD-BBA2-47FC-88A2-5CBEEC06A8C0}" type="presParOf" srcId="{462B1506-7CDC-4610-ABD5-7D1D4A430B1D}" destId="{5891C1E7-5B61-45E1-8E13-2D889521ACB2}" srcOrd="0" destOrd="0" presId="urn:microsoft.com/office/officeart/2018/2/layout/IconVerticalSolidList"/>
    <dgm:cxn modelId="{711BAF7A-0562-45B7-9E8D-C8EDA4654299}" type="presParOf" srcId="{462B1506-7CDC-4610-ABD5-7D1D4A430B1D}" destId="{6BA4FCA0-56B7-4F0E-B5D2-48F1C35648F1}" srcOrd="1" destOrd="0" presId="urn:microsoft.com/office/officeart/2018/2/layout/IconVerticalSolidList"/>
    <dgm:cxn modelId="{AF236490-7D37-4A82-86F2-1B32D4B5CC62}" type="presParOf" srcId="{462B1506-7CDC-4610-ABD5-7D1D4A430B1D}" destId="{B47A8049-F073-4A09-BBC1-93649AFC523D}" srcOrd="2" destOrd="0" presId="urn:microsoft.com/office/officeart/2018/2/layout/IconVerticalSolidList"/>
    <dgm:cxn modelId="{8D24B190-2327-418C-BE48-22383C3C6EAD}" type="presParOf" srcId="{462B1506-7CDC-4610-ABD5-7D1D4A430B1D}" destId="{54479115-0D67-4E81-9D33-920D001B5E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1A8929-C2CA-442F-8068-86C822E6E18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D6D5B04-0970-48D8-B03B-0737879BCB95}">
      <dgm:prSet/>
      <dgm:spPr/>
      <dgm:t>
        <a:bodyPr/>
        <a:lstStyle/>
        <a:p>
          <a:r>
            <a:rPr lang="da-DK"/>
            <a:t>Opgaver: 11</a:t>
          </a:r>
          <a:endParaRPr lang="en-US"/>
        </a:p>
      </dgm:t>
    </dgm:pt>
    <dgm:pt modelId="{2B3ABC6F-0887-41AB-957F-4C4E46A95264}" type="parTrans" cxnId="{2025D81E-9EF3-482A-BFAD-C4CB1FCA4FBE}">
      <dgm:prSet/>
      <dgm:spPr/>
      <dgm:t>
        <a:bodyPr/>
        <a:lstStyle/>
        <a:p>
          <a:endParaRPr lang="en-US"/>
        </a:p>
      </dgm:t>
    </dgm:pt>
    <dgm:pt modelId="{C1868408-1A54-4905-B331-1BA56DA37A7D}" type="sibTrans" cxnId="{2025D81E-9EF3-482A-BFAD-C4CB1FCA4FBE}">
      <dgm:prSet/>
      <dgm:spPr/>
      <dgm:t>
        <a:bodyPr/>
        <a:lstStyle/>
        <a:p>
          <a:endParaRPr lang="en-US"/>
        </a:p>
      </dgm:t>
    </dgm:pt>
    <dgm:pt modelId="{B81DADBA-F052-47F3-A444-0ECD0455C457}">
      <dgm:prSet/>
      <dgm:spPr/>
      <dgm:t>
        <a:bodyPr/>
        <a:lstStyle/>
        <a:p>
          <a:r>
            <a:rPr lang="da-DK"/>
            <a:t>15 min.</a:t>
          </a:r>
          <a:endParaRPr lang="en-US"/>
        </a:p>
      </dgm:t>
    </dgm:pt>
    <dgm:pt modelId="{E5B4F327-CE24-4DED-9316-4291C768B1F7}" type="parTrans" cxnId="{AF5A2E17-8753-45BD-9563-67D543C6BD30}">
      <dgm:prSet/>
      <dgm:spPr/>
      <dgm:t>
        <a:bodyPr/>
        <a:lstStyle/>
        <a:p>
          <a:endParaRPr lang="en-US"/>
        </a:p>
      </dgm:t>
    </dgm:pt>
    <dgm:pt modelId="{E15433DB-89CA-463E-B4FF-42E43976FFB0}" type="sibTrans" cxnId="{AF5A2E17-8753-45BD-9563-67D543C6BD30}">
      <dgm:prSet/>
      <dgm:spPr/>
      <dgm:t>
        <a:bodyPr/>
        <a:lstStyle/>
        <a:p>
          <a:endParaRPr lang="en-US"/>
        </a:p>
      </dgm:t>
    </dgm:pt>
    <dgm:pt modelId="{E8C5D635-C06E-4B99-9271-0C2CA4339CF6}" type="pres">
      <dgm:prSet presAssocID="{D21A8929-C2CA-442F-8068-86C822E6E184}" presName="root" presStyleCnt="0">
        <dgm:presLayoutVars>
          <dgm:dir/>
          <dgm:resizeHandles val="exact"/>
        </dgm:presLayoutVars>
      </dgm:prSet>
      <dgm:spPr/>
    </dgm:pt>
    <dgm:pt modelId="{79E4A89D-CB47-4189-9F4E-E16B6151D02E}" type="pres">
      <dgm:prSet presAssocID="{BD6D5B04-0970-48D8-B03B-0737879BCB95}" presName="compNode" presStyleCnt="0"/>
      <dgm:spPr/>
    </dgm:pt>
    <dgm:pt modelId="{DE0CDA72-4E7A-447D-8AD5-A982FFCBC424}" type="pres">
      <dgm:prSet presAssocID="{BD6D5B04-0970-48D8-B03B-0737879BCB95}" presName="bgRect" presStyleLbl="bgShp" presStyleIdx="0" presStyleCnt="2"/>
      <dgm:spPr/>
    </dgm:pt>
    <dgm:pt modelId="{A4645250-329B-4B45-8751-9A596FD1DCB5}" type="pres">
      <dgm:prSet presAssocID="{BD6D5B04-0970-48D8-B03B-0737879BCB9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B4A78AF3-AC8F-4931-A3E9-43B9FC84CF35}" type="pres">
      <dgm:prSet presAssocID="{BD6D5B04-0970-48D8-B03B-0737879BCB95}" presName="spaceRect" presStyleCnt="0"/>
      <dgm:spPr/>
    </dgm:pt>
    <dgm:pt modelId="{F4AA5E09-32BA-46A5-9A56-5575DFF3971B}" type="pres">
      <dgm:prSet presAssocID="{BD6D5B04-0970-48D8-B03B-0737879BCB95}" presName="parTx" presStyleLbl="revTx" presStyleIdx="0" presStyleCnt="2">
        <dgm:presLayoutVars>
          <dgm:chMax val="0"/>
          <dgm:chPref val="0"/>
        </dgm:presLayoutVars>
      </dgm:prSet>
      <dgm:spPr/>
    </dgm:pt>
    <dgm:pt modelId="{0AE50589-6D9F-497B-86F4-233ACF578F32}" type="pres">
      <dgm:prSet presAssocID="{C1868408-1A54-4905-B331-1BA56DA37A7D}" presName="sibTrans" presStyleCnt="0"/>
      <dgm:spPr/>
    </dgm:pt>
    <dgm:pt modelId="{A9109051-6344-4541-BF61-0F0E4766FC0E}" type="pres">
      <dgm:prSet presAssocID="{B81DADBA-F052-47F3-A444-0ECD0455C457}" presName="compNode" presStyleCnt="0"/>
      <dgm:spPr/>
    </dgm:pt>
    <dgm:pt modelId="{F44FB96B-295A-4A17-91A0-D1A8A65D5CF7}" type="pres">
      <dgm:prSet presAssocID="{B81DADBA-F052-47F3-A444-0ECD0455C457}" presName="bgRect" presStyleLbl="bgShp" presStyleIdx="1" presStyleCnt="2"/>
      <dgm:spPr/>
    </dgm:pt>
    <dgm:pt modelId="{B9D9E322-AAD3-4659-A981-5055C06FF7AF}" type="pres">
      <dgm:prSet presAssocID="{B81DADBA-F052-47F3-A444-0ECD0455C45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E36DD634-85BA-4F4C-98A6-0CDF08A71E10}" type="pres">
      <dgm:prSet presAssocID="{B81DADBA-F052-47F3-A444-0ECD0455C457}" presName="spaceRect" presStyleCnt="0"/>
      <dgm:spPr/>
    </dgm:pt>
    <dgm:pt modelId="{D3A184A2-EE99-472E-85B0-AA2E234B7073}" type="pres">
      <dgm:prSet presAssocID="{B81DADBA-F052-47F3-A444-0ECD0455C45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F5A2E17-8753-45BD-9563-67D543C6BD30}" srcId="{D21A8929-C2CA-442F-8068-86C822E6E184}" destId="{B81DADBA-F052-47F3-A444-0ECD0455C457}" srcOrd="1" destOrd="0" parTransId="{E5B4F327-CE24-4DED-9316-4291C768B1F7}" sibTransId="{E15433DB-89CA-463E-B4FF-42E43976FFB0}"/>
    <dgm:cxn modelId="{2025D81E-9EF3-482A-BFAD-C4CB1FCA4FBE}" srcId="{D21A8929-C2CA-442F-8068-86C822E6E184}" destId="{BD6D5B04-0970-48D8-B03B-0737879BCB95}" srcOrd="0" destOrd="0" parTransId="{2B3ABC6F-0887-41AB-957F-4C4E46A95264}" sibTransId="{C1868408-1A54-4905-B331-1BA56DA37A7D}"/>
    <dgm:cxn modelId="{5D2BD06D-5392-46ED-A23D-0B73294E56D9}" type="presOf" srcId="{B81DADBA-F052-47F3-A444-0ECD0455C457}" destId="{D3A184A2-EE99-472E-85B0-AA2E234B7073}" srcOrd="0" destOrd="0" presId="urn:microsoft.com/office/officeart/2018/2/layout/IconVerticalSolidList"/>
    <dgm:cxn modelId="{1BE3F054-B5CA-4992-8148-10C668092621}" type="presOf" srcId="{D21A8929-C2CA-442F-8068-86C822E6E184}" destId="{E8C5D635-C06E-4B99-9271-0C2CA4339CF6}" srcOrd="0" destOrd="0" presId="urn:microsoft.com/office/officeart/2018/2/layout/IconVerticalSolidList"/>
    <dgm:cxn modelId="{DCA3C7CE-1C62-47DC-A2E6-F1222AA0F5B0}" type="presOf" srcId="{BD6D5B04-0970-48D8-B03B-0737879BCB95}" destId="{F4AA5E09-32BA-46A5-9A56-5575DFF3971B}" srcOrd="0" destOrd="0" presId="urn:microsoft.com/office/officeart/2018/2/layout/IconVerticalSolidList"/>
    <dgm:cxn modelId="{0F938D1F-22EF-40AC-9FB0-58A05D812BDF}" type="presParOf" srcId="{E8C5D635-C06E-4B99-9271-0C2CA4339CF6}" destId="{79E4A89D-CB47-4189-9F4E-E16B6151D02E}" srcOrd="0" destOrd="0" presId="urn:microsoft.com/office/officeart/2018/2/layout/IconVerticalSolidList"/>
    <dgm:cxn modelId="{4E37D121-6D4D-4D4B-B018-BF748283BCB0}" type="presParOf" srcId="{79E4A89D-CB47-4189-9F4E-E16B6151D02E}" destId="{DE0CDA72-4E7A-447D-8AD5-A982FFCBC424}" srcOrd="0" destOrd="0" presId="urn:microsoft.com/office/officeart/2018/2/layout/IconVerticalSolidList"/>
    <dgm:cxn modelId="{1AAEAA44-153E-4788-ADD1-6B1C6C2E1F2C}" type="presParOf" srcId="{79E4A89D-CB47-4189-9F4E-E16B6151D02E}" destId="{A4645250-329B-4B45-8751-9A596FD1DCB5}" srcOrd="1" destOrd="0" presId="urn:microsoft.com/office/officeart/2018/2/layout/IconVerticalSolidList"/>
    <dgm:cxn modelId="{1A0D829E-1B5B-4FC8-AE5F-E82A4F152788}" type="presParOf" srcId="{79E4A89D-CB47-4189-9F4E-E16B6151D02E}" destId="{B4A78AF3-AC8F-4931-A3E9-43B9FC84CF35}" srcOrd="2" destOrd="0" presId="urn:microsoft.com/office/officeart/2018/2/layout/IconVerticalSolidList"/>
    <dgm:cxn modelId="{E8FBCB24-6D7C-4284-BF8F-4594FC0CF78D}" type="presParOf" srcId="{79E4A89D-CB47-4189-9F4E-E16B6151D02E}" destId="{F4AA5E09-32BA-46A5-9A56-5575DFF3971B}" srcOrd="3" destOrd="0" presId="urn:microsoft.com/office/officeart/2018/2/layout/IconVerticalSolidList"/>
    <dgm:cxn modelId="{8C8D841D-A646-4B69-BA0C-2234DD651E64}" type="presParOf" srcId="{E8C5D635-C06E-4B99-9271-0C2CA4339CF6}" destId="{0AE50589-6D9F-497B-86F4-233ACF578F32}" srcOrd="1" destOrd="0" presId="urn:microsoft.com/office/officeart/2018/2/layout/IconVerticalSolidList"/>
    <dgm:cxn modelId="{E618355C-5B9C-47F5-8A26-57AE19B9BCBA}" type="presParOf" srcId="{E8C5D635-C06E-4B99-9271-0C2CA4339CF6}" destId="{A9109051-6344-4541-BF61-0F0E4766FC0E}" srcOrd="2" destOrd="0" presId="urn:microsoft.com/office/officeart/2018/2/layout/IconVerticalSolidList"/>
    <dgm:cxn modelId="{1895CBA2-81D5-42C9-B949-FA9EFF9470DE}" type="presParOf" srcId="{A9109051-6344-4541-BF61-0F0E4766FC0E}" destId="{F44FB96B-295A-4A17-91A0-D1A8A65D5CF7}" srcOrd="0" destOrd="0" presId="urn:microsoft.com/office/officeart/2018/2/layout/IconVerticalSolidList"/>
    <dgm:cxn modelId="{67AC19A5-BE88-4B40-B22B-455026078465}" type="presParOf" srcId="{A9109051-6344-4541-BF61-0F0E4766FC0E}" destId="{B9D9E322-AAD3-4659-A981-5055C06FF7AF}" srcOrd="1" destOrd="0" presId="urn:microsoft.com/office/officeart/2018/2/layout/IconVerticalSolidList"/>
    <dgm:cxn modelId="{A91245C9-4F94-469C-9989-7A5F925E356B}" type="presParOf" srcId="{A9109051-6344-4541-BF61-0F0E4766FC0E}" destId="{E36DD634-85BA-4F4C-98A6-0CDF08A71E10}" srcOrd="2" destOrd="0" presId="urn:microsoft.com/office/officeart/2018/2/layout/IconVerticalSolidList"/>
    <dgm:cxn modelId="{3A5475B8-C498-476F-B290-CABFC91BE0F1}" type="presParOf" srcId="{A9109051-6344-4541-BF61-0F0E4766FC0E}" destId="{D3A184A2-EE99-472E-85B0-AA2E234B70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9A6DB33-48C2-46B6-B4E4-73A9C45550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265ACFF-F6AA-4C30-B61F-933F07A4C2B9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12-13</a:t>
          </a:r>
          <a:endParaRPr lang="en-US" dirty="0"/>
        </a:p>
      </dgm:t>
    </dgm:pt>
    <dgm:pt modelId="{7508BCE8-D2B1-4B3B-8BC8-8103E88C0953}" type="parTrans" cxnId="{6EA07F3C-DC1F-4AB8-BFA8-D3F9EC19C90C}">
      <dgm:prSet/>
      <dgm:spPr/>
      <dgm:t>
        <a:bodyPr/>
        <a:lstStyle/>
        <a:p>
          <a:endParaRPr lang="en-US"/>
        </a:p>
      </dgm:t>
    </dgm:pt>
    <dgm:pt modelId="{5F997FC3-F34A-4EA5-B9B7-14D44BE38E10}" type="sibTrans" cxnId="{6EA07F3C-DC1F-4AB8-BFA8-D3F9EC19C90C}">
      <dgm:prSet/>
      <dgm:spPr/>
      <dgm:t>
        <a:bodyPr/>
        <a:lstStyle/>
        <a:p>
          <a:endParaRPr lang="en-US"/>
        </a:p>
      </dgm:t>
    </dgm:pt>
    <dgm:pt modelId="{8C8CABA0-F98A-497C-B872-283314E6EF7B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20 min.</a:t>
          </a:r>
          <a:endParaRPr lang="en-US" dirty="0"/>
        </a:p>
      </dgm:t>
    </dgm:pt>
    <dgm:pt modelId="{D9213872-6BC1-4F35-8DD4-015347B20686}" type="parTrans" cxnId="{B35D04C8-4D2C-4682-A55B-1DD2196ADB01}">
      <dgm:prSet/>
      <dgm:spPr/>
      <dgm:t>
        <a:bodyPr/>
        <a:lstStyle/>
        <a:p>
          <a:endParaRPr lang="en-US"/>
        </a:p>
      </dgm:t>
    </dgm:pt>
    <dgm:pt modelId="{75A41C37-F74A-4A69-A6F1-DFDC7A7D6692}" type="sibTrans" cxnId="{B35D04C8-4D2C-4682-A55B-1DD2196ADB01}">
      <dgm:prSet/>
      <dgm:spPr/>
      <dgm:t>
        <a:bodyPr/>
        <a:lstStyle/>
        <a:p>
          <a:endParaRPr lang="en-US"/>
        </a:p>
      </dgm:t>
    </dgm:pt>
    <dgm:pt modelId="{0C39B8C8-5CBA-4962-BF8D-207F8862CBD5}" type="pres">
      <dgm:prSet presAssocID="{39A6DB33-48C2-46B6-B4E4-73A9C4555011}" presName="root" presStyleCnt="0">
        <dgm:presLayoutVars>
          <dgm:dir/>
          <dgm:resizeHandles val="exact"/>
        </dgm:presLayoutVars>
      </dgm:prSet>
      <dgm:spPr/>
    </dgm:pt>
    <dgm:pt modelId="{8318E412-8719-48B4-B7E1-51870848CB8B}" type="pres">
      <dgm:prSet presAssocID="{E265ACFF-F6AA-4C30-B61F-933F07A4C2B9}" presName="compNode" presStyleCnt="0"/>
      <dgm:spPr/>
    </dgm:pt>
    <dgm:pt modelId="{57206046-0D1F-43C6-9309-1A69CC4EB883}" type="pres">
      <dgm:prSet presAssocID="{E265ACFF-F6AA-4C30-B61F-933F07A4C2B9}" presName="bgRect" presStyleLbl="bgShp" presStyleIdx="0" presStyleCnt="2"/>
      <dgm:spPr/>
    </dgm:pt>
    <dgm:pt modelId="{4B1B8B3E-CE22-43F4-9612-1E08C86DC89B}" type="pres">
      <dgm:prSet presAssocID="{E265ACFF-F6AA-4C30-B61F-933F07A4C2B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951359BB-381F-42D0-BF3D-32DBB2365095}" type="pres">
      <dgm:prSet presAssocID="{E265ACFF-F6AA-4C30-B61F-933F07A4C2B9}" presName="spaceRect" presStyleCnt="0"/>
      <dgm:spPr/>
    </dgm:pt>
    <dgm:pt modelId="{B76051C6-9260-4386-824E-52F7C5CDFC0C}" type="pres">
      <dgm:prSet presAssocID="{E265ACFF-F6AA-4C30-B61F-933F07A4C2B9}" presName="parTx" presStyleLbl="revTx" presStyleIdx="0" presStyleCnt="2">
        <dgm:presLayoutVars>
          <dgm:chMax val="0"/>
          <dgm:chPref val="0"/>
        </dgm:presLayoutVars>
      </dgm:prSet>
      <dgm:spPr/>
    </dgm:pt>
    <dgm:pt modelId="{02832E74-2A54-403B-B02E-07BFC659F82E}" type="pres">
      <dgm:prSet presAssocID="{5F997FC3-F34A-4EA5-B9B7-14D44BE38E10}" presName="sibTrans" presStyleCnt="0"/>
      <dgm:spPr/>
    </dgm:pt>
    <dgm:pt modelId="{4E721B81-174B-4494-829D-DCAFF5E3A4CA}" type="pres">
      <dgm:prSet presAssocID="{8C8CABA0-F98A-497C-B872-283314E6EF7B}" presName="compNode" presStyleCnt="0"/>
      <dgm:spPr/>
    </dgm:pt>
    <dgm:pt modelId="{D18D4B0B-6B81-4499-91AF-3A5B20A24E0A}" type="pres">
      <dgm:prSet presAssocID="{8C8CABA0-F98A-497C-B872-283314E6EF7B}" presName="bgRect" presStyleLbl="bgShp" presStyleIdx="1" presStyleCnt="2"/>
      <dgm:spPr/>
    </dgm:pt>
    <dgm:pt modelId="{C5B6B067-31F1-4285-925C-007FCC0DA9E3}" type="pres">
      <dgm:prSet presAssocID="{8C8CABA0-F98A-497C-B872-283314E6EF7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CAFF0B91-066D-43A6-A0A1-1ED1EB126664}" type="pres">
      <dgm:prSet presAssocID="{8C8CABA0-F98A-497C-B872-283314E6EF7B}" presName="spaceRect" presStyleCnt="0"/>
      <dgm:spPr/>
    </dgm:pt>
    <dgm:pt modelId="{55813BAC-FC7F-45FB-AECE-FAC9E2A89F52}" type="pres">
      <dgm:prSet presAssocID="{8C8CABA0-F98A-497C-B872-283314E6EF7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C5B9519-AF5C-4494-B1E4-ED1052356FFB}" type="presOf" srcId="{39A6DB33-48C2-46B6-B4E4-73A9C4555011}" destId="{0C39B8C8-5CBA-4962-BF8D-207F8862CBD5}" srcOrd="0" destOrd="0" presId="urn:microsoft.com/office/officeart/2018/2/layout/IconVerticalSolidList"/>
    <dgm:cxn modelId="{6EA07F3C-DC1F-4AB8-BFA8-D3F9EC19C90C}" srcId="{39A6DB33-48C2-46B6-B4E4-73A9C4555011}" destId="{E265ACFF-F6AA-4C30-B61F-933F07A4C2B9}" srcOrd="0" destOrd="0" parTransId="{7508BCE8-D2B1-4B3B-8BC8-8103E88C0953}" sibTransId="{5F997FC3-F34A-4EA5-B9B7-14D44BE38E10}"/>
    <dgm:cxn modelId="{33D10B69-5E27-47AB-A0D5-1E675AA8E413}" type="presOf" srcId="{8C8CABA0-F98A-497C-B872-283314E6EF7B}" destId="{55813BAC-FC7F-45FB-AECE-FAC9E2A89F52}" srcOrd="0" destOrd="0" presId="urn:microsoft.com/office/officeart/2018/2/layout/IconVerticalSolidList"/>
    <dgm:cxn modelId="{ACA9F0C1-642D-4F13-BCC5-85F3ACCE628C}" type="presOf" srcId="{E265ACFF-F6AA-4C30-B61F-933F07A4C2B9}" destId="{B76051C6-9260-4386-824E-52F7C5CDFC0C}" srcOrd="0" destOrd="0" presId="urn:microsoft.com/office/officeart/2018/2/layout/IconVerticalSolidList"/>
    <dgm:cxn modelId="{B35D04C8-4D2C-4682-A55B-1DD2196ADB01}" srcId="{39A6DB33-48C2-46B6-B4E4-73A9C4555011}" destId="{8C8CABA0-F98A-497C-B872-283314E6EF7B}" srcOrd="1" destOrd="0" parTransId="{D9213872-6BC1-4F35-8DD4-015347B20686}" sibTransId="{75A41C37-F74A-4A69-A6F1-DFDC7A7D6692}"/>
    <dgm:cxn modelId="{F18F0122-1B79-4AED-B93F-BDCC1AF5D523}" type="presParOf" srcId="{0C39B8C8-5CBA-4962-BF8D-207F8862CBD5}" destId="{8318E412-8719-48B4-B7E1-51870848CB8B}" srcOrd="0" destOrd="0" presId="urn:microsoft.com/office/officeart/2018/2/layout/IconVerticalSolidList"/>
    <dgm:cxn modelId="{B7E05B89-DE15-48B5-8CA5-AF3A7D5DA7F9}" type="presParOf" srcId="{8318E412-8719-48B4-B7E1-51870848CB8B}" destId="{57206046-0D1F-43C6-9309-1A69CC4EB883}" srcOrd="0" destOrd="0" presId="urn:microsoft.com/office/officeart/2018/2/layout/IconVerticalSolidList"/>
    <dgm:cxn modelId="{A5C6DDD6-5DBD-4DC3-A709-474537E8B350}" type="presParOf" srcId="{8318E412-8719-48B4-B7E1-51870848CB8B}" destId="{4B1B8B3E-CE22-43F4-9612-1E08C86DC89B}" srcOrd="1" destOrd="0" presId="urn:microsoft.com/office/officeart/2018/2/layout/IconVerticalSolidList"/>
    <dgm:cxn modelId="{8ABAD622-62E3-4FAA-BEF9-BE17203FCC19}" type="presParOf" srcId="{8318E412-8719-48B4-B7E1-51870848CB8B}" destId="{951359BB-381F-42D0-BF3D-32DBB2365095}" srcOrd="2" destOrd="0" presId="urn:microsoft.com/office/officeart/2018/2/layout/IconVerticalSolidList"/>
    <dgm:cxn modelId="{792FADCE-3E75-40FB-AF4A-C570779937E4}" type="presParOf" srcId="{8318E412-8719-48B4-B7E1-51870848CB8B}" destId="{B76051C6-9260-4386-824E-52F7C5CDFC0C}" srcOrd="3" destOrd="0" presId="urn:microsoft.com/office/officeart/2018/2/layout/IconVerticalSolidList"/>
    <dgm:cxn modelId="{A0BC363D-E293-4E45-BC2E-26D5C880D067}" type="presParOf" srcId="{0C39B8C8-5CBA-4962-BF8D-207F8862CBD5}" destId="{02832E74-2A54-403B-B02E-07BFC659F82E}" srcOrd="1" destOrd="0" presId="urn:microsoft.com/office/officeart/2018/2/layout/IconVerticalSolidList"/>
    <dgm:cxn modelId="{C269633D-88BD-421E-81A6-EC1B64709365}" type="presParOf" srcId="{0C39B8C8-5CBA-4962-BF8D-207F8862CBD5}" destId="{4E721B81-174B-4494-829D-DCAFF5E3A4CA}" srcOrd="2" destOrd="0" presId="urn:microsoft.com/office/officeart/2018/2/layout/IconVerticalSolidList"/>
    <dgm:cxn modelId="{D838009B-5E0E-4128-93E3-E57D5B5AB151}" type="presParOf" srcId="{4E721B81-174B-4494-829D-DCAFF5E3A4CA}" destId="{D18D4B0B-6B81-4499-91AF-3A5B20A24E0A}" srcOrd="0" destOrd="0" presId="urn:microsoft.com/office/officeart/2018/2/layout/IconVerticalSolidList"/>
    <dgm:cxn modelId="{656C191F-0FC7-479F-904D-D8BDE3EE0342}" type="presParOf" srcId="{4E721B81-174B-4494-829D-DCAFF5E3A4CA}" destId="{C5B6B067-31F1-4285-925C-007FCC0DA9E3}" srcOrd="1" destOrd="0" presId="urn:microsoft.com/office/officeart/2018/2/layout/IconVerticalSolidList"/>
    <dgm:cxn modelId="{B7726133-C7F1-4420-85A5-C46547412B6B}" type="presParOf" srcId="{4E721B81-174B-4494-829D-DCAFF5E3A4CA}" destId="{CAFF0B91-066D-43A6-A0A1-1ED1EB126664}" srcOrd="2" destOrd="0" presId="urn:microsoft.com/office/officeart/2018/2/layout/IconVerticalSolidList"/>
    <dgm:cxn modelId="{B3263730-0AEC-45BB-BDD1-646287FFA134}" type="presParOf" srcId="{4E721B81-174B-4494-829D-DCAFF5E3A4CA}" destId="{55813BAC-FC7F-45FB-AECE-FAC9E2A89F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FB665FA-B3C5-4352-AAA0-7A59D692ED2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6C39505-5FEE-4F05-89A3-4AD461E421EE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14</a:t>
          </a:r>
          <a:endParaRPr lang="en-US" dirty="0"/>
        </a:p>
      </dgm:t>
    </dgm:pt>
    <dgm:pt modelId="{D5704C73-E528-485B-B261-2E3FEAB275F3}" type="parTrans" cxnId="{FBC3A31E-CDAE-48F6-9B74-8D1CEB722400}">
      <dgm:prSet/>
      <dgm:spPr/>
      <dgm:t>
        <a:bodyPr/>
        <a:lstStyle/>
        <a:p>
          <a:endParaRPr lang="en-US"/>
        </a:p>
      </dgm:t>
    </dgm:pt>
    <dgm:pt modelId="{E14A0FD9-0788-4256-9461-51C03D101FFB}" type="sibTrans" cxnId="{FBC3A31E-CDAE-48F6-9B74-8D1CEB722400}">
      <dgm:prSet/>
      <dgm:spPr/>
      <dgm:t>
        <a:bodyPr/>
        <a:lstStyle/>
        <a:p>
          <a:endParaRPr lang="en-US"/>
        </a:p>
      </dgm:t>
    </dgm:pt>
    <dgm:pt modelId="{E3287D73-BC93-473D-AA10-2AF9C247D068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15 min.</a:t>
          </a:r>
          <a:endParaRPr lang="en-US" dirty="0"/>
        </a:p>
      </dgm:t>
    </dgm:pt>
    <dgm:pt modelId="{6DFE4637-91D9-4FB1-8845-D40A216196E5}" type="parTrans" cxnId="{D83B7914-1544-429B-BA1C-17D190F85F3D}">
      <dgm:prSet/>
      <dgm:spPr/>
      <dgm:t>
        <a:bodyPr/>
        <a:lstStyle/>
        <a:p>
          <a:endParaRPr lang="en-US"/>
        </a:p>
      </dgm:t>
    </dgm:pt>
    <dgm:pt modelId="{29C20DE3-E716-4D98-BBAD-561C21776B8C}" type="sibTrans" cxnId="{D83B7914-1544-429B-BA1C-17D190F85F3D}">
      <dgm:prSet/>
      <dgm:spPr/>
      <dgm:t>
        <a:bodyPr/>
        <a:lstStyle/>
        <a:p>
          <a:endParaRPr lang="en-US"/>
        </a:p>
      </dgm:t>
    </dgm:pt>
    <dgm:pt modelId="{D9DECCBC-62AA-4731-BEEF-BDA30688F6C0}" type="pres">
      <dgm:prSet presAssocID="{DFB665FA-B3C5-4352-AAA0-7A59D692ED24}" presName="root" presStyleCnt="0">
        <dgm:presLayoutVars>
          <dgm:dir/>
          <dgm:resizeHandles val="exact"/>
        </dgm:presLayoutVars>
      </dgm:prSet>
      <dgm:spPr/>
    </dgm:pt>
    <dgm:pt modelId="{D52D9AB9-83CF-41D0-8B28-38F98D7E13CE}" type="pres">
      <dgm:prSet presAssocID="{36C39505-5FEE-4F05-89A3-4AD461E421EE}" presName="compNode" presStyleCnt="0"/>
      <dgm:spPr/>
    </dgm:pt>
    <dgm:pt modelId="{671CAACC-123F-4888-9D79-C0A1E9FC1FF9}" type="pres">
      <dgm:prSet presAssocID="{36C39505-5FEE-4F05-89A3-4AD461E421EE}" presName="bgRect" presStyleLbl="bgShp" presStyleIdx="0" presStyleCnt="2"/>
      <dgm:spPr/>
    </dgm:pt>
    <dgm:pt modelId="{968DEE82-D73B-4F24-86F9-71C68D420015}" type="pres">
      <dgm:prSet presAssocID="{36C39505-5FEE-4F05-89A3-4AD461E421E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DE822B66-4942-47C9-9F6C-D086ADFE4F97}" type="pres">
      <dgm:prSet presAssocID="{36C39505-5FEE-4F05-89A3-4AD461E421EE}" presName="spaceRect" presStyleCnt="0"/>
      <dgm:spPr/>
    </dgm:pt>
    <dgm:pt modelId="{469EC93C-1AF7-4407-ADF1-EC2548C58722}" type="pres">
      <dgm:prSet presAssocID="{36C39505-5FEE-4F05-89A3-4AD461E421EE}" presName="parTx" presStyleLbl="revTx" presStyleIdx="0" presStyleCnt="2">
        <dgm:presLayoutVars>
          <dgm:chMax val="0"/>
          <dgm:chPref val="0"/>
        </dgm:presLayoutVars>
      </dgm:prSet>
      <dgm:spPr/>
    </dgm:pt>
    <dgm:pt modelId="{B6B71E9D-EB7A-4E9E-A21E-82D7F2FE2EFF}" type="pres">
      <dgm:prSet presAssocID="{E14A0FD9-0788-4256-9461-51C03D101FFB}" presName="sibTrans" presStyleCnt="0"/>
      <dgm:spPr/>
    </dgm:pt>
    <dgm:pt modelId="{9EDB29EB-F3D5-4D72-B6B9-12E7F12E0C5F}" type="pres">
      <dgm:prSet presAssocID="{E3287D73-BC93-473D-AA10-2AF9C247D068}" presName="compNode" presStyleCnt="0"/>
      <dgm:spPr/>
    </dgm:pt>
    <dgm:pt modelId="{8CD475DA-5DFB-4BF1-858C-594022ABDBF9}" type="pres">
      <dgm:prSet presAssocID="{E3287D73-BC93-473D-AA10-2AF9C247D068}" presName="bgRect" presStyleLbl="bgShp" presStyleIdx="1" presStyleCnt="2"/>
      <dgm:spPr/>
    </dgm:pt>
    <dgm:pt modelId="{C85FAE43-0CB9-4FBB-A028-6DB6C0E3E034}" type="pres">
      <dgm:prSet presAssocID="{E3287D73-BC93-473D-AA10-2AF9C247D06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C66971A6-BB07-4133-A1F3-28E75E1CA190}" type="pres">
      <dgm:prSet presAssocID="{E3287D73-BC93-473D-AA10-2AF9C247D068}" presName="spaceRect" presStyleCnt="0"/>
      <dgm:spPr/>
    </dgm:pt>
    <dgm:pt modelId="{1931483C-EEF7-49AD-B1C2-F707BA6A9D47}" type="pres">
      <dgm:prSet presAssocID="{E3287D73-BC93-473D-AA10-2AF9C247D06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83B7914-1544-429B-BA1C-17D190F85F3D}" srcId="{DFB665FA-B3C5-4352-AAA0-7A59D692ED24}" destId="{E3287D73-BC93-473D-AA10-2AF9C247D068}" srcOrd="1" destOrd="0" parTransId="{6DFE4637-91D9-4FB1-8845-D40A216196E5}" sibTransId="{29C20DE3-E716-4D98-BBAD-561C21776B8C}"/>
    <dgm:cxn modelId="{FBC3A31E-CDAE-48F6-9B74-8D1CEB722400}" srcId="{DFB665FA-B3C5-4352-AAA0-7A59D692ED24}" destId="{36C39505-5FEE-4F05-89A3-4AD461E421EE}" srcOrd="0" destOrd="0" parTransId="{D5704C73-E528-485B-B261-2E3FEAB275F3}" sibTransId="{E14A0FD9-0788-4256-9461-51C03D101FFB}"/>
    <dgm:cxn modelId="{28D12251-83EB-4B0D-9152-CAB434FFA2C5}" type="presOf" srcId="{DFB665FA-B3C5-4352-AAA0-7A59D692ED24}" destId="{D9DECCBC-62AA-4731-BEEF-BDA30688F6C0}" srcOrd="0" destOrd="0" presId="urn:microsoft.com/office/officeart/2018/2/layout/IconVerticalSolidList"/>
    <dgm:cxn modelId="{33395EC7-C484-44CB-9776-2716E8C8CD32}" type="presOf" srcId="{E3287D73-BC93-473D-AA10-2AF9C247D068}" destId="{1931483C-EEF7-49AD-B1C2-F707BA6A9D47}" srcOrd="0" destOrd="0" presId="urn:microsoft.com/office/officeart/2018/2/layout/IconVerticalSolidList"/>
    <dgm:cxn modelId="{4E1E2AD9-CBA7-4961-8A51-51BA2CB0E11D}" type="presOf" srcId="{36C39505-5FEE-4F05-89A3-4AD461E421EE}" destId="{469EC93C-1AF7-4407-ADF1-EC2548C58722}" srcOrd="0" destOrd="0" presId="urn:microsoft.com/office/officeart/2018/2/layout/IconVerticalSolidList"/>
    <dgm:cxn modelId="{9EC97CB6-FB4F-450B-BFDA-B80EC1AAD0D4}" type="presParOf" srcId="{D9DECCBC-62AA-4731-BEEF-BDA30688F6C0}" destId="{D52D9AB9-83CF-41D0-8B28-38F98D7E13CE}" srcOrd="0" destOrd="0" presId="urn:microsoft.com/office/officeart/2018/2/layout/IconVerticalSolidList"/>
    <dgm:cxn modelId="{28704D1A-823B-439B-8BD2-F17813835393}" type="presParOf" srcId="{D52D9AB9-83CF-41D0-8B28-38F98D7E13CE}" destId="{671CAACC-123F-4888-9D79-C0A1E9FC1FF9}" srcOrd="0" destOrd="0" presId="urn:microsoft.com/office/officeart/2018/2/layout/IconVerticalSolidList"/>
    <dgm:cxn modelId="{FDE5DD13-53A5-466C-83E5-2F3238A28783}" type="presParOf" srcId="{D52D9AB9-83CF-41D0-8B28-38F98D7E13CE}" destId="{968DEE82-D73B-4F24-86F9-71C68D420015}" srcOrd="1" destOrd="0" presId="urn:microsoft.com/office/officeart/2018/2/layout/IconVerticalSolidList"/>
    <dgm:cxn modelId="{601A1776-4AA6-4302-BD51-96713D78A9AB}" type="presParOf" srcId="{D52D9AB9-83CF-41D0-8B28-38F98D7E13CE}" destId="{DE822B66-4942-47C9-9F6C-D086ADFE4F97}" srcOrd="2" destOrd="0" presId="urn:microsoft.com/office/officeart/2018/2/layout/IconVerticalSolidList"/>
    <dgm:cxn modelId="{62CDEAC1-3972-46EE-A070-3DD6560100CE}" type="presParOf" srcId="{D52D9AB9-83CF-41D0-8B28-38F98D7E13CE}" destId="{469EC93C-1AF7-4407-ADF1-EC2548C58722}" srcOrd="3" destOrd="0" presId="urn:microsoft.com/office/officeart/2018/2/layout/IconVerticalSolidList"/>
    <dgm:cxn modelId="{D97D457B-7784-43F8-B115-E2F450ACF5CD}" type="presParOf" srcId="{D9DECCBC-62AA-4731-BEEF-BDA30688F6C0}" destId="{B6B71E9D-EB7A-4E9E-A21E-82D7F2FE2EFF}" srcOrd="1" destOrd="0" presId="urn:microsoft.com/office/officeart/2018/2/layout/IconVerticalSolidList"/>
    <dgm:cxn modelId="{6EF6B993-7A2C-460F-92AD-C29F0C540BA1}" type="presParOf" srcId="{D9DECCBC-62AA-4731-BEEF-BDA30688F6C0}" destId="{9EDB29EB-F3D5-4D72-B6B9-12E7F12E0C5F}" srcOrd="2" destOrd="0" presId="urn:microsoft.com/office/officeart/2018/2/layout/IconVerticalSolidList"/>
    <dgm:cxn modelId="{89E9D1C4-C45F-4CF7-A693-F8992D57ADC4}" type="presParOf" srcId="{9EDB29EB-F3D5-4D72-B6B9-12E7F12E0C5F}" destId="{8CD475DA-5DFB-4BF1-858C-594022ABDBF9}" srcOrd="0" destOrd="0" presId="urn:microsoft.com/office/officeart/2018/2/layout/IconVerticalSolidList"/>
    <dgm:cxn modelId="{5011FB28-FF16-4254-9800-ABE4A351ACBD}" type="presParOf" srcId="{9EDB29EB-F3D5-4D72-B6B9-12E7F12E0C5F}" destId="{C85FAE43-0CB9-4FBB-A028-6DB6C0E3E034}" srcOrd="1" destOrd="0" presId="urn:microsoft.com/office/officeart/2018/2/layout/IconVerticalSolidList"/>
    <dgm:cxn modelId="{D085AE7B-A123-485B-828A-25E2AFD491B5}" type="presParOf" srcId="{9EDB29EB-F3D5-4D72-B6B9-12E7F12E0C5F}" destId="{C66971A6-BB07-4133-A1F3-28E75E1CA190}" srcOrd="2" destOrd="0" presId="urn:microsoft.com/office/officeart/2018/2/layout/IconVerticalSolidList"/>
    <dgm:cxn modelId="{1AF2A6B3-E2F6-45A4-92EB-E5AC9A5884D2}" type="presParOf" srcId="{9EDB29EB-F3D5-4D72-B6B9-12E7F12E0C5F}" destId="{1931483C-EEF7-49AD-B1C2-F707BA6A9D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74EA44-7632-46AE-BFC3-A3F4BB444A30}">
      <dsp:nvSpPr>
        <dsp:cNvPr id="0" name=""/>
        <dsp:cNvSpPr/>
      </dsp:nvSpPr>
      <dsp:spPr>
        <a:xfrm>
          <a:off x="0" y="613863"/>
          <a:ext cx="8915400" cy="11332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EA8CB-CF73-47A2-8A13-3FC408919488}">
      <dsp:nvSpPr>
        <dsp:cNvPr id="0" name=""/>
        <dsp:cNvSpPr/>
      </dsp:nvSpPr>
      <dsp:spPr>
        <a:xfrm>
          <a:off x="342819" y="868853"/>
          <a:ext cx="623307" cy="6233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1D510-6D7E-4E11-89B5-C82CFB7FB5E4}">
      <dsp:nvSpPr>
        <dsp:cNvPr id="0" name=""/>
        <dsp:cNvSpPr/>
      </dsp:nvSpPr>
      <dsp:spPr>
        <a:xfrm>
          <a:off x="1308946" y="613863"/>
          <a:ext cx="7606453" cy="113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39" tIns="119939" rIns="119939" bIns="11993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Opgaver: 1-2</a:t>
          </a:r>
          <a:endParaRPr lang="en-US" sz="2500" kern="1200"/>
        </a:p>
      </dsp:txBody>
      <dsp:txXfrm>
        <a:off x="1308946" y="613863"/>
        <a:ext cx="7606453" cy="1133286"/>
      </dsp:txXfrm>
    </dsp:sp>
    <dsp:sp modelId="{908F58A9-2C90-4F94-B85B-89D75355F3CE}">
      <dsp:nvSpPr>
        <dsp:cNvPr id="0" name=""/>
        <dsp:cNvSpPr/>
      </dsp:nvSpPr>
      <dsp:spPr>
        <a:xfrm>
          <a:off x="0" y="2030471"/>
          <a:ext cx="8915400" cy="11332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90AF7-11C7-40BD-BADA-BBD8A72C6377}">
      <dsp:nvSpPr>
        <dsp:cNvPr id="0" name=""/>
        <dsp:cNvSpPr/>
      </dsp:nvSpPr>
      <dsp:spPr>
        <a:xfrm>
          <a:off x="342819" y="2285461"/>
          <a:ext cx="623307" cy="6233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216AC-D86D-40DC-B602-050759BC4AB2}">
      <dsp:nvSpPr>
        <dsp:cNvPr id="0" name=""/>
        <dsp:cNvSpPr/>
      </dsp:nvSpPr>
      <dsp:spPr>
        <a:xfrm>
          <a:off x="1308946" y="2030471"/>
          <a:ext cx="7606453" cy="113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39" tIns="119939" rIns="119939" bIns="11993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10 min.</a:t>
          </a:r>
          <a:endParaRPr lang="en-US" sz="2500" kern="1200"/>
        </a:p>
      </dsp:txBody>
      <dsp:txXfrm>
        <a:off x="1308946" y="2030471"/>
        <a:ext cx="7606453" cy="11332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471571-C73D-4A7F-91A7-B1959CF35CC8}">
      <dsp:nvSpPr>
        <dsp:cNvPr id="0" name=""/>
        <dsp:cNvSpPr/>
      </dsp:nvSpPr>
      <dsp:spPr>
        <a:xfrm>
          <a:off x="0" y="855526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E508F-5E5B-4D04-8046-49895E398022}">
      <dsp:nvSpPr>
        <dsp:cNvPr id="0" name=""/>
        <dsp:cNvSpPr/>
      </dsp:nvSpPr>
      <dsp:spPr>
        <a:xfrm>
          <a:off x="477778" y="1210899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D1341-71A0-469D-AA22-A2E17E593DAC}">
      <dsp:nvSpPr>
        <dsp:cNvPr id="0" name=""/>
        <dsp:cNvSpPr/>
      </dsp:nvSpPr>
      <dsp:spPr>
        <a:xfrm>
          <a:off x="1824245" y="855526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Opgaver: 3-5</a:t>
          </a:r>
          <a:endParaRPr lang="en-US" sz="2500" kern="1200"/>
        </a:p>
      </dsp:txBody>
      <dsp:txXfrm>
        <a:off x="1824245" y="855526"/>
        <a:ext cx="5007966" cy="1579433"/>
      </dsp:txXfrm>
    </dsp:sp>
    <dsp:sp modelId="{ED473B28-8E18-4B33-8A1A-63287E72EDB4}">
      <dsp:nvSpPr>
        <dsp:cNvPr id="0" name=""/>
        <dsp:cNvSpPr/>
      </dsp:nvSpPr>
      <dsp:spPr>
        <a:xfrm>
          <a:off x="0" y="2829818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F61499-7151-4FB9-BA99-E82CF50A27BA}">
      <dsp:nvSpPr>
        <dsp:cNvPr id="0" name=""/>
        <dsp:cNvSpPr/>
      </dsp:nvSpPr>
      <dsp:spPr>
        <a:xfrm>
          <a:off x="477778" y="3185191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F10C5-5DF9-4318-82F5-289C302DFD3A}">
      <dsp:nvSpPr>
        <dsp:cNvPr id="0" name=""/>
        <dsp:cNvSpPr/>
      </dsp:nvSpPr>
      <dsp:spPr>
        <a:xfrm>
          <a:off x="1824245" y="2829818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20 min.</a:t>
          </a:r>
          <a:endParaRPr lang="en-US" sz="2500" kern="1200"/>
        </a:p>
      </dsp:txBody>
      <dsp:txXfrm>
        <a:off x="1824245" y="2829818"/>
        <a:ext cx="5007966" cy="15794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BEBCC0-905C-4121-9DE8-9CBDF110674E}">
      <dsp:nvSpPr>
        <dsp:cNvPr id="0" name=""/>
        <dsp:cNvSpPr/>
      </dsp:nvSpPr>
      <dsp:spPr>
        <a:xfrm>
          <a:off x="0" y="855526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FE0D54-560E-4936-BF71-32D72DEDC430}">
      <dsp:nvSpPr>
        <dsp:cNvPr id="0" name=""/>
        <dsp:cNvSpPr/>
      </dsp:nvSpPr>
      <dsp:spPr>
        <a:xfrm>
          <a:off x="477778" y="1210899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B9B24-6AA0-4138-A5EF-AEF0E181328B}">
      <dsp:nvSpPr>
        <dsp:cNvPr id="0" name=""/>
        <dsp:cNvSpPr/>
      </dsp:nvSpPr>
      <dsp:spPr>
        <a:xfrm>
          <a:off x="1824245" y="855526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6-7</a:t>
          </a:r>
          <a:endParaRPr lang="en-US" sz="2500" kern="1200" dirty="0"/>
        </a:p>
      </dsp:txBody>
      <dsp:txXfrm>
        <a:off x="1824245" y="855526"/>
        <a:ext cx="5007966" cy="1579433"/>
      </dsp:txXfrm>
    </dsp:sp>
    <dsp:sp modelId="{EA951825-7FE2-4954-8CE4-FC3D1CD8AC9E}">
      <dsp:nvSpPr>
        <dsp:cNvPr id="0" name=""/>
        <dsp:cNvSpPr/>
      </dsp:nvSpPr>
      <dsp:spPr>
        <a:xfrm>
          <a:off x="0" y="2829818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8E7F9E-9132-41DF-9ED6-E7964BD2EC94}">
      <dsp:nvSpPr>
        <dsp:cNvPr id="0" name=""/>
        <dsp:cNvSpPr/>
      </dsp:nvSpPr>
      <dsp:spPr>
        <a:xfrm>
          <a:off x="477778" y="3185191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BBDE3-5926-42A8-98D8-76452E31F25F}">
      <dsp:nvSpPr>
        <dsp:cNvPr id="0" name=""/>
        <dsp:cNvSpPr/>
      </dsp:nvSpPr>
      <dsp:spPr>
        <a:xfrm>
          <a:off x="1824245" y="2829818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20 min.</a:t>
          </a:r>
          <a:endParaRPr lang="en-US" sz="2500" kern="1200" dirty="0"/>
        </a:p>
      </dsp:txBody>
      <dsp:txXfrm>
        <a:off x="1824245" y="2829818"/>
        <a:ext cx="5007966" cy="15794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81A2E-E3EB-4F05-9D93-DB2CE2B5E60E}">
      <dsp:nvSpPr>
        <dsp:cNvPr id="0" name=""/>
        <dsp:cNvSpPr/>
      </dsp:nvSpPr>
      <dsp:spPr>
        <a:xfrm>
          <a:off x="0" y="855526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7E83E-8F4E-46F9-B153-62EB458D6110}">
      <dsp:nvSpPr>
        <dsp:cNvPr id="0" name=""/>
        <dsp:cNvSpPr/>
      </dsp:nvSpPr>
      <dsp:spPr>
        <a:xfrm>
          <a:off x="477778" y="1210899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E4DED-3485-419F-8AE3-52AD3A2C6650}">
      <dsp:nvSpPr>
        <dsp:cNvPr id="0" name=""/>
        <dsp:cNvSpPr/>
      </dsp:nvSpPr>
      <dsp:spPr>
        <a:xfrm>
          <a:off x="1824245" y="855526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8-9 </a:t>
          </a:r>
          <a:endParaRPr lang="en-US" sz="2500" kern="1200" dirty="0"/>
        </a:p>
      </dsp:txBody>
      <dsp:txXfrm>
        <a:off x="1824245" y="855526"/>
        <a:ext cx="5007966" cy="1579433"/>
      </dsp:txXfrm>
    </dsp:sp>
    <dsp:sp modelId="{D2A98188-1700-40C4-B1BB-C78EC60D45DA}">
      <dsp:nvSpPr>
        <dsp:cNvPr id="0" name=""/>
        <dsp:cNvSpPr/>
      </dsp:nvSpPr>
      <dsp:spPr>
        <a:xfrm>
          <a:off x="0" y="2829818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6DABB-E40D-46DC-BF88-B684A53FDFD5}">
      <dsp:nvSpPr>
        <dsp:cNvPr id="0" name=""/>
        <dsp:cNvSpPr/>
      </dsp:nvSpPr>
      <dsp:spPr>
        <a:xfrm>
          <a:off x="477778" y="3185191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42EDE-026C-4359-BB96-3C8CDFAB814E}">
      <dsp:nvSpPr>
        <dsp:cNvPr id="0" name=""/>
        <dsp:cNvSpPr/>
      </dsp:nvSpPr>
      <dsp:spPr>
        <a:xfrm>
          <a:off x="1824245" y="2829818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20 min.</a:t>
          </a:r>
          <a:endParaRPr lang="en-US" sz="2500" kern="1200" dirty="0"/>
        </a:p>
      </dsp:txBody>
      <dsp:txXfrm>
        <a:off x="1824245" y="2829818"/>
        <a:ext cx="5007966" cy="15794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36C26-14BB-49BC-8BBE-9E166B88889F}">
      <dsp:nvSpPr>
        <dsp:cNvPr id="0" name=""/>
        <dsp:cNvSpPr/>
      </dsp:nvSpPr>
      <dsp:spPr>
        <a:xfrm>
          <a:off x="0" y="855526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59EBA9-8F1D-42DB-9F97-29C9EE042273}">
      <dsp:nvSpPr>
        <dsp:cNvPr id="0" name=""/>
        <dsp:cNvSpPr/>
      </dsp:nvSpPr>
      <dsp:spPr>
        <a:xfrm>
          <a:off x="477778" y="1210899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9DF0E-E33E-4056-BB12-18471C759329}">
      <dsp:nvSpPr>
        <dsp:cNvPr id="0" name=""/>
        <dsp:cNvSpPr/>
      </dsp:nvSpPr>
      <dsp:spPr>
        <a:xfrm>
          <a:off x="1824245" y="855526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Opgaver: 10</a:t>
          </a:r>
          <a:endParaRPr lang="en-US" sz="2500" kern="1200"/>
        </a:p>
      </dsp:txBody>
      <dsp:txXfrm>
        <a:off x="1824245" y="855526"/>
        <a:ext cx="5007966" cy="1579433"/>
      </dsp:txXfrm>
    </dsp:sp>
    <dsp:sp modelId="{5891C1E7-5B61-45E1-8E13-2D889521ACB2}">
      <dsp:nvSpPr>
        <dsp:cNvPr id="0" name=""/>
        <dsp:cNvSpPr/>
      </dsp:nvSpPr>
      <dsp:spPr>
        <a:xfrm>
          <a:off x="0" y="2829818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A4FCA0-56B7-4F0E-B5D2-48F1C35648F1}">
      <dsp:nvSpPr>
        <dsp:cNvPr id="0" name=""/>
        <dsp:cNvSpPr/>
      </dsp:nvSpPr>
      <dsp:spPr>
        <a:xfrm>
          <a:off x="477778" y="3185191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79115-0D67-4E81-9D33-920D001B5EA7}">
      <dsp:nvSpPr>
        <dsp:cNvPr id="0" name=""/>
        <dsp:cNvSpPr/>
      </dsp:nvSpPr>
      <dsp:spPr>
        <a:xfrm>
          <a:off x="1824245" y="2829818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20 min.</a:t>
          </a:r>
          <a:endParaRPr lang="en-US" sz="2500" kern="1200"/>
        </a:p>
      </dsp:txBody>
      <dsp:txXfrm>
        <a:off x="1824245" y="2829818"/>
        <a:ext cx="5007966" cy="15794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CDA72-4E7A-447D-8AD5-A982FFCBC424}">
      <dsp:nvSpPr>
        <dsp:cNvPr id="0" name=""/>
        <dsp:cNvSpPr/>
      </dsp:nvSpPr>
      <dsp:spPr>
        <a:xfrm>
          <a:off x="0" y="855526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645250-329B-4B45-8751-9A596FD1DCB5}">
      <dsp:nvSpPr>
        <dsp:cNvPr id="0" name=""/>
        <dsp:cNvSpPr/>
      </dsp:nvSpPr>
      <dsp:spPr>
        <a:xfrm>
          <a:off x="477778" y="1210899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A5E09-32BA-46A5-9A56-5575DFF3971B}">
      <dsp:nvSpPr>
        <dsp:cNvPr id="0" name=""/>
        <dsp:cNvSpPr/>
      </dsp:nvSpPr>
      <dsp:spPr>
        <a:xfrm>
          <a:off x="1824245" y="855526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Opgaver: 11</a:t>
          </a:r>
          <a:endParaRPr lang="en-US" sz="2500" kern="1200"/>
        </a:p>
      </dsp:txBody>
      <dsp:txXfrm>
        <a:off x="1824245" y="855526"/>
        <a:ext cx="5007966" cy="1579433"/>
      </dsp:txXfrm>
    </dsp:sp>
    <dsp:sp modelId="{F44FB96B-295A-4A17-91A0-D1A8A65D5CF7}">
      <dsp:nvSpPr>
        <dsp:cNvPr id="0" name=""/>
        <dsp:cNvSpPr/>
      </dsp:nvSpPr>
      <dsp:spPr>
        <a:xfrm>
          <a:off x="0" y="2829818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D9E322-AAD3-4659-A981-5055C06FF7AF}">
      <dsp:nvSpPr>
        <dsp:cNvPr id="0" name=""/>
        <dsp:cNvSpPr/>
      </dsp:nvSpPr>
      <dsp:spPr>
        <a:xfrm>
          <a:off x="477778" y="3185191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184A2-EE99-472E-85B0-AA2E234B7073}">
      <dsp:nvSpPr>
        <dsp:cNvPr id="0" name=""/>
        <dsp:cNvSpPr/>
      </dsp:nvSpPr>
      <dsp:spPr>
        <a:xfrm>
          <a:off x="1824245" y="2829818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15 min.</a:t>
          </a:r>
          <a:endParaRPr lang="en-US" sz="2500" kern="1200"/>
        </a:p>
      </dsp:txBody>
      <dsp:txXfrm>
        <a:off x="1824245" y="2829818"/>
        <a:ext cx="5007966" cy="15794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06046-0D1F-43C6-9309-1A69CC4EB883}">
      <dsp:nvSpPr>
        <dsp:cNvPr id="0" name=""/>
        <dsp:cNvSpPr/>
      </dsp:nvSpPr>
      <dsp:spPr>
        <a:xfrm>
          <a:off x="0" y="855526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B8B3E-CE22-43F4-9612-1E08C86DC89B}">
      <dsp:nvSpPr>
        <dsp:cNvPr id="0" name=""/>
        <dsp:cNvSpPr/>
      </dsp:nvSpPr>
      <dsp:spPr>
        <a:xfrm>
          <a:off x="477778" y="1210899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051C6-9260-4386-824E-52F7C5CDFC0C}">
      <dsp:nvSpPr>
        <dsp:cNvPr id="0" name=""/>
        <dsp:cNvSpPr/>
      </dsp:nvSpPr>
      <dsp:spPr>
        <a:xfrm>
          <a:off x="1824245" y="855526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12-13</a:t>
          </a:r>
          <a:endParaRPr lang="en-US" sz="2500" kern="1200" dirty="0"/>
        </a:p>
      </dsp:txBody>
      <dsp:txXfrm>
        <a:off x="1824245" y="855526"/>
        <a:ext cx="5007966" cy="1579433"/>
      </dsp:txXfrm>
    </dsp:sp>
    <dsp:sp modelId="{D18D4B0B-6B81-4499-91AF-3A5B20A24E0A}">
      <dsp:nvSpPr>
        <dsp:cNvPr id="0" name=""/>
        <dsp:cNvSpPr/>
      </dsp:nvSpPr>
      <dsp:spPr>
        <a:xfrm>
          <a:off x="0" y="2829818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B6B067-31F1-4285-925C-007FCC0DA9E3}">
      <dsp:nvSpPr>
        <dsp:cNvPr id="0" name=""/>
        <dsp:cNvSpPr/>
      </dsp:nvSpPr>
      <dsp:spPr>
        <a:xfrm>
          <a:off x="477778" y="3185191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13BAC-FC7F-45FB-AECE-FAC9E2A89F52}">
      <dsp:nvSpPr>
        <dsp:cNvPr id="0" name=""/>
        <dsp:cNvSpPr/>
      </dsp:nvSpPr>
      <dsp:spPr>
        <a:xfrm>
          <a:off x="1824245" y="2829818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20 min.</a:t>
          </a:r>
          <a:endParaRPr lang="en-US" sz="2500" kern="1200" dirty="0"/>
        </a:p>
      </dsp:txBody>
      <dsp:txXfrm>
        <a:off x="1824245" y="2829818"/>
        <a:ext cx="5007966" cy="157943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CAACC-123F-4888-9D79-C0A1E9FC1FF9}">
      <dsp:nvSpPr>
        <dsp:cNvPr id="0" name=""/>
        <dsp:cNvSpPr/>
      </dsp:nvSpPr>
      <dsp:spPr>
        <a:xfrm>
          <a:off x="0" y="855526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8DEE82-D73B-4F24-86F9-71C68D420015}">
      <dsp:nvSpPr>
        <dsp:cNvPr id="0" name=""/>
        <dsp:cNvSpPr/>
      </dsp:nvSpPr>
      <dsp:spPr>
        <a:xfrm>
          <a:off x="477778" y="1210899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EC93C-1AF7-4407-ADF1-EC2548C58722}">
      <dsp:nvSpPr>
        <dsp:cNvPr id="0" name=""/>
        <dsp:cNvSpPr/>
      </dsp:nvSpPr>
      <dsp:spPr>
        <a:xfrm>
          <a:off x="1824245" y="855526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14</a:t>
          </a:r>
          <a:endParaRPr lang="en-US" sz="2500" kern="1200" dirty="0"/>
        </a:p>
      </dsp:txBody>
      <dsp:txXfrm>
        <a:off x="1824245" y="855526"/>
        <a:ext cx="5007966" cy="1579433"/>
      </dsp:txXfrm>
    </dsp:sp>
    <dsp:sp modelId="{8CD475DA-5DFB-4BF1-858C-594022ABDBF9}">
      <dsp:nvSpPr>
        <dsp:cNvPr id="0" name=""/>
        <dsp:cNvSpPr/>
      </dsp:nvSpPr>
      <dsp:spPr>
        <a:xfrm>
          <a:off x="0" y="2829818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5FAE43-0CB9-4FBB-A028-6DB6C0E3E034}">
      <dsp:nvSpPr>
        <dsp:cNvPr id="0" name=""/>
        <dsp:cNvSpPr/>
      </dsp:nvSpPr>
      <dsp:spPr>
        <a:xfrm>
          <a:off x="477778" y="3185191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31483C-EEF7-49AD-B1C2-F707BA6A9D47}">
      <dsp:nvSpPr>
        <dsp:cNvPr id="0" name=""/>
        <dsp:cNvSpPr/>
      </dsp:nvSpPr>
      <dsp:spPr>
        <a:xfrm>
          <a:off x="1824245" y="2829818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15 min.</a:t>
          </a:r>
          <a:endParaRPr lang="en-US" sz="2500" kern="1200" dirty="0"/>
        </a:p>
      </dsp:txBody>
      <dsp:txXfrm>
        <a:off x="1824245" y="2829818"/>
        <a:ext cx="5007966" cy="1579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B7EDC-BD4F-4F4E-A0B0-79B8BC5B6C8B}" type="datetimeFigureOut">
              <a:rPr lang="da-DK" smtClean="0"/>
              <a:t>02-10-2026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D95CF-996F-48E8-9B9E-9CE2F64FC8F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773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E6D2-4942-4F6B-8A72-1D9A940839BF}" type="datetime1">
              <a:rPr lang="da-DK" smtClean="0"/>
              <a:t>02-10-2026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380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513CD-72B6-4A0A-AA20-66DD1F10F366}" type="datetime1">
              <a:rPr lang="da-DK" smtClean="0"/>
              <a:t>02-10-2026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896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38CC-E57C-4EAB-93CD-5B1D21E3F9BF}" type="datetime1">
              <a:rPr lang="da-DK" smtClean="0"/>
              <a:t>02-10-2026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4169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09D82-8918-4473-9FAE-29E7DF699A17}" type="datetime1">
              <a:rPr lang="da-DK" smtClean="0"/>
              <a:t>02-10-2026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7383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8941-9AE6-4D50-A64A-9361FAA33FCD}" type="datetime1">
              <a:rPr lang="da-DK" smtClean="0"/>
              <a:t>02-10-2026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3586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9EAFA-5E12-4152-BDEF-EB2ADC586ACC}" type="datetime1">
              <a:rPr lang="da-DK" smtClean="0"/>
              <a:t>02-10-2026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067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68B8-D511-4F6B-8D04-476FF15C0A6F}" type="datetime1">
              <a:rPr lang="da-DK" smtClean="0"/>
              <a:t>02-10-2026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054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DD7-E1F6-48DE-BAEF-A92C68422AD4}" type="datetime1">
              <a:rPr lang="da-DK" smtClean="0"/>
              <a:t>02-10-2026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5006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C12AD-2C50-42B7-80DC-B8482D570036}" type="datetime1">
              <a:rPr lang="da-DK" smtClean="0"/>
              <a:t>02-10-2026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921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DB2A-ACA2-4435-9014-26B70DD082D0}" type="datetime1">
              <a:rPr lang="da-DK" smtClean="0"/>
              <a:t>02-10-2026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0198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9826-A199-4C09-BA32-6ECDE6F42041}" type="datetime1">
              <a:rPr lang="da-DK" smtClean="0"/>
              <a:t>02-10-2026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3116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97CB-C601-4A8B-B64D-2DF44D79A10B}" type="datetime1">
              <a:rPr lang="da-DK" smtClean="0"/>
              <a:t>02-10-2026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7066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A0F9-0B53-4C1B-9DAE-9F0CC4D86E97}" type="datetime1">
              <a:rPr lang="da-DK" smtClean="0"/>
              <a:t>02-10-2026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764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2808-8387-48B6-A13E-66EFFE3B5EAD}" type="datetime1">
              <a:rPr lang="da-DK" smtClean="0"/>
              <a:t>02-10-2026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0306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B94C-700B-4693-A247-989618FBAE95}" type="datetime1">
              <a:rPr lang="da-DK" smtClean="0"/>
              <a:t>02-10-2026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75792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14BD-433C-49B5-9250-33B84ED7AE80}" type="datetime1">
              <a:rPr lang="da-DK" smtClean="0"/>
              <a:t>02-10-2026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212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95ADA-AFEE-4B57-9B29-96875CDBD909}" type="datetime1">
              <a:rPr lang="da-DK" smtClean="0"/>
              <a:t>02-10-2026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E9A5AF5-983B-4B54-8E45-BE3BDDF5136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724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72B7F1-D750-4682-A430-44E3E67424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Organisk kemi 2: Alkoholer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B321819-AF21-432A-829D-C19D890BC7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Kemi C for HF – Kapitel 13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A2C4C1B-5105-4136-9082-FD9943D03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0700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07DC3-FAC1-46AC-82E1-F71317D3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Alkoholer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6A09198-3516-4807-9EF0-574EF844C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dagligdagen kender vi alkohol som det stof der findes i vin, øl og spiritus</a:t>
            </a:r>
          </a:p>
          <a:p>
            <a:r>
              <a:rPr lang="da-DK" dirty="0"/>
              <a:t>Vi bruger også navnet sprit</a:t>
            </a:r>
          </a:p>
          <a:p>
            <a:r>
              <a:rPr lang="da-DK" dirty="0"/>
              <a:t>Dette stof hedder </a:t>
            </a:r>
            <a:r>
              <a:rPr lang="da-DK" dirty="0" err="1"/>
              <a:t>ethanol</a:t>
            </a:r>
            <a:r>
              <a:rPr lang="da-DK" dirty="0"/>
              <a:t> i kemi</a:t>
            </a:r>
          </a:p>
          <a:p>
            <a:r>
              <a:rPr lang="da-DK" dirty="0"/>
              <a:t>Alkohol er i kemi en hel familie af stoffer</a:t>
            </a:r>
          </a:p>
          <a:p>
            <a:r>
              <a:rPr lang="da-DK" dirty="0"/>
              <a:t>Ordet alkohol har altså en bredere betydning i kemi end i dagligdagen</a:t>
            </a:r>
          </a:p>
          <a:p>
            <a:r>
              <a:rPr lang="da-DK" dirty="0" err="1"/>
              <a:t>Ethanol</a:t>
            </a:r>
            <a:r>
              <a:rPr lang="da-DK" dirty="0"/>
              <a:t> er én alkohol ud af mange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D8FF453-F29F-4361-82E9-8B379C54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3819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EE3A9C-CD87-4712-BB0E-D75A92A9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Alkoholers struktur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6D3258A-8796-40D2-B0E4-5ED0CF735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Alkoholer er definerede som organiske stoffer der indeholder gruppen –O-H</a:t>
            </a:r>
          </a:p>
          <a:p>
            <a:r>
              <a:rPr lang="da-DK" dirty="0"/>
              <a:t>Denne gruppe (der oftest skrives –OH) kaldes for </a:t>
            </a:r>
            <a:r>
              <a:rPr lang="da-DK" dirty="0" err="1"/>
              <a:t>hydroxy</a:t>
            </a:r>
            <a:endParaRPr lang="da-DK" dirty="0"/>
          </a:p>
          <a:p>
            <a:r>
              <a:rPr lang="da-DK" dirty="0"/>
              <a:t>Det simplest mulige alkohol er </a:t>
            </a:r>
            <a:r>
              <a:rPr lang="da-DK" dirty="0" err="1"/>
              <a:t>methanol</a:t>
            </a:r>
            <a:r>
              <a:rPr lang="da-DK" dirty="0"/>
              <a:t>, se figuren</a:t>
            </a:r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EBA7B705-EDEE-4FEB-A67F-9ECBF01771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563451"/>
              </p:ext>
            </p:extLst>
          </p:nvPr>
        </p:nvGraphicFramePr>
        <p:xfrm>
          <a:off x="3992880" y="3821112"/>
          <a:ext cx="4765039" cy="262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1108440" imgH="634320" progId="ACD.ChemSketch.20">
                  <p:embed/>
                </p:oleObj>
              </mc:Choice>
              <mc:Fallback>
                <p:oleObj name="ChemSketch" r:id="rId2" imgW="1108440" imgH="634320" progId="ACD.ChemSketch.20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EBA7B705-EDEE-4FEB-A67F-9ECBF0177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92880" y="3821112"/>
                        <a:ext cx="4765039" cy="2620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5ED3D9C-BF51-4470-960D-25F3F9E7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9793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82F5A-1B58-3D1C-E7A5-78E76BD97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EF8AC9AD-FD48-3F9D-4820-B66FE7BA74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CA45B91-14AE-D2E7-7822-621ECBD3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8468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F7204-B391-455F-A63F-A6C23B54D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Alkoholers navne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6BA10E9-5B0B-4344-BC4C-F591581F4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Alkoholers navne er dannede ud fra navnet på tilsvarende </a:t>
            </a:r>
            <a:r>
              <a:rPr lang="da-DK" dirty="0" err="1"/>
              <a:t>alkan</a:t>
            </a:r>
            <a:endParaRPr lang="da-DK" dirty="0"/>
          </a:p>
          <a:p>
            <a:r>
              <a:rPr lang="da-DK" dirty="0"/>
              <a:t>En alkohols navn ender på -ol</a:t>
            </a:r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C290FC31-DD8D-4A23-81DF-E845319CDD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14556"/>
              </p:ext>
            </p:extLst>
          </p:nvPr>
        </p:nvGraphicFramePr>
        <p:xfrm>
          <a:off x="5392738" y="3122613"/>
          <a:ext cx="6417428" cy="2788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1405800" imgH="611280" progId="ACD.ChemSketch.20">
                  <p:embed/>
                </p:oleObj>
              </mc:Choice>
              <mc:Fallback>
                <p:oleObj name="ChemSketch" r:id="rId2" imgW="1405800" imgH="611280" progId="ACD.ChemSketch.20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C290FC31-DD8D-4A23-81DF-E845319CDD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92738" y="3122613"/>
                        <a:ext cx="6417428" cy="2788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4DD9C51-938E-43DE-92CA-C8B2378C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122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5DAFE-5193-4F0D-8346-02110B15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Hydroxygruppens</a:t>
            </a:r>
            <a:r>
              <a:rPr lang="da-DK" dirty="0"/>
              <a:t> placering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ED45B76-3187-4657-9730-B5EF37245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Når vi kommer til det tredje alkohol, kan </a:t>
            </a:r>
            <a:r>
              <a:rPr lang="da-DK" dirty="0" err="1"/>
              <a:t>hydroxygruppen</a:t>
            </a:r>
            <a:r>
              <a:rPr lang="da-DK" dirty="0"/>
              <a:t> sidde på to forskellige positioner</a:t>
            </a:r>
          </a:p>
          <a:p>
            <a:r>
              <a:rPr lang="da-DK" dirty="0"/>
              <a:t>Dette giver to forskellige alkoholer</a:t>
            </a:r>
          </a:p>
          <a:p>
            <a:r>
              <a:rPr lang="da-DK" dirty="0"/>
              <a:t>I navnet må man med et tal foran –ol angive hvor OH-gruppen sidder</a:t>
            </a:r>
          </a:p>
          <a:p>
            <a:r>
              <a:rPr lang="da-DK" dirty="0"/>
              <a:t>OH-gruppen skal have lavest mulige nummer</a:t>
            </a:r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548A5A16-DA9B-4DE4-A4D8-3B241B1B46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989506"/>
              </p:ext>
            </p:extLst>
          </p:nvPr>
        </p:nvGraphicFramePr>
        <p:xfrm>
          <a:off x="2751415" y="4143375"/>
          <a:ext cx="8287523" cy="1767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2217240" imgH="472680" progId="ACD.ChemSketch.20">
                  <p:embed/>
                </p:oleObj>
              </mc:Choice>
              <mc:Fallback>
                <p:oleObj name="ChemSketch" r:id="rId2" imgW="2217240" imgH="472680" progId="ACD.ChemSketch.20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548A5A16-DA9B-4DE4-A4D8-3B241B1B46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51415" y="4143375"/>
                        <a:ext cx="8287523" cy="1767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FABDC41-7426-4A91-8A8C-E04C1C59A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4445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52C1B0-1274-568A-AAE7-2417A882C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da-DK" sz="3200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DF1C978-3246-340B-3CA6-42616398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518" y="3259287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E9A5AF5-983B-4B54-8E45-BE3BDDF5136C}" type="slidenum">
              <a:rPr lang="da-DK" sz="19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da-DK" sz="1900">
              <a:solidFill>
                <a:srgbClr val="FFFFFF"/>
              </a:solidFill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8E993C30-5254-BBE5-3632-FDC9A3FBDD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1467153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5578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D4388D-1771-4C23-98CF-C1A638944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Flere OH-grupper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EAB702A-CD17-421D-9B71-6FF5FD09E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Hvis der er flere OH-grupper på samme alkohol, skal alle OH-grupperne angives med nummer og antallet af OH-grupper skal angives med de sædvanlige præfikser (di, </a:t>
            </a:r>
            <a:r>
              <a:rPr lang="da-DK" dirty="0" err="1"/>
              <a:t>tri</a:t>
            </a:r>
            <a:r>
              <a:rPr lang="da-DK" dirty="0"/>
              <a:t>, </a:t>
            </a:r>
            <a:r>
              <a:rPr lang="da-DK" dirty="0" err="1"/>
              <a:t>tetra</a:t>
            </a:r>
            <a:r>
              <a:rPr lang="da-DK" dirty="0"/>
              <a:t>, </a:t>
            </a:r>
            <a:r>
              <a:rPr lang="da-DK" dirty="0" err="1"/>
              <a:t>penta</a:t>
            </a:r>
            <a:r>
              <a:rPr lang="da-DK" dirty="0"/>
              <a:t> …)</a:t>
            </a:r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65053271-B2BF-4F30-B4F0-74E489B490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152675"/>
              </p:ext>
            </p:extLst>
          </p:nvPr>
        </p:nvGraphicFramePr>
        <p:xfrm>
          <a:off x="3106738" y="3319463"/>
          <a:ext cx="7765334" cy="162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2224800" imgH="465120" progId="ACD.ChemSketch.20">
                  <p:embed/>
                </p:oleObj>
              </mc:Choice>
              <mc:Fallback>
                <p:oleObj name="ChemSketch" r:id="rId2" imgW="2224800" imgH="465120" progId="ACD.ChemSketch.20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65053271-B2BF-4F30-B4F0-74E489B490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06738" y="3319463"/>
                        <a:ext cx="7765334" cy="1624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D64F2D1-F38C-45DA-8102-9672CF855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7290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54E357-EAD2-4C10-BBB3-52123319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da-DK" sz="3200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D4FE71D-F93C-46CD-BF2F-99C42667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518" y="3259287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E9A5AF5-983B-4B54-8E45-BE3BDDF5136C}" type="slidenum">
              <a:rPr lang="da-DK" sz="19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da-DK" sz="1900">
              <a:solidFill>
                <a:srgbClr val="FFFFFF"/>
              </a:solidFill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F87816D3-CD8A-4D83-827C-CA680D61E1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83001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536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9405FD-D608-4E3D-BB1B-BDF21212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Alkoholer med sidekæder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0AD7139-E8D8-4E93-9CF0-3EEFD382C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Sidekæder angives på samme måde som for </a:t>
            </a:r>
            <a:r>
              <a:rPr lang="da-DK" dirty="0" err="1"/>
              <a:t>alkaner</a:t>
            </a:r>
            <a:endParaRPr lang="da-DK" dirty="0"/>
          </a:p>
          <a:p>
            <a:r>
              <a:rPr lang="da-DK" dirty="0"/>
              <a:t>Det er OH-gruppens (eller gruppernes) placering der afgør hvilken side man skal nummerere fra, OH-gruppen skal have lavest </a:t>
            </a:r>
            <a:r>
              <a:rPr lang="da-DK"/>
              <a:t>muligt nummer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CA79891-DC2D-4D7B-86D4-71499EB5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10</a:t>
            </a:fld>
            <a:endParaRPr lang="da-DK"/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B77ADC48-D60E-43BC-A0D9-82E71DB52D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804974"/>
              </p:ext>
            </p:extLst>
          </p:nvPr>
        </p:nvGraphicFramePr>
        <p:xfrm>
          <a:off x="3046413" y="3690938"/>
          <a:ext cx="4878387" cy="2522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973440" imgH="503640" progId="ACD.ChemSketch.20">
                  <p:embed/>
                </p:oleObj>
              </mc:Choice>
              <mc:Fallback>
                <p:oleObj name="ChemSketch" r:id="rId2" imgW="973440" imgH="503640" progId="ACD.ChemSketch.20">
                  <p:embed/>
                  <p:pic>
                    <p:nvPicPr>
                      <p:cNvPr id="5" name="Objekt 4">
                        <a:extLst>
                          <a:ext uri="{FF2B5EF4-FFF2-40B4-BE49-F238E27FC236}">
                            <a16:creationId xmlns:a16="http://schemas.microsoft.com/office/drawing/2014/main" id="{B77ADC48-D60E-43BC-A0D9-82E71DB52D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46413" y="3690938"/>
                        <a:ext cx="4878387" cy="25227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5562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403E58-218F-482C-B3F9-46BA76830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Alkoholer med sidekæder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4EEE0A6-144E-4621-903B-7591554FC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2627820-4B73-4F77-8ABC-4870E8EF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11</a:t>
            </a:fld>
            <a:endParaRPr lang="da-DK"/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9F09DE84-3E0A-4A0F-9048-2836B51429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047095"/>
              </p:ext>
            </p:extLst>
          </p:nvPr>
        </p:nvGraphicFramePr>
        <p:xfrm>
          <a:off x="4086225" y="2291020"/>
          <a:ext cx="6069949" cy="3433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1413720" imgH="799560" progId="ACD.ChemSketch.20">
                  <p:embed/>
                </p:oleObj>
              </mc:Choice>
              <mc:Fallback>
                <p:oleObj name="ChemSketch" r:id="rId2" imgW="1413720" imgH="799560" progId="ACD.ChemSketch.20">
                  <p:embed/>
                  <p:pic>
                    <p:nvPicPr>
                      <p:cNvPr id="5" name="Objekt 4">
                        <a:extLst>
                          <a:ext uri="{FF2B5EF4-FFF2-40B4-BE49-F238E27FC236}">
                            <a16:creationId xmlns:a16="http://schemas.microsoft.com/office/drawing/2014/main" id="{9F09DE84-3E0A-4A0F-9048-2836B5142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6225" y="2291020"/>
                        <a:ext cx="6069949" cy="3433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8136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502561-6B7A-44A5-A6A0-53697305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da-DK" sz="3200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35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2C49144-4038-4C6B-ABFF-1E8BB0D1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518" y="3259287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E9A5AF5-983B-4B54-8E45-BE3BDDF5136C}" type="slidenum">
              <a:rPr lang="da-DK" sz="19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da-DK" sz="1900">
              <a:solidFill>
                <a:srgbClr val="FFFFFF"/>
              </a:solidFill>
            </a:endParaRPr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Pladsholder til indhold 2">
            <a:extLst>
              <a:ext uri="{FF2B5EF4-FFF2-40B4-BE49-F238E27FC236}">
                <a16:creationId xmlns:a16="http://schemas.microsoft.com/office/drawing/2014/main" id="{3F950186-059C-4A1F-94A1-8E5135D8BC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00253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1799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DE152B-258D-4250-B78F-67823F36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Isomeri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CD225C0-E803-4E5A-BD5B-F25607236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molekylformel er ikke altid entydig</a:t>
            </a:r>
          </a:p>
          <a:p>
            <a:r>
              <a:rPr lang="da-DK" dirty="0"/>
              <a:t>Fra den samme molekylformel kan der tegnes forskellige strukturformler (og dermed stoffer)</a:t>
            </a:r>
          </a:p>
          <a:p>
            <a:r>
              <a:rPr lang="da-DK" dirty="0"/>
              <a:t>Dette begreb kaldes for isomeri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974445E-2C84-48CA-96B5-B72AA9A2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2161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80901-17BB-410B-820C-9C722FB6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Isomeri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F35C902-0E1B-4563-80B3-7CD40FE7F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Ud fra molekylformlen C</a:t>
            </a:r>
            <a:r>
              <a:rPr lang="da-DK" baseline="-25000" dirty="0"/>
              <a:t>3</a:t>
            </a:r>
            <a:r>
              <a:rPr lang="da-DK" dirty="0"/>
              <a:t>H</a:t>
            </a:r>
            <a:r>
              <a:rPr lang="da-DK" baseline="-25000" dirty="0"/>
              <a:t>8</a:t>
            </a:r>
            <a:r>
              <a:rPr lang="da-DK" dirty="0"/>
              <a:t>O kan der tegnes to alkoholer (og faktisk også stoffer der ikke er alkoholer)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AC2E393-F510-46F2-BE4D-658C265D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14</a:t>
            </a:fld>
            <a:endParaRPr lang="da-DK"/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9B403FF2-8C57-46FD-8211-C6404B8592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285861"/>
              </p:ext>
            </p:extLst>
          </p:nvPr>
        </p:nvGraphicFramePr>
        <p:xfrm>
          <a:off x="3848099" y="2852738"/>
          <a:ext cx="7025339" cy="385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1761480" imgH="1149480" progId="ACD.ChemSketch.20">
                  <p:embed/>
                </p:oleObj>
              </mc:Choice>
              <mc:Fallback>
                <p:oleObj name="ChemSketch" r:id="rId2" imgW="1761480" imgH="1149480" progId="ACD.ChemSketch.20">
                  <p:embed/>
                  <p:pic>
                    <p:nvPicPr>
                      <p:cNvPr id="5" name="Objekt 4">
                        <a:extLst>
                          <a:ext uri="{FF2B5EF4-FFF2-40B4-BE49-F238E27FC236}">
                            <a16:creationId xmlns:a16="http://schemas.microsoft.com/office/drawing/2014/main" id="{9B403FF2-8C57-46FD-8211-C6404B8592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48099" y="2852738"/>
                        <a:ext cx="7025339" cy="3852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8032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156CDA-37A2-4258-E905-E05E6C04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da-DK" sz="3200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2487557-BC1F-04B3-42C6-88F5CE270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518" y="3259287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E9A5AF5-983B-4B54-8E45-BE3BDDF5136C}" type="slidenum">
              <a:rPr lang="da-DK" sz="19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da-DK" sz="1900">
              <a:solidFill>
                <a:srgbClr val="FFFFFF"/>
              </a:solidFill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6E2E6374-64C1-CD92-C743-C333CCD52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101452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1202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2076E7-EC04-4BCD-89AB-D4D8550C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Nogle alkoholers anvendelse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5CAC1A5-DAFB-4A2A-9EFD-E26F1BEC1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Methanol</a:t>
            </a:r>
            <a:r>
              <a:rPr lang="da-DK" dirty="0"/>
              <a:t> </a:t>
            </a:r>
          </a:p>
          <a:p>
            <a:pPr lvl="1"/>
            <a:r>
              <a:rPr lang="da-DK" dirty="0"/>
              <a:t>bruges til opløsningsmiddel i den kemiske industri og som brændstof til speedwaymotorcykler</a:t>
            </a:r>
          </a:p>
          <a:p>
            <a:pPr lvl="1"/>
            <a:r>
              <a:rPr lang="da-DK" dirty="0"/>
              <a:t>Kan fremstilles ud fra træ og drikkes som </a:t>
            </a:r>
            <a:r>
              <a:rPr lang="da-DK" dirty="0" err="1"/>
              <a:t>ethanol</a:t>
            </a:r>
            <a:r>
              <a:rPr lang="da-DK" dirty="0"/>
              <a:t> – men er GIFTIGT!</a:t>
            </a:r>
          </a:p>
          <a:p>
            <a:pPr lvl="1"/>
            <a:r>
              <a:rPr lang="da-DK" dirty="0"/>
              <a:t>Indtagelse kan medføre blindhed og død</a:t>
            </a:r>
          </a:p>
          <a:p>
            <a:r>
              <a:rPr lang="da-DK" dirty="0" err="1"/>
              <a:t>Ethanol</a:t>
            </a:r>
            <a:endParaRPr lang="da-DK" dirty="0"/>
          </a:p>
          <a:p>
            <a:pPr lvl="1"/>
            <a:r>
              <a:rPr lang="da-DK" dirty="0"/>
              <a:t>Det mest kendte alkohol</a:t>
            </a:r>
          </a:p>
          <a:p>
            <a:pPr lvl="1"/>
            <a:r>
              <a:rPr lang="da-DK" dirty="0"/>
              <a:t>Findes i vin, øl og spiritus</a:t>
            </a:r>
          </a:p>
          <a:p>
            <a:pPr lvl="1"/>
            <a:r>
              <a:rPr lang="da-DK" dirty="0"/>
              <a:t>Bruges også som opløsningsmiddel i den kemiske industri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58C9A54-773C-4EEF-ABED-BA59B331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3584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D2EBAD-8447-4A8E-B65C-DF5AB55D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Nogle alkoholers anvendelse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8F5CAB0-C8C8-446C-994C-6DDF92F99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Propan-2-ol</a:t>
            </a:r>
          </a:p>
          <a:p>
            <a:pPr lvl="1"/>
            <a:r>
              <a:rPr lang="da-DK" dirty="0"/>
              <a:t>Bruges som sprinklervæske og </a:t>
            </a:r>
            <a:r>
              <a:rPr lang="da-DK" dirty="0" err="1"/>
              <a:t>kaburatorsprit</a:t>
            </a:r>
            <a:endParaRPr lang="da-DK" dirty="0"/>
          </a:p>
          <a:p>
            <a:r>
              <a:rPr lang="da-DK" dirty="0"/>
              <a:t>Ethan-1,2-diol</a:t>
            </a:r>
          </a:p>
          <a:p>
            <a:pPr lvl="1"/>
            <a:r>
              <a:rPr lang="da-DK" dirty="0"/>
              <a:t>Bruges til kølervæske og plastfremstilling</a:t>
            </a:r>
          </a:p>
          <a:p>
            <a:pPr lvl="1"/>
            <a:r>
              <a:rPr lang="da-DK" dirty="0"/>
              <a:t>Tyktflydende væske</a:t>
            </a:r>
          </a:p>
          <a:p>
            <a:pPr lvl="1"/>
            <a:r>
              <a:rPr lang="da-DK" dirty="0"/>
              <a:t>Kaldes også for glykol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BF92C01-D1FC-494F-8EB3-D9C26383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2273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ECDCBA-5B31-3119-B237-52C894DE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da-DK" sz="3200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12C176B-3109-B139-6CD7-6BA6D56F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518" y="3259287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E9A5AF5-983B-4B54-8E45-BE3BDDF5136C}" type="slidenum">
              <a:rPr lang="da-DK" sz="19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18</a:t>
            </a:fld>
            <a:endParaRPr lang="da-DK" sz="1900">
              <a:solidFill>
                <a:srgbClr val="FFFFFF"/>
              </a:solidFill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D90996D6-A2F3-0E53-5B2A-C69C66930C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780119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9399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100A0-0083-4C1E-A00D-1E4AA8DCE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Alkoholers egenskaber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B330B3B-D429-41C4-8734-B6D6524E8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Alkoholer kan brænde</a:t>
            </a:r>
          </a:p>
          <a:p>
            <a:r>
              <a:rPr lang="da-DK" dirty="0"/>
              <a:t>Pentan-1-ol har strukturformlen CH</a:t>
            </a:r>
            <a:r>
              <a:rPr lang="da-DK" baseline="-25000" dirty="0"/>
              <a:t>3</a:t>
            </a:r>
            <a:r>
              <a:rPr lang="da-DK" dirty="0"/>
              <a:t>CH</a:t>
            </a:r>
            <a:r>
              <a:rPr lang="da-DK" baseline="-25000" dirty="0"/>
              <a:t>2</a:t>
            </a:r>
            <a:r>
              <a:rPr lang="da-DK" dirty="0"/>
              <a:t>CH</a:t>
            </a:r>
            <a:r>
              <a:rPr lang="da-DK" baseline="-25000" dirty="0"/>
              <a:t>2</a:t>
            </a:r>
            <a:r>
              <a:rPr lang="da-DK" dirty="0"/>
              <a:t>CH</a:t>
            </a:r>
            <a:r>
              <a:rPr lang="da-DK" baseline="-25000" dirty="0"/>
              <a:t>2</a:t>
            </a:r>
            <a:r>
              <a:rPr lang="da-DK" dirty="0"/>
              <a:t>CH</a:t>
            </a:r>
            <a:r>
              <a:rPr lang="da-DK" baseline="-25000" dirty="0"/>
              <a:t>2</a:t>
            </a:r>
            <a:r>
              <a:rPr lang="da-DK" dirty="0"/>
              <a:t>OH og molekylformlen C</a:t>
            </a:r>
            <a:r>
              <a:rPr lang="da-DK" baseline="-25000" dirty="0"/>
              <a:t>5</a:t>
            </a:r>
            <a:r>
              <a:rPr lang="da-DK" dirty="0"/>
              <a:t>H</a:t>
            </a:r>
            <a:r>
              <a:rPr lang="da-DK" baseline="-25000" dirty="0"/>
              <a:t>12</a:t>
            </a:r>
            <a:r>
              <a:rPr lang="da-DK" dirty="0"/>
              <a:t>O.</a:t>
            </a:r>
          </a:p>
          <a:p>
            <a:r>
              <a:rPr lang="da-DK" dirty="0"/>
              <a:t>Forbrænding: C</a:t>
            </a:r>
            <a:r>
              <a:rPr lang="da-DK" baseline="-25000" dirty="0"/>
              <a:t>5</a:t>
            </a:r>
            <a:r>
              <a:rPr lang="da-DK" dirty="0"/>
              <a:t>H</a:t>
            </a:r>
            <a:r>
              <a:rPr lang="da-DK" baseline="-25000" dirty="0"/>
              <a:t>12</a:t>
            </a:r>
            <a:r>
              <a:rPr lang="da-DK" dirty="0"/>
              <a:t>O(l) + 7,5O</a:t>
            </a:r>
            <a:r>
              <a:rPr lang="da-DK" baseline="-25000" dirty="0"/>
              <a:t>2</a:t>
            </a:r>
            <a:r>
              <a:rPr lang="da-DK" dirty="0"/>
              <a:t>(g) ⟶ 5CO</a:t>
            </a:r>
            <a:r>
              <a:rPr lang="da-DK" baseline="-25000" dirty="0"/>
              <a:t>2</a:t>
            </a:r>
            <a:r>
              <a:rPr lang="da-DK" dirty="0"/>
              <a:t>(g) + 6H</a:t>
            </a:r>
            <a:r>
              <a:rPr lang="da-DK" baseline="-25000" dirty="0"/>
              <a:t>2</a:t>
            </a:r>
            <a:r>
              <a:rPr lang="da-DK" dirty="0"/>
              <a:t>O(g)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85C825A-63ED-4F3C-8C46-8DBD4F1D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5683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F9FF3-E11B-40C3-8C19-3E9EEC0D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Alkoholers egenskaber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1111923-3A60-4838-945A-6E26D3B6D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Alkoholer indeholder både polære og </a:t>
            </a:r>
            <a:r>
              <a:rPr lang="da-DK" dirty="0" err="1"/>
              <a:t>upolære</a:t>
            </a:r>
            <a:r>
              <a:rPr lang="da-DK" dirty="0"/>
              <a:t> bindinger</a:t>
            </a:r>
          </a:p>
          <a:p>
            <a:r>
              <a:rPr lang="da-DK" dirty="0"/>
              <a:t>EN(C) = 2,5; EN(H) = 2,1;  EN(O) = 3,5</a:t>
            </a:r>
          </a:p>
          <a:p>
            <a:r>
              <a:rPr lang="da-DK" dirty="0"/>
              <a:t>C-H-binding: </a:t>
            </a:r>
            <a:r>
              <a:rPr lang="el-GR" dirty="0"/>
              <a:t>Δ</a:t>
            </a:r>
            <a:r>
              <a:rPr lang="da-DK" dirty="0"/>
              <a:t>EN = 2,5-2,1 = 0,4 &lt; 0,5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upolær</a:t>
            </a:r>
            <a:endParaRPr lang="da-DK" dirty="0">
              <a:sym typeface="Wingdings" panose="05000000000000000000" pitchFamily="2" charset="2"/>
            </a:endParaRPr>
          </a:p>
          <a:p>
            <a:r>
              <a:rPr lang="da-DK" dirty="0">
                <a:sym typeface="Wingdings" panose="05000000000000000000" pitchFamily="2" charset="2"/>
              </a:rPr>
              <a:t>C-O-binding: </a:t>
            </a:r>
            <a:r>
              <a:rPr lang="el-GR" dirty="0"/>
              <a:t>Δ</a:t>
            </a:r>
            <a:r>
              <a:rPr lang="da-DK" dirty="0"/>
              <a:t>EN = 3,5-2,5 = 1,0 &gt; 0,5 </a:t>
            </a:r>
            <a:r>
              <a:rPr lang="da-DK" dirty="0">
                <a:sym typeface="Wingdings" panose="05000000000000000000" pitchFamily="2" charset="2"/>
              </a:rPr>
              <a:t> polær</a:t>
            </a:r>
          </a:p>
          <a:p>
            <a:r>
              <a:rPr lang="da-DK" dirty="0">
                <a:sym typeface="Wingdings" panose="05000000000000000000" pitchFamily="2" charset="2"/>
              </a:rPr>
              <a:t>O-H-binding: </a:t>
            </a:r>
            <a:r>
              <a:rPr lang="el-GR" dirty="0"/>
              <a:t>Δ</a:t>
            </a:r>
            <a:r>
              <a:rPr lang="da-DK" dirty="0"/>
              <a:t>EN = 3,5-2,1 = 1,4 &gt; 0,5 </a:t>
            </a:r>
            <a:r>
              <a:rPr lang="da-DK" dirty="0">
                <a:sym typeface="Wingdings" panose="05000000000000000000" pitchFamily="2" charset="2"/>
              </a:rPr>
              <a:t> polær</a:t>
            </a:r>
          </a:p>
          <a:p>
            <a:r>
              <a:rPr lang="da-DK" dirty="0">
                <a:sym typeface="Wingdings" panose="05000000000000000000" pitchFamily="2" charset="2"/>
              </a:rPr>
              <a:t>Den polære del findes omkring OH-grupperne</a:t>
            </a:r>
          </a:p>
          <a:p>
            <a:r>
              <a:rPr lang="da-DK" dirty="0">
                <a:sym typeface="Wingdings" panose="05000000000000000000" pitchFamily="2" charset="2"/>
              </a:rPr>
              <a:t>Det vil derfor gælde, at des flere OH-grupper der er, des mere opløseligt vil alkoholen være i vand (da vand er polært)</a:t>
            </a:r>
          </a:p>
          <a:p>
            <a:r>
              <a:rPr lang="da-DK" dirty="0">
                <a:sym typeface="Wingdings" panose="05000000000000000000" pitchFamily="2" charset="2"/>
              </a:rPr>
              <a:t>Omvendt: des længere </a:t>
            </a:r>
            <a:r>
              <a:rPr lang="da-DK" dirty="0" err="1">
                <a:sym typeface="Wingdings" panose="05000000000000000000" pitchFamily="2" charset="2"/>
              </a:rPr>
              <a:t>carbonkæden</a:t>
            </a:r>
            <a:r>
              <a:rPr lang="da-DK" dirty="0">
                <a:sym typeface="Wingdings" panose="05000000000000000000" pitchFamily="2" charset="2"/>
              </a:rPr>
              <a:t> er, des lavere er opløseligheden i vand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C5AE29C-9D46-4A72-9E78-02E4B209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8479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ED503E-2841-42D3-A97D-1A86FA46F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Alkoholers egenskaber - opløselighed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FE7249D3-47BC-4441-948A-0E4FB69BA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558" t="39530" r="40106" b="26568"/>
          <a:stretch/>
        </p:blipFill>
        <p:spPr>
          <a:xfrm>
            <a:off x="2442773" y="2163714"/>
            <a:ext cx="9174768" cy="3343005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5D93AF6-E2D1-437D-B1E0-5AC9E6F0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0771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31CB78-7553-4F0B-B933-76D6A3029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da-DK" sz="3200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E0A9D4A-50A7-406C-BC9F-FF19B6AA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518" y="3259287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E9A5AF5-983B-4B54-8E45-BE3BDDF5136C}" type="slidenum">
              <a:rPr lang="da-DK" sz="19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22</a:t>
            </a:fld>
            <a:endParaRPr lang="da-DK" sz="1900">
              <a:solidFill>
                <a:srgbClr val="FFFFFF"/>
              </a:solidFill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B4B0055E-A630-40E5-A3FB-C8CC19D674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9077696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2530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4BC7A-9C2C-43A7-B298-B9BE88A6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Fremstilling af </a:t>
            </a:r>
            <a:r>
              <a:rPr lang="da-DK" dirty="0" err="1"/>
              <a:t>ethanol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3C87C7C-BFFA-4053-8197-24EDF600D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Den bedst kendte alkohol er </a:t>
            </a:r>
            <a:r>
              <a:rPr lang="da-DK" dirty="0" err="1"/>
              <a:t>ethanol</a:t>
            </a:r>
            <a:r>
              <a:rPr lang="da-DK" dirty="0"/>
              <a:t> – der i daglig tale blot hedder alkohol</a:t>
            </a:r>
          </a:p>
          <a:p>
            <a:r>
              <a:rPr lang="da-DK" dirty="0" err="1"/>
              <a:t>Ethanol</a:t>
            </a:r>
            <a:r>
              <a:rPr lang="da-DK" dirty="0"/>
              <a:t> findes i vin, øl og spiritus</a:t>
            </a:r>
          </a:p>
          <a:p>
            <a:r>
              <a:rPr lang="da-DK" dirty="0"/>
              <a:t>Den findes også i husholdningssprit (vinduespudsning)</a:t>
            </a:r>
          </a:p>
          <a:p>
            <a:r>
              <a:rPr lang="da-DK" dirty="0" err="1"/>
              <a:t>Ethanol</a:t>
            </a:r>
            <a:r>
              <a:rPr lang="da-DK" dirty="0"/>
              <a:t> kan fremstilles på flere måder, </a:t>
            </a:r>
            <a:r>
              <a:rPr lang="da-DK" dirty="0" err="1"/>
              <a:t>bla</a:t>
            </a:r>
            <a:r>
              <a:rPr lang="da-DK" dirty="0"/>
              <a:t>. ved </a:t>
            </a:r>
            <a:r>
              <a:rPr lang="da-DK" dirty="0">
                <a:solidFill>
                  <a:srgbClr val="FF0000"/>
                </a:solidFill>
              </a:rPr>
              <a:t>addition </a:t>
            </a:r>
            <a:r>
              <a:rPr lang="da-DK" dirty="0">
                <a:solidFill>
                  <a:schemeClr val="tx1"/>
                </a:solidFill>
              </a:rPr>
              <a:t>og ved </a:t>
            </a:r>
            <a:r>
              <a:rPr lang="da-DK" dirty="0">
                <a:solidFill>
                  <a:srgbClr val="FF0000"/>
                </a:solidFill>
              </a:rPr>
              <a:t>gæring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48575CB-2BD1-4338-9518-D73DAA7C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7747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0FC6-C202-4722-9118-4F673D02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Ethanol</a:t>
            </a:r>
            <a:r>
              <a:rPr lang="da-DK" dirty="0"/>
              <a:t> fremstillet ved addition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6519685-3020-45F8-BD07-92CD95AF6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Ethanol</a:t>
            </a:r>
            <a:r>
              <a:rPr lang="da-DK" dirty="0"/>
              <a:t> til brug i den kemiske </a:t>
            </a:r>
            <a:r>
              <a:rPr lang="da-DK" dirty="0" err="1"/>
              <a:t>industi</a:t>
            </a:r>
            <a:r>
              <a:rPr lang="da-DK" dirty="0"/>
              <a:t> fremstilles ved addition</a:t>
            </a:r>
          </a:p>
          <a:p>
            <a:r>
              <a:rPr lang="da-DK" dirty="0"/>
              <a:t>Ved denne reaktion reagerer gassen </a:t>
            </a:r>
            <a:r>
              <a:rPr lang="da-DK" dirty="0" err="1"/>
              <a:t>ethen</a:t>
            </a:r>
            <a:r>
              <a:rPr lang="da-DK" dirty="0"/>
              <a:t> (findes fx i Nordsøen) med vand på dampform og danner </a:t>
            </a:r>
            <a:r>
              <a:rPr lang="da-DK" dirty="0" err="1"/>
              <a:t>ethanol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7BA264E-AA72-4E61-AB75-86F409A0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24</a:t>
            </a:fld>
            <a:endParaRPr lang="da-DK"/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D0EA4137-FF26-4576-B03C-0E5D2C1E9C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447268"/>
              </p:ext>
            </p:extLst>
          </p:nvPr>
        </p:nvGraphicFramePr>
        <p:xfrm>
          <a:off x="3382963" y="3500124"/>
          <a:ext cx="7762109" cy="1652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2452680" imgH="523080" progId="ACD.ChemSketch.20">
                  <p:embed/>
                </p:oleObj>
              </mc:Choice>
              <mc:Fallback>
                <p:oleObj name="ChemSketch" r:id="rId2" imgW="2452680" imgH="523080" progId="ACD.ChemSketch.20">
                  <p:embed/>
                  <p:pic>
                    <p:nvPicPr>
                      <p:cNvPr id="5" name="Objekt 4">
                        <a:extLst>
                          <a:ext uri="{FF2B5EF4-FFF2-40B4-BE49-F238E27FC236}">
                            <a16:creationId xmlns:a16="http://schemas.microsoft.com/office/drawing/2014/main" id="{D0EA4137-FF26-4576-B03C-0E5D2C1E9C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82963" y="3500124"/>
                        <a:ext cx="7762109" cy="1652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3828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72AFC5-B57F-4924-BA5B-E75D1E94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Ethanol</a:t>
            </a:r>
            <a:r>
              <a:rPr lang="da-DK" dirty="0"/>
              <a:t> fremstillet ved gæring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5F8DED6-2580-4059-92CB-81A9A57A6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Den </a:t>
            </a:r>
            <a:r>
              <a:rPr lang="da-DK" dirty="0" err="1"/>
              <a:t>ethanol</a:t>
            </a:r>
            <a:r>
              <a:rPr lang="da-DK" dirty="0"/>
              <a:t> der findes i øl, vin og spiritus fremstilles ved gæring</a:t>
            </a:r>
          </a:p>
          <a:p>
            <a:r>
              <a:rPr lang="da-DK" dirty="0"/>
              <a:t>Gæring er en proces hvor </a:t>
            </a:r>
            <a:r>
              <a:rPr lang="da-DK" dirty="0" err="1"/>
              <a:t>glycose</a:t>
            </a:r>
            <a:r>
              <a:rPr lang="da-DK" dirty="0"/>
              <a:t> (der findes i planter) omdannes til </a:t>
            </a:r>
            <a:r>
              <a:rPr lang="da-DK" dirty="0" err="1"/>
              <a:t>ethanol</a:t>
            </a:r>
            <a:r>
              <a:rPr lang="da-DK" dirty="0"/>
              <a:t> og carbondioxid</a:t>
            </a:r>
          </a:p>
          <a:p>
            <a:r>
              <a:rPr lang="da-DK" dirty="0"/>
              <a:t>Reaktionsskema: C</a:t>
            </a:r>
            <a:r>
              <a:rPr lang="da-DK" baseline="-25000" dirty="0"/>
              <a:t>6</a:t>
            </a:r>
            <a:r>
              <a:rPr lang="da-DK" dirty="0"/>
              <a:t>H</a:t>
            </a:r>
            <a:r>
              <a:rPr lang="da-DK" baseline="-25000" dirty="0"/>
              <a:t>12</a:t>
            </a:r>
            <a:r>
              <a:rPr lang="da-DK" dirty="0"/>
              <a:t>O</a:t>
            </a:r>
            <a:r>
              <a:rPr lang="da-DK" baseline="-25000" dirty="0"/>
              <a:t>6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</a:t>
            </a:r>
            <a:r>
              <a:rPr lang="da-DK" dirty="0">
                <a:sym typeface="Wingdings" panose="05000000000000000000" pitchFamily="2" charset="2"/>
              </a:rPr>
              <a:t> 2C</a:t>
            </a:r>
            <a:r>
              <a:rPr lang="da-DK" baseline="-25000" dirty="0">
                <a:sym typeface="Wingdings" panose="05000000000000000000" pitchFamily="2" charset="2"/>
              </a:rPr>
              <a:t>2</a:t>
            </a:r>
            <a:r>
              <a:rPr lang="da-DK" dirty="0">
                <a:sym typeface="Wingdings" panose="05000000000000000000" pitchFamily="2" charset="2"/>
              </a:rPr>
              <a:t>H</a:t>
            </a:r>
            <a:r>
              <a:rPr lang="da-DK" baseline="-25000" dirty="0">
                <a:sym typeface="Wingdings" panose="05000000000000000000" pitchFamily="2" charset="2"/>
              </a:rPr>
              <a:t>5</a:t>
            </a:r>
            <a:r>
              <a:rPr lang="da-DK" dirty="0">
                <a:sym typeface="Wingdings" panose="05000000000000000000" pitchFamily="2" charset="2"/>
              </a:rPr>
              <a:t>OH(l) + 2CO</a:t>
            </a:r>
            <a:r>
              <a:rPr lang="da-DK" baseline="-25000" dirty="0">
                <a:sym typeface="Wingdings" panose="05000000000000000000" pitchFamily="2" charset="2"/>
              </a:rPr>
              <a:t>2</a:t>
            </a:r>
            <a:r>
              <a:rPr lang="da-DK" dirty="0">
                <a:sym typeface="Wingdings" panose="05000000000000000000" pitchFamily="2" charset="2"/>
              </a:rPr>
              <a:t>(g)</a:t>
            </a:r>
          </a:p>
          <a:p>
            <a:r>
              <a:rPr lang="da-DK" dirty="0">
                <a:sym typeface="Wingdings" panose="05000000000000000000" pitchFamily="2" charset="2"/>
              </a:rPr>
              <a:t>Reaktionen skal foregå som en anaerob proces, dvs. en proces hvor der ikke er </a:t>
            </a:r>
            <a:r>
              <a:rPr lang="da-DK" dirty="0" err="1">
                <a:sym typeface="Wingdings" panose="05000000000000000000" pitchFamily="2" charset="2"/>
              </a:rPr>
              <a:t>dioxygen</a:t>
            </a:r>
            <a:r>
              <a:rPr lang="da-DK" dirty="0">
                <a:sym typeface="Wingdings" panose="05000000000000000000" pitchFamily="2" charset="2"/>
              </a:rPr>
              <a:t> til stede</a:t>
            </a:r>
          </a:p>
          <a:p>
            <a:r>
              <a:rPr lang="da-DK" dirty="0">
                <a:sym typeface="Wingdings" panose="05000000000000000000" pitchFamily="2" charset="2"/>
              </a:rPr>
              <a:t>Hvis der er </a:t>
            </a:r>
            <a:r>
              <a:rPr lang="da-DK" dirty="0" err="1">
                <a:sym typeface="Wingdings" panose="05000000000000000000" pitchFamily="2" charset="2"/>
              </a:rPr>
              <a:t>dioxygen</a:t>
            </a:r>
            <a:r>
              <a:rPr lang="da-DK" dirty="0">
                <a:sym typeface="Wingdings" panose="05000000000000000000" pitchFamily="2" charset="2"/>
              </a:rPr>
              <a:t> til stede, omdannes </a:t>
            </a:r>
            <a:r>
              <a:rPr lang="da-DK" dirty="0" err="1">
                <a:sym typeface="Wingdings" panose="05000000000000000000" pitchFamily="2" charset="2"/>
              </a:rPr>
              <a:t>glycose</a:t>
            </a:r>
            <a:r>
              <a:rPr lang="da-DK" dirty="0">
                <a:sym typeface="Wingdings" panose="05000000000000000000" pitchFamily="2" charset="2"/>
              </a:rPr>
              <a:t> i stedet til vand og carbondioxid</a:t>
            </a:r>
          </a:p>
          <a:p>
            <a:r>
              <a:rPr lang="da-DK" dirty="0">
                <a:sym typeface="Wingdings" panose="05000000000000000000" pitchFamily="2" charset="2"/>
              </a:rPr>
              <a:t>Det er gærceller der omdannes </a:t>
            </a:r>
            <a:r>
              <a:rPr lang="da-DK" dirty="0" err="1">
                <a:sym typeface="Wingdings" panose="05000000000000000000" pitchFamily="2" charset="2"/>
              </a:rPr>
              <a:t>glycose</a:t>
            </a:r>
            <a:r>
              <a:rPr lang="da-DK" dirty="0">
                <a:sym typeface="Wingdings" panose="05000000000000000000" pitchFamily="2" charset="2"/>
              </a:rPr>
              <a:t> til </a:t>
            </a:r>
            <a:r>
              <a:rPr lang="da-DK" dirty="0" err="1">
                <a:sym typeface="Wingdings" panose="05000000000000000000" pitchFamily="2" charset="2"/>
              </a:rPr>
              <a:t>ethanol</a:t>
            </a:r>
            <a:r>
              <a:rPr lang="da-DK" dirty="0">
                <a:sym typeface="Wingdings" panose="05000000000000000000" pitchFamily="2" charset="2"/>
              </a:rPr>
              <a:t> og carbondioxid, heraf navnet gæring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B4C46D3-C1BD-41FB-9C32-B13265D2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5474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F1A29-ED85-41B2-86C8-2693B5121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Ethanol</a:t>
            </a:r>
            <a:r>
              <a:rPr lang="da-DK" dirty="0"/>
              <a:t> fremstillet ved gæring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249BD13-CFA5-454F-A90D-73D5728F1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7215188" cy="3777622"/>
          </a:xfrm>
        </p:spPr>
        <p:txBody>
          <a:bodyPr/>
          <a:lstStyle/>
          <a:p>
            <a:r>
              <a:rPr lang="da-DK" dirty="0"/>
              <a:t>For at fremstille </a:t>
            </a:r>
            <a:r>
              <a:rPr lang="da-DK" dirty="0" err="1"/>
              <a:t>ethanol</a:t>
            </a:r>
            <a:r>
              <a:rPr lang="da-DK" dirty="0"/>
              <a:t>, blandes vand, </a:t>
            </a:r>
            <a:r>
              <a:rPr lang="da-DK" dirty="0" err="1"/>
              <a:t>glycose</a:t>
            </a:r>
            <a:r>
              <a:rPr lang="da-DK" dirty="0"/>
              <a:t>, gær og næringssalte (til gærcellerne) i en kolbe</a:t>
            </a:r>
          </a:p>
          <a:p>
            <a:r>
              <a:rPr lang="da-DK" dirty="0"/>
              <a:t>For at sikre at der ikke kommer </a:t>
            </a:r>
            <a:r>
              <a:rPr lang="da-DK" dirty="0" err="1"/>
              <a:t>dioxygen</a:t>
            </a:r>
            <a:r>
              <a:rPr lang="da-DK" dirty="0"/>
              <a:t> ind og at produceret carbondioxid slipper ud, sætter man et gærrør på kolben (en vandlås)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59ED1BE-7617-4D6B-96C0-E5294EEEC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26</a:t>
            </a:fld>
            <a:endParaRPr lang="da-DK"/>
          </a:p>
        </p:txBody>
      </p:sp>
      <p:pic>
        <p:nvPicPr>
          <p:cNvPr id="6" name="Billede 5" descr="Et billede, der indeholder væg, flaske&#10;&#10;Automatisk genereret beskrivelse">
            <a:extLst>
              <a:ext uri="{FF2B5EF4-FFF2-40B4-BE49-F238E27FC236}">
                <a16:creationId xmlns:a16="http://schemas.microsoft.com/office/drawing/2014/main" id="{D404964A-34BF-47BA-A3E4-96D66D786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364" y="1381760"/>
            <a:ext cx="1778128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10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13C85DC-B458-41CD-ADB4-C0A873B50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da-DK" sz="3200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40B84C9-03AA-49BE-AA1B-04E7E028C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518" y="3259287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E9A5AF5-983B-4B54-8E45-BE3BDDF5136C}" type="slidenum">
              <a:rPr lang="da-DK" sz="19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27</a:t>
            </a:fld>
            <a:endParaRPr lang="da-DK" sz="1900">
              <a:solidFill>
                <a:srgbClr val="FFFFFF"/>
              </a:solidFill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Pladsholder til indhold 2">
            <a:extLst>
              <a:ext uri="{FF2B5EF4-FFF2-40B4-BE49-F238E27FC236}">
                <a16:creationId xmlns:a16="http://schemas.microsoft.com/office/drawing/2014/main" id="{62688B91-094D-4E2E-9B5E-22B3E6066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25496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3925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9691E4-47AE-4C44-B1E6-B6A7402B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5D1F6F4-9D2A-4DB8-977C-A1BDCA4C9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da-DK" dirty="0"/>
              <a:t>Læs artiklen ”</a:t>
            </a:r>
            <a:r>
              <a:rPr lang="da-DK" dirty="0" err="1"/>
              <a:t>Bioethanol</a:t>
            </a:r>
            <a:r>
              <a:rPr lang="da-DK" dirty="0"/>
              <a:t>” (ligger på Lectio)</a:t>
            </a:r>
          </a:p>
        </p:txBody>
      </p:sp>
      <p:pic>
        <p:nvPicPr>
          <p:cNvPr id="8" name="Graphic 7" descr="Bøger">
            <a:extLst>
              <a:ext uri="{FF2B5EF4-FFF2-40B4-BE49-F238E27FC236}">
                <a16:creationId xmlns:a16="http://schemas.microsoft.com/office/drawing/2014/main" id="{2E1EBD13-D9AD-441D-A840-BC587A41FE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69945" y="640080"/>
            <a:ext cx="5252773" cy="5252773"/>
          </a:xfrm>
          <a:prstGeom prst="rect">
            <a:avLst/>
          </a:prstGeom>
        </p:spPr>
      </p:pic>
      <p:sp>
        <p:nvSpPr>
          <p:cNvPr id="15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17A18E9-BF5D-4321-B2FC-3DA77E4CC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514" y="6133610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E9A5AF5-983B-4B54-8E45-BE3BDDF5136C}" type="slidenum">
              <a:rPr lang="da-DK" sz="1900" smtClean="0"/>
              <a:pPr>
                <a:lnSpc>
                  <a:spcPct val="90000"/>
                </a:lnSpc>
                <a:spcAft>
                  <a:spcPts val="600"/>
                </a:spcAft>
              </a:pPr>
              <a:t>28</a:t>
            </a:fld>
            <a:endParaRPr lang="da-DK" sz="1900"/>
          </a:p>
        </p:txBody>
      </p:sp>
    </p:spTree>
    <p:extLst>
      <p:ext uri="{BB962C8B-B14F-4D97-AF65-F5344CB8AC3E}">
        <p14:creationId xmlns:p14="http://schemas.microsoft.com/office/powerpoint/2010/main" val="3988167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2831E2-8E45-BF2B-2608-7F177DB0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6081443-45CE-8625-CFC1-7799E15B7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Alkoholers struktur (</a:t>
            </a:r>
            <a:r>
              <a:rPr lang="da-DK" dirty="0" err="1"/>
              <a:t>hydroxy</a:t>
            </a:r>
            <a:r>
              <a:rPr lang="da-DK" dirty="0"/>
              <a:t>)</a:t>
            </a:r>
          </a:p>
          <a:p>
            <a:r>
              <a:rPr lang="da-DK" dirty="0"/>
              <a:t>Navngivning (én </a:t>
            </a:r>
            <a:r>
              <a:rPr lang="da-DK" dirty="0" err="1"/>
              <a:t>hydroxygruppe</a:t>
            </a:r>
            <a:r>
              <a:rPr lang="da-DK" dirty="0"/>
              <a:t>, flere </a:t>
            </a:r>
            <a:r>
              <a:rPr lang="da-DK" dirty="0" err="1"/>
              <a:t>hydroxygrupper</a:t>
            </a:r>
            <a:r>
              <a:rPr lang="da-DK" dirty="0"/>
              <a:t>, sidekæder)</a:t>
            </a:r>
          </a:p>
          <a:p>
            <a:r>
              <a:rPr lang="da-DK" dirty="0"/>
              <a:t>Isomeri</a:t>
            </a:r>
          </a:p>
          <a:p>
            <a:r>
              <a:rPr lang="da-DK" dirty="0"/>
              <a:t>Anvendelse (</a:t>
            </a:r>
            <a:r>
              <a:rPr lang="da-DK" dirty="0" err="1"/>
              <a:t>eksempeler</a:t>
            </a:r>
            <a:r>
              <a:rPr lang="da-DK" dirty="0"/>
              <a:t>)</a:t>
            </a:r>
          </a:p>
          <a:p>
            <a:r>
              <a:rPr lang="da-DK" dirty="0"/>
              <a:t>Brændbare</a:t>
            </a:r>
          </a:p>
          <a:p>
            <a:r>
              <a:rPr lang="da-DK" dirty="0"/>
              <a:t>Polaritet og blandbarhed med vand</a:t>
            </a:r>
          </a:p>
          <a:p>
            <a:r>
              <a:rPr lang="da-DK" dirty="0"/>
              <a:t>Fremstilling (addition og gæring)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4CCEE9F-6019-B58E-48B4-B662F9D5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5AF5-983B-4B54-8E45-BE3BDDF5136C}" type="slidenum">
              <a:rPr lang="da-DK" smtClean="0"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5815712"/>
      </p:ext>
    </p:extLst>
  </p:cSld>
  <p:clrMapOvr>
    <a:masterClrMapping/>
  </p:clrMapOvr>
</p:sld>
</file>

<file path=ppt/theme/theme1.xml><?xml version="1.0" encoding="utf-8"?>
<a:theme xmlns:a="http://schemas.openxmlformats.org/drawingml/2006/main" name="Visk">
  <a:themeElements>
    <a:clrScheme name="Visk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Visk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sk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864</Words>
  <Application>Microsoft Office PowerPoint</Application>
  <PresentationFormat>Widescreen</PresentationFormat>
  <Paragraphs>144</Paragraphs>
  <Slides>29</Slides>
  <Notes>0</Notes>
  <HiddenSlides>0</HiddenSlides>
  <MMClips>0</MMClips>
  <ScaleCrop>false</ScaleCrop>
  <HeadingPairs>
    <vt:vector size="8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Integrerede OLE-servere</vt:lpstr>
      </vt:variant>
      <vt:variant>
        <vt:i4>1</vt:i4>
      </vt:variant>
      <vt:variant>
        <vt:lpstr>Slidetitler</vt:lpstr>
      </vt:variant>
      <vt:variant>
        <vt:i4>29</vt:i4>
      </vt:variant>
    </vt:vector>
  </HeadingPairs>
  <TitlesOfParts>
    <vt:vector size="36" baseType="lpstr">
      <vt:lpstr>Arial</vt:lpstr>
      <vt:lpstr>Calibri</vt:lpstr>
      <vt:lpstr>Century Gothic</vt:lpstr>
      <vt:lpstr>Wingdings</vt:lpstr>
      <vt:lpstr>Wingdings 3</vt:lpstr>
      <vt:lpstr>Visk</vt:lpstr>
      <vt:lpstr>ChemSketch</vt:lpstr>
      <vt:lpstr>Organisk kemi 2: Alkoholer</vt:lpstr>
      <vt:lpstr>Alkoholer</vt:lpstr>
      <vt:lpstr>Alkoholers struktur</vt:lpstr>
      <vt:lpstr>Opgaver</vt:lpstr>
      <vt:lpstr>Alkoholers navne</vt:lpstr>
      <vt:lpstr>Hydroxygruppens placering</vt:lpstr>
      <vt:lpstr>Opgaver</vt:lpstr>
      <vt:lpstr>Flere OH-grupper</vt:lpstr>
      <vt:lpstr>Opgaver</vt:lpstr>
      <vt:lpstr>Alkoholer med sidekæder</vt:lpstr>
      <vt:lpstr>Alkoholer med sidekæder</vt:lpstr>
      <vt:lpstr>Opgaver</vt:lpstr>
      <vt:lpstr>Isomeri</vt:lpstr>
      <vt:lpstr>Isomeri</vt:lpstr>
      <vt:lpstr>Opgaver</vt:lpstr>
      <vt:lpstr>Nogle alkoholers anvendelse</vt:lpstr>
      <vt:lpstr>Nogle alkoholers anvendelse</vt:lpstr>
      <vt:lpstr>Opgaver</vt:lpstr>
      <vt:lpstr>Alkoholers egenskaber</vt:lpstr>
      <vt:lpstr>Alkoholers egenskaber</vt:lpstr>
      <vt:lpstr>Alkoholers egenskaber - opløselighed</vt:lpstr>
      <vt:lpstr>Opgaver</vt:lpstr>
      <vt:lpstr>Fremstilling af ethanol</vt:lpstr>
      <vt:lpstr>Ethanol fremstillet ved addition</vt:lpstr>
      <vt:lpstr>Ethanol fremstillet ved gæring</vt:lpstr>
      <vt:lpstr>Ethanol fremstillet ved gæring</vt:lpstr>
      <vt:lpstr>Opgaver</vt:lpstr>
      <vt:lpstr>Opgaver</vt:lpstr>
      <vt:lpstr>Oversigt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Organisk kemi</dc:title>
  <dc:creator>Henry Vest</dc:creator>
  <cp:lastModifiedBy>Henry Valdemar Vest</cp:lastModifiedBy>
  <cp:revision>1</cp:revision>
  <dcterms:created xsi:type="dcterms:W3CDTF">2021-01-22T09:46:36Z</dcterms:created>
  <dcterms:modified xsi:type="dcterms:W3CDTF">2026-10-02T11:05:08Z</dcterms:modified>
</cp:coreProperties>
</file>