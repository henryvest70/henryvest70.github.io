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sldIdLst>
    <p:sldId id="256" r:id="rId2"/>
    <p:sldId id="261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316" r:id="rId12"/>
    <p:sldId id="317" r:id="rId13"/>
    <p:sldId id="328" r:id="rId14"/>
    <p:sldId id="262" r:id="rId15"/>
    <p:sldId id="263" r:id="rId16"/>
    <p:sldId id="305" r:id="rId17"/>
    <p:sldId id="306" r:id="rId18"/>
    <p:sldId id="307" r:id="rId19"/>
    <p:sldId id="318" r:id="rId20"/>
    <p:sldId id="308" r:id="rId21"/>
    <p:sldId id="320" r:id="rId22"/>
    <p:sldId id="309" r:id="rId23"/>
    <p:sldId id="286" r:id="rId24"/>
    <p:sldId id="329" r:id="rId25"/>
    <p:sldId id="289" r:id="rId26"/>
    <p:sldId id="290" r:id="rId27"/>
    <p:sldId id="327" r:id="rId28"/>
    <p:sldId id="291" r:id="rId29"/>
    <p:sldId id="292" r:id="rId30"/>
    <p:sldId id="326" r:id="rId31"/>
    <p:sldId id="330" r:id="rId32"/>
    <p:sldId id="293" r:id="rId33"/>
    <p:sldId id="294" r:id="rId34"/>
    <p:sldId id="299" r:id="rId35"/>
    <p:sldId id="300" r:id="rId36"/>
    <p:sldId id="301" r:id="rId37"/>
    <p:sldId id="302" r:id="rId38"/>
    <p:sldId id="304" r:id="rId39"/>
    <p:sldId id="321" r:id="rId40"/>
    <p:sldId id="323" r:id="rId41"/>
    <p:sldId id="310" r:id="rId42"/>
    <p:sldId id="311" r:id="rId43"/>
    <p:sldId id="312" r:id="rId44"/>
    <p:sldId id="313" r:id="rId45"/>
    <p:sldId id="314" r:id="rId46"/>
    <p:sldId id="315" r:id="rId47"/>
    <p:sldId id="324" r:id="rId48"/>
    <p:sldId id="269" r:id="rId49"/>
    <p:sldId id="270" r:id="rId50"/>
    <p:sldId id="271" r:id="rId51"/>
    <p:sldId id="272" r:id="rId52"/>
    <p:sldId id="273" r:id="rId53"/>
    <p:sldId id="274" r:id="rId54"/>
    <p:sldId id="275" r:id="rId55"/>
    <p:sldId id="276" r:id="rId56"/>
    <p:sldId id="277" r:id="rId57"/>
    <p:sldId id="278" r:id="rId58"/>
    <p:sldId id="279" r:id="rId59"/>
    <p:sldId id="280" r:id="rId60"/>
    <p:sldId id="281" r:id="rId61"/>
    <p:sldId id="282" r:id="rId62"/>
    <p:sldId id="283" r:id="rId63"/>
    <p:sldId id="284" r:id="rId64"/>
    <p:sldId id="285" r:id="rId65"/>
    <p:sldId id="325" r:id="rId66"/>
    <p:sldId id="331" r:id="rId67"/>
    <p:sldId id="33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00C81-DD8A-4C1D-A30E-A6FDAD08376E}" v="1" dt="2026-10-06T08:07:40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undo custSel addSld delSld modSld">
      <pc:chgData name="Henry Valdemar Vest" userId="f5b1f0ec-4051-405f-83b3-0c678f78df49" providerId="ADAL" clId="{0B671710-12AA-4A9C-8982-6D6CBD054718}" dt="2026-10-06T08:24:09.761" v="598" actId="20577"/>
      <pc:docMkLst>
        <pc:docMk/>
      </pc:docMkLst>
      <pc:sldChg chg="modSp mod">
        <pc:chgData name="Henry Valdemar Vest" userId="f5b1f0ec-4051-405f-83b3-0c678f78df49" providerId="ADAL" clId="{0B671710-12AA-4A9C-8982-6D6CBD054718}" dt="2026-10-05T07:30:49.667" v="44" actId="20577"/>
        <pc:sldMkLst>
          <pc:docMk/>
          <pc:sldMk cId="1401128741" sldId="256"/>
        </pc:sldMkLst>
        <pc:spChg chg="mod">
          <ac:chgData name="Henry Valdemar Vest" userId="f5b1f0ec-4051-405f-83b3-0c678f78df49" providerId="ADAL" clId="{0B671710-12AA-4A9C-8982-6D6CBD054718}" dt="2026-10-05T07:30:49.667" v="44" actId="20577"/>
          <ac:spMkLst>
            <pc:docMk/>
            <pc:sldMk cId="1401128741" sldId="256"/>
            <ac:spMk id="3" creationId="{79989917-A4A9-A38B-1D94-CB92EFDB555D}"/>
          </ac:spMkLst>
        </pc:spChg>
      </pc:sldChg>
      <pc:sldChg chg="modSp mod">
        <pc:chgData name="Henry Valdemar Vest" userId="f5b1f0ec-4051-405f-83b3-0c678f78df49" providerId="ADAL" clId="{0B671710-12AA-4A9C-8982-6D6CBD054718}" dt="2026-10-05T07:47:18.170" v="93" actId="207"/>
        <pc:sldMkLst>
          <pc:docMk/>
          <pc:sldMk cId="1238991650" sldId="283"/>
        </pc:sldMkLst>
        <pc:spChg chg="mod">
          <ac:chgData name="Henry Valdemar Vest" userId="f5b1f0ec-4051-405f-83b3-0c678f78df49" providerId="ADAL" clId="{0B671710-12AA-4A9C-8982-6D6CBD054718}" dt="2026-10-05T07:47:18.170" v="93" actId="207"/>
          <ac:spMkLst>
            <pc:docMk/>
            <pc:sldMk cId="1238991650" sldId="283"/>
            <ac:spMk id="3" creationId="{0DDE8FDD-F57A-33AE-8F09-E025C4B1815E}"/>
          </ac:spMkLst>
        </pc:spChg>
      </pc:sldChg>
      <pc:sldChg chg="modSp mod">
        <pc:chgData name="Henry Valdemar Vest" userId="f5b1f0ec-4051-405f-83b3-0c678f78df49" providerId="ADAL" clId="{0B671710-12AA-4A9C-8982-6D6CBD054718}" dt="2026-10-06T08:18:48.930" v="215" actId="20577"/>
        <pc:sldMkLst>
          <pc:docMk/>
          <pc:sldMk cId="809989889" sldId="311"/>
        </pc:sldMkLst>
        <pc:spChg chg="mod">
          <ac:chgData name="Henry Valdemar Vest" userId="f5b1f0ec-4051-405f-83b3-0c678f78df49" providerId="ADAL" clId="{0B671710-12AA-4A9C-8982-6D6CBD054718}" dt="2026-10-06T08:18:48.930" v="215" actId="20577"/>
          <ac:spMkLst>
            <pc:docMk/>
            <pc:sldMk cId="809989889" sldId="311"/>
            <ac:spMk id="3" creationId="{07B5E6A8-8043-4282-9960-5A8006A804EB}"/>
          </ac:spMkLst>
        </pc:spChg>
      </pc:sldChg>
      <pc:sldChg chg="del">
        <pc:chgData name="Henry Valdemar Vest" userId="f5b1f0ec-4051-405f-83b3-0c678f78df49" providerId="ADAL" clId="{0B671710-12AA-4A9C-8982-6D6CBD054718}" dt="2026-10-06T08:04:15.340" v="95" actId="2696"/>
        <pc:sldMkLst>
          <pc:docMk/>
          <pc:sldMk cId="1684278191" sldId="322"/>
        </pc:sldMkLst>
      </pc:sldChg>
      <pc:sldChg chg="modSp mod">
        <pc:chgData name="Henry Valdemar Vest" userId="f5b1f0ec-4051-405f-83b3-0c678f78df49" providerId="ADAL" clId="{0B671710-12AA-4A9C-8982-6D6CBD054718}" dt="2026-10-06T08:18:15.621" v="213" actId="20577"/>
        <pc:sldMkLst>
          <pc:docMk/>
          <pc:sldMk cId="3032949057" sldId="323"/>
        </pc:sldMkLst>
        <pc:spChg chg="mod">
          <ac:chgData name="Henry Valdemar Vest" userId="f5b1f0ec-4051-405f-83b3-0c678f78df49" providerId="ADAL" clId="{0B671710-12AA-4A9C-8982-6D6CBD054718}" dt="2026-10-06T08:18:15.621" v="213" actId="20577"/>
          <ac:spMkLst>
            <pc:docMk/>
            <pc:sldMk cId="3032949057" sldId="323"/>
            <ac:spMk id="3" creationId="{C8FDE8D4-A381-D2F4-4F45-D09CA6054BC0}"/>
          </ac:spMkLst>
        </pc:spChg>
      </pc:sldChg>
      <pc:sldChg chg="modSp mod">
        <pc:chgData name="Henry Valdemar Vest" userId="f5b1f0ec-4051-405f-83b3-0c678f78df49" providerId="ADAL" clId="{0B671710-12AA-4A9C-8982-6D6CBD054718}" dt="2026-10-06T08:19:41.831" v="219" actId="20577"/>
        <pc:sldMkLst>
          <pc:docMk/>
          <pc:sldMk cId="1127172573" sldId="324"/>
        </pc:sldMkLst>
        <pc:graphicFrameChg chg="mod modGraphic">
          <ac:chgData name="Henry Valdemar Vest" userId="f5b1f0ec-4051-405f-83b3-0c678f78df49" providerId="ADAL" clId="{0B671710-12AA-4A9C-8982-6D6CBD054718}" dt="2026-10-06T08:19:41.831" v="219" actId="20577"/>
          <ac:graphicFrameMkLst>
            <pc:docMk/>
            <pc:sldMk cId="1127172573" sldId="324"/>
            <ac:graphicFrameMk id="5" creationId="{BC40B34A-37AF-C338-6A26-8BC7BAD0264D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10-06T08:21:31.583" v="223" actId="20577"/>
        <pc:sldMkLst>
          <pc:docMk/>
          <pc:sldMk cId="3689632941" sldId="325"/>
        </pc:sldMkLst>
        <pc:graphicFrameChg chg="mod modGraphic">
          <ac:chgData name="Henry Valdemar Vest" userId="f5b1f0ec-4051-405f-83b3-0c678f78df49" providerId="ADAL" clId="{0B671710-12AA-4A9C-8982-6D6CBD054718}" dt="2026-10-06T08:21:31.583" v="223" actId="20577"/>
          <ac:graphicFrameMkLst>
            <pc:docMk/>
            <pc:sldMk cId="3689632941" sldId="325"/>
            <ac:graphicFrameMk id="5" creationId="{BC40B34A-37AF-C338-6A26-8BC7BAD0264D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10-05T07:44:44.352" v="90" actId="2165"/>
        <pc:sldMkLst>
          <pc:docMk/>
          <pc:sldMk cId="1031538117" sldId="327"/>
        </pc:sldMkLst>
        <pc:graphicFrameChg chg="mod modGraphic">
          <ac:chgData name="Henry Valdemar Vest" userId="f5b1f0ec-4051-405f-83b3-0c678f78df49" providerId="ADAL" clId="{0B671710-12AA-4A9C-8982-6D6CBD054718}" dt="2026-10-05T07:44:44.352" v="90" actId="2165"/>
          <ac:graphicFrameMkLst>
            <pc:docMk/>
            <pc:sldMk cId="1031538117" sldId="327"/>
            <ac:graphicFrameMk id="4" creationId="{00000000-0000-0000-0000-000000000000}"/>
          </ac:graphicFrameMkLst>
        </pc:graphicFrameChg>
      </pc:sldChg>
      <pc:sldChg chg="addSp delSp modSp new mod">
        <pc:chgData name="Henry Valdemar Vest" userId="f5b1f0ec-4051-405f-83b3-0c678f78df49" providerId="ADAL" clId="{0B671710-12AA-4A9C-8982-6D6CBD054718}" dt="2026-10-05T07:41:16.327" v="78" actId="20577"/>
        <pc:sldMkLst>
          <pc:docMk/>
          <pc:sldMk cId="168829311" sldId="328"/>
        </pc:sldMkLst>
        <pc:spChg chg="mod">
          <ac:chgData name="Henry Valdemar Vest" userId="f5b1f0ec-4051-405f-83b3-0c678f78df49" providerId="ADAL" clId="{0B671710-12AA-4A9C-8982-6D6CBD054718}" dt="2026-10-05T07:32:12.130" v="56" actId="20577"/>
          <ac:spMkLst>
            <pc:docMk/>
            <pc:sldMk cId="168829311" sldId="328"/>
            <ac:spMk id="2" creationId="{C4295818-5E70-51A0-0FF6-4902784E5224}"/>
          </ac:spMkLst>
        </pc:spChg>
        <pc:spChg chg="del mod">
          <ac:chgData name="Henry Valdemar Vest" userId="f5b1f0ec-4051-405f-83b3-0c678f78df49" providerId="ADAL" clId="{0B671710-12AA-4A9C-8982-6D6CBD054718}" dt="2026-10-05T07:37:06.053" v="76" actId="26606"/>
          <ac:spMkLst>
            <pc:docMk/>
            <pc:sldMk cId="168829311" sldId="328"/>
            <ac:spMk id="3" creationId="{A1972A33-DA33-3FF8-74BE-DAF5692EC785}"/>
          </ac:spMkLst>
        </pc:spChg>
        <pc:graphicFrameChg chg="add modGraphic">
          <ac:chgData name="Henry Valdemar Vest" userId="f5b1f0ec-4051-405f-83b3-0c678f78df49" providerId="ADAL" clId="{0B671710-12AA-4A9C-8982-6D6CBD054718}" dt="2026-10-05T07:41:16.327" v="78" actId="20577"/>
          <ac:graphicFrameMkLst>
            <pc:docMk/>
            <pc:sldMk cId="168829311" sldId="328"/>
            <ac:graphicFrameMk id="5" creationId="{361CB0F3-6A04-9A11-5F58-6EE9E0EACE98}"/>
          </ac:graphicFrameMkLst>
        </pc:graphicFrameChg>
      </pc:sldChg>
      <pc:sldChg chg="addSp delSp modSp new mod">
        <pc:chgData name="Henry Valdemar Vest" userId="f5b1f0ec-4051-405f-83b3-0c678f78df49" providerId="ADAL" clId="{0B671710-12AA-4A9C-8982-6D6CBD054718}" dt="2026-10-06T08:10:24.902" v="129" actId="20577"/>
        <pc:sldMkLst>
          <pc:docMk/>
          <pc:sldMk cId="2523590793" sldId="329"/>
        </pc:sldMkLst>
        <pc:spChg chg="mod">
          <ac:chgData name="Henry Valdemar Vest" userId="f5b1f0ec-4051-405f-83b3-0c678f78df49" providerId="ADAL" clId="{0B671710-12AA-4A9C-8982-6D6CBD054718}" dt="2026-10-06T08:06:52.287" v="103" actId="20577"/>
          <ac:spMkLst>
            <pc:docMk/>
            <pc:sldMk cId="2523590793" sldId="329"/>
            <ac:spMk id="2" creationId="{8F45E981-DECF-1C72-91F2-33818B10A9FE}"/>
          </ac:spMkLst>
        </pc:spChg>
        <pc:spChg chg="del mod">
          <ac:chgData name="Henry Valdemar Vest" userId="f5b1f0ec-4051-405f-83b3-0c678f78df49" providerId="ADAL" clId="{0B671710-12AA-4A9C-8982-6D6CBD054718}" dt="2026-10-06T08:07:16.316" v="123" actId="26606"/>
          <ac:spMkLst>
            <pc:docMk/>
            <pc:sldMk cId="2523590793" sldId="329"/>
            <ac:spMk id="3" creationId="{74680329-19E2-1E39-18CA-6562E5AF4063}"/>
          </ac:spMkLst>
        </pc:spChg>
        <pc:graphicFrameChg chg="add modGraphic">
          <ac:chgData name="Henry Valdemar Vest" userId="f5b1f0ec-4051-405f-83b3-0c678f78df49" providerId="ADAL" clId="{0B671710-12AA-4A9C-8982-6D6CBD054718}" dt="2026-10-06T08:10:24.902" v="129" actId="20577"/>
          <ac:graphicFrameMkLst>
            <pc:docMk/>
            <pc:sldMk cId="2523590793" sldId="329"/>
            <ac:graphicFrameMk id="5" creationId="{E340083E-1C58-FD1F-484D-AFE56F496987}"/>
          </ac:graphicFrameMkLst>
        </pc:graphicFrameChg>
      </pc:sldChg>
      <pc:sldChg chg="addSp modSp new mod setBg">
        <pc:chgData name="Henry Valdemar Vest" userId="f5b1f0ec-4051-405f-83b3-0c678f78df49" providerId="ADAL" clId="{0B671710-12AA-4A9C-8982-6D6CBD054718}" dt="2026-10-06T08:12:27.987" v="204" actId="26606"/>
        <pc:sldMkLst>
          <pc:docMk/>
          <pc:sldMk cId="3415257632" sldId="330"/>
        </pc:sldMkLst>
        <pc:spChg chg="mo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2" creationId="{5B1D8DDB-6353-C782-7520-50DE06BB2645}"/>
          </ac:spMkLst>
        </pc:spChg>
        <pc:spChg chg="mo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3" creationId="{A6764524-A68C-6F9B-3F4A-D409E5CE5A62}"/>
          </ac:spMkLst>
        </pc:spChg>
        <pc:spChg chg="mo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4" creationId="{FBB76146-0CE2-AE81-1B12-0820AA97C434}"/>
          </ac:spMkLst>
        </pc:spChg>
        <pc:spChg chg="ad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13" creationId="{D6320AF9-619A-4175-865B-5663E1AEF4C5}"/>
          </ac:spMkLst>
        </pc:spChg>
        <pc:spChg chg="ad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19" creationId="{7E018740-5C2B-4A41-AC1A-7E68D1EC1954}"/>
          </ac:spMkLst>
        </pc:spChg>
        <pc:spChg chg="ad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21" creationId="{166F75A4-C475-4941-8EE2-B80A06A2C1BB}"/>
          </ac:spMkLst>
        </pc:spChg>
        <pc:spChg chg="ad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23" creationId="{A032553A-72E8-4B0D-8405-FF9771C9AF05}"/>
          </ac:spMkLst>
        </pc:spChg>
        <pc:spChg chg="ad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25" creationId="{765800AC-C3B9-498E-87BC-29FAE4C76B21}"/>
          </ac:spMkLst>
        </pc:spChg>
        <pc:spChg chg="ad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27" creationId="{1F9D6ACB-2FF4-49F9-978A-E0D5327FC635}"/>
          </ac:spMkLst>
        </pc:spChg>
        <pc:spChg chg="add">
          <ac:chgData name="Henry Valdemar Vest" userId="f5b1f0ec-4051-405f-83b3-0c678f78df49" providerId="ADAL" clId="{0B671710-12AA-4A9C-8982-6D6CBD054718}" dt="2026-10-06T08:12:27.987" v="204" actId="26606"/>
          <ac:spMkLst>
            <pc:docMk/>
            <pc:sldMk cId="3415257632" sldId="330"/>
            <ac:spMk id="29" creationId="{A5EC319D-0FEA-4B95-A3EA-01E35672C95B}"/>
          </ac:spMkLst>
        </pc:spChg>
      </pc:sldChg>
      <pc:sldChg chg="modSp new mod">
        <pc:chgData name="Henry Valdemar Vest" userId="f5b1f0ec-4051-405f-83b3-0c678f78df49" providerId="ADAL" clId="{0B671710-12AA-4A9C-8982-6D6CBD054718}" dt="2026-10-06T08:23:42.417" v="529" actId="20577"/>
        <pc:sldMkLst>
          <pc:docMk/>
          <pc:sldMk cId="1480343787" sldId="331"/>
        </pc:sldMkLst>
        <pc:spChg chg="mod">
          <ac:chgData name="Henry Valdemar Vest" userId="f5b1f0ec-4051-405f-83b3-0c678f78df49" providerId="ADAL" clId="{0B671710-12AA-4A9C-8982-6D6CBD054718}" dt="2026-10-06T08:21:41.849" v="232" actId="20577"/>
          <ac:spMkLst>
            <pc:docMk/>
            <pc:sldMk cId="1480343787" sldId="331"/>
            <ac:spMk id="2" creationId="{BB2D03BE-F591-A5FE-2556-8848DB67F9CD}"/>
          </ac:spMkLst>
        </pc:spChg>
        <pc:spChg chg="mod">
          <ac:chgData name="Henry Valdemar Vest" userId="f5b1f0ec-4051-405f-83b3-0c678f78df49" providerId="ADAL" clId="{0B671710-12AA-4A9C-8982-6D6CBD054718}" dt="2026-10-06T08:23:42.417" v="529" actId="20577"/>
          <ac:spMkLst>
            <pc:docMk/>
            <pc:sldMk cId="1480343787" sldId="331"/>
            <ac:spMk id="3" creationId="{616600D1-8B4D-2106-0024-4F547ED44004}"/>
          </ac:spMkLst>
        </pc:spChg>
      </pc:sldChg>
      <pc:sldChg chg="modSp new mod">
        <pc:chgData name="Henry Valdemar Vest" userId="f5b1f0ec-4051-405f-83b3-0c678f78df49" providerId="ADAL" clId="{0B671710-12AA-4A9C-8982-6D6CBD054718}" dt="2026-10-06T08:24:09.761" v="598" actId="20577"/>
        <pc:sldMkLst>
          <pc:docMk/>
          <pc:sldMk cId="2093646971" sldId="332"/>
        </pc:sldMkLst>
        <pc:spChg chg="mod">
          <ac:chgData name="Henry Valdemar Vest" userId="f5b1f0ec-4051-405f-83b3-0c678f78df49" providerId="ADAL" clId="{0B671710-12AA-4A9C-8982-6D6CBD054718}" dt="2026-10-06T08:23:52.188" v="540" actId="20577"/>
          <ac:spMkLst>
            <pc:docMk/>
            <pc:sldMk cId="2093646971" sldId="332"/>
            <ac:spMk id="2" creationId="{101157EE-CC87-769F-1791-D673FA2DD45F}"/>
          </ac:spMkLst>
        </pc:spChg>
        <pc:spChg chg="mod">
          <ac:chgData name="Henry Valdemar Vest" userId="f5b1f0ec-4051-405f-83b3-0c678f78df49" providerId="ADAL" clId="{0B671710-12AA-4A9C-8982-6D6CBD054718}" dt="2026-10-06T08:24:09.761" v="598" actId="20577"/>
          <ac:spMkLst>
            <pc:docMk/>
            <pc:sldMk cId="2093646971" sldId="332"/>
            <ac:spMk id="3" creationId="{2261CD4D-D33D-5BCB-6BDA-29A4CACBDF4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28FEFD-0699-47F7-A27A-3CC134B75CF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E6779A-3067-4058-A1B4-1F7822D41130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Opgaver: 1</a:t>
          </a:r>
          <a:endParaRPr lang="en-US"/>
        </a:p>
      </dgm:t>
    </dgm:pt>
    <dgm:pt modelId="{E83F5E7F-DC3E-4C3B-8931-AAE12F6E1EDA}" type="parTrans" cxnId="{70902A88-0BA8-4BC4-BA8F-55550F4CEA80}">
      <dgm:prSet/>
      <dgm:spPr/>
      <dgm:t>
        <a:bodyPr/>
        <a:lstStyle/>
        <a:p>
          <a:endParaRPr lang="en-US"/>
        </a:p>
      </dgm:t>
    </dgm:pt>
    <dgm:pt modelId="{923AF883-05CF-4059-803A-636C9EDBBF58}" type="sibTrans" cxnId="{70902A88-0BA8-4BC4-BA8F-55550F4CEA80}">
      <dgm:prSet/>
      <dgm:spPr/>
      <dgm:t>
        <a:bodyPr/>
        <a:lstStyle/>
        <a:p>
          <a:endParaRPr lang="en-US"/>
        </a:p>
      </dgm:t>
    </dgm:pt>
    <dgm:pt modelId="{7743690D-0887-48EA-93C2-E97702DF936A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12 min.</a:t>
          </a:r>
          <a:endParaRPr lang="en-US" dirty="0"/>
        </a:p>
      </dgm:t>
    </dgm:pt>
    <dgm:pt modelId="{B1FF7E57-ACB4-40A1-BF7A-917DF78CD166}" type="parTrans" cxnId="{4228E304-E991-47E3-8128-B96D22E1AFE7}">
      <dgm:prSet/>
      <dgm:spPr/>
      <dgm:t>
        <a:bodyPr/>
        <a:lstStyle/>
        <a:p>
          <a:endParaRPr lang="en-US"/>
        </a:p>
      </dgm:t>
    </dgm:pt>
    <dgm:pt modelId="{95750C0E-1B3B-4678-AC81-D4F5EF10AFAE}" type="sibTrans" cxnId="{4228E304-E991-47E3-8128-B96D22E1AFE7}">
      <dgm:prSet/>
      <dgm:spPr/>
      <dgm:t>
        <a:bodyPr/>
        <a:lstStyle/>
        <a:p>
          <a:endParaRPr lang="en-US"/>
        </a:p>
      </dgm:t>
    </dgm:pt>
    <dgm:pt modelId="{D90E68DB-8841-4964-92D4-36475F550886}" type="pres">
      <dgm:prSet presAssocID="{C828FEFD-0699-47F7-A27A-3CC134B75CFD}" presName="root" presStyleCnt="0">
        <dgm:presLayoutVars>
          <dgm:dir/>
          <dgm:resizeHandles val="exact"/>
        </dgm:presLayoutVars>
      </dgm:prSet>
      <dgm:spPr/>
    </dgm:pt>
    <dgm:pt modelId="{9BEAEE4C-7081-403C-82CE-CC1C65507FFF}" type="pres">
      <dgm:prSet presAssocID="{E7E6779A-3067-4058-A1B4-1F7822D41130}" presName="compNode" presStyleCnt="0"/>
      <dgm:spPr/>
    </dgm:pt>
    <dgm:pt modelId="{5CFFD250-78E4-4D85-80E1-3DB079652C6A}" type="pres">
      <dgm:prSet presAssocID="{E7E6779A-3067-4058-A1B4-1F7822D41130}" presName="bgRect" presStyleLbl="bgShp" presStyleIdx="0" presStyleCnt="2"/>
      <dgm:spPr/>
    </dgm:pt>
    <dgm:pt modelId="{4BC9B599-C977-4746-9776-3EE1117C3244}" type="pres">
      <dgm:prSet presAssocID="{E7E6779A-3067-4058-A1B4-1F7822D4113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7E6400C0-AA87-4B10-A4B4-664D214FFE99}" type="pres">
      <dgm:prSet presAssocID="{E7E6779A-3067-4058-A1B4-1F7822D41130}" presName="spaceRect" presStyleCnt="0"/>
      <dgm:spPr/>
    </dgm:pt>
    <dgm:pt modelId="{617DA951-DFF7-4488-93B3-0DE09BA455E2}" type="pres">
      <dgm:prSet presAssocID="{E7E6779A-3067-4058-A1B4-1F7822D41130}" presName="parTx" presStyleLbl="revTx" presStyleIdx="0" presStyleCnt="2">
        <dgm:presLayoutVars>
          <dgm:chMax val="0"/>
          <dgm:chPref val="0"/>
        </dgm:presLayoutVars>
      </dgm:prSet>
      <dgm:spPr/>
    </dgm:pt>
    <dgm:pt modelId="{53BFC327-86C5-44B4-B001-520DB4C2E3C5}" type="pres">
      <dgm:prSet presAssocID="{923AF883-05CF-4059-803A-636C9EDBBF58}" presName="sibTrans" presStyleCnt="0"/>
      <dgm:spPr/>
    </dgm:pt>
    <dgm:pt modelId="{CDA9B3E1-CD89-4256-90B2-8B6D008E5B42}" type="pres">
      <dgm:prSet presAssocID="{7743690D-0887-48EA-93C2-E97702DF936A}" presName="compNode" presStyleCnt="0"/>
      <dgm:spPr/>
    </dgm:pt>
    <dgm:pt modelId="{300CD00B-6EA8-421C-8AEA-4F538018062C}" type="pres">
      <dgm:prSet presAssocID="{7743690D-0887-48EA-93C2-E97702DF936A}" presName="bgRect" presStyleLbl="bgShp" presStyleIdx="1" presStyleCnt="2"/>
      <dgm:spPr/>
    </dgm:pt>
    <dgm:pt modelId="{C86A0B4E-D2CC-4A9B-B255-9FA18EB4E807}" type="pres">
      <dgm:prSet presAssocID="{7743690D-0887-48EA-93C2-E97702DF936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428D6717-4651-4F90-9EFB-DAAA7628528A}" type="pres">
      <dgm:prSet presAssocID="{7743690D-0887-48EA-93C2-E97702DF936A}" presName="spaceRect" presStyleCnt="0"/>
      <dgm:spPr/>
    </dgm:pt>
    <dgm:pt modelId="{B6483688-8C17-45E9-AB92-06F7FA6146AC}" type="pres">
      <dgm:prSet presAssocID="{7743690D-0887-48EA-93C2-E97702DF936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228E304-E991-47E3-8128-B96D22E1AFE7}" srcId="{C828FEFD-0699-47F7-A27A-3CC134B75CFD}" destId="{7743690D-0887-48EA-93C2-E97702DF936A}" srcOrd="1" destOrd="0" parTransId="{B1FF7E57-ACB4-40A1-BF7A-917DF78CD166}" sibTransId="{95750C0E-1B3B-4678-AC81-D4F5EF10AFAE}"/>
    <dgm:cxn modelId="{DB16E753-D1CF-4F6F-BE56-E5840C6014D5}" type="presOf" srcId="{7743690D-0887-48EA-93C2-E97702DF936A}" destId="{B6483688-8C17-45E9-AB92-06F7FA6146AC}" srcOrd="0" destOrd="0" presId="urn:microsoft.com/office/officeart/2018/2/layout/IconVerticalSolidList"/>
    <dgm:cxn modelId="{70902A88-0BA8-4BC4-BA8F-55550F4CEA80}" srcId="{C828FEFD-0699-47F7-A27A-3CC134B75CFD}" destId="{E7E6779A-3067-4058-A1B4-1F7822D41130}" srcOrd="0" destOrd="0" parTransId="{E83F5E7F-DC3E-4C3B-8931-AAE12F6E1EDA}" sibTransId="{923AF883-05CF-4059-803A-636C9EDBBF58}"/>
    <dgm:cxn modelId="{905202AB-CB44-44F5-9463-F7C557E37084}" type="presOf" srcId="{E7E6779A-3067-4058-A1B4-1F7822D41130}" destId="{617DA951-DFF7-4488-93B3-0DE09BA455E2}" srcOrd="0" destOrd="0" presId="urn:microsoft.com/office/officeart/2018/2/layout/IconVerticalSolidList"/>
    <dgm:cxn modelId="{401024D1-54A4-402D-B1BA-BA34449EEF28}" type="presOf" srcId="{C828FEFD-0699-47F7-A27A-3CC134B75CFD}" destId="{D90E68DB-8841-4964-92D4-36475F550886}" srcOrd="0" destOrd="0" presId="urn:microsoft.com/office/officeart/2018/2/layout/IconVerticalSolidList"/>
    <dgm:cxn modelId="{7D190C93-1851-4584-83E6-1C13A2AD065A}" type="presParOf" srcId="{D90E68DB-8841-4964-92D4-36475F550886}" destId="{9BEAEE4C-7081-403C-82CE-CC1C65507FFF}" srcOrd="0" destOrd="0" presId="urn:microsoft.com/office/officeart/2018/2/layout/IconVerticalSolidList"/>
    <dgm:cxn modelId="{13DDED00-2196-4488-B298-89F76EC34F82}" type="presParOf" srcId="{9BEAEE4C-7081-403C-82CE-CC1C65507FFF}" destId="{5CFFD250-78E4-4D85-80E1-3DB079652C6A}" srcOrd="0" destOrd="0" presId="urn:microsoft.com/office/officeart/2018/2/layout/IconVerticalSolidList"/>
    <dgm:cxn modelId="{2B59B2BC-64F7-417E-8047-F4632CB6799F}" type="presParOf" srcId="{9BEAEE4C-7081-403C-82CE-CC1C65507FFF}" destId="{4BC9B599-C977-4746-9776-3EE1117C3244}" srcOrd="1" destOrd="0" presId="urn:microsoft.com/office/officeart/2018/2/layout/IconVerticalSolidList"/>
    <dgm:cxn modelId="{D66F6426-FFFC-4209-ADFF-20566D5F5EEA}" type="presParOf" srcId="{9BEAEE4C-7081-403C-82CE-CC1C65507FFF}" destId="{7E6400C0-AA87-4B10-A4B4-664D214FFE99}" srcOrd="2" destOrd="0" presId="urn:microsoft.com/office/officeart/2018/2/layout/IconVerticalSolidList"/>
    <dgm:cxn modelId="{D26318B3-13F0-4830-824E-7D3BE17DAB02}" type="presParOf" srcId="{9BEAEE4C-7081-403C-82CE-CC1C65507FFF}" destId="{617DA951-DFF7-4488-93B3-0DE09BA455E2}" srcOrd="3" destOrd="0" presId="urn:microsoft.com/office/officeart/2018/2/layout/IconVerticalSolidList"/>
    <dgm:cxn modelId="{77B5B4D9-578E-490A-AF54-E84DE6B94D02}" type="presParOf" srcId="{D90E68DB-8841-4964-92D4-36475F550886}" destId="{53BFC327-86C5-44B4-B001-520DB4C2E3C5}" srcOrd="1" destOrd="0" presId="urn:microsoft.com/office/officeart/2018/2/layout/IconVerticalSolidList"/>
    <dgm:cxn modelId="{FC3361D0-4C67-4634-9E5D-1F93F4B889C9}" type="presParOf" srcId="{D90E68DB-8841-4964-92D4-36475F550886}" destId="{CDA9B3E1-CD89-4256-90B2-8B6D008E5B42}" srcOrd="2" destOrd="0" presId="urn:microsoft.com/office/officeart/2018/2/layout/IconVerticalSolidList"/>
    <dgm:cxn modelId="{450B52AC-EE8D-4070-860D-AA70D6D4691B}" type="presParOf" srcId="{CDA9B3E1-CD89-4256-90B2-8B6D008E5B42}" destId="{300CD00B-6EA8-421C-8AEA-4F538018062C}" srcOrd="0" destOrd="0" presId="urn:microsoft.com/office/officeart/2018/2/layout/IconVerticalSolidList"/>
    <dgm:cxn modelId="{77607E3D-9D6E-48BD-8E07-8A186A4175AB}" type="presParOf" srcId="{CDA9B3E1-CD89-4256-90B2-8B6D008E5B42}" destId="{C86A0B4E-D2CC-4A9B-B255-9FA18EB4E807}" srcOrd="1" destOrd="0" presId="urn:microsoft.com/office/officeart/2018/2/layout/IconVerticalSolidList"/>
    <dgm:cxn modelId="{EA771F17-26A6-4936-883A-2BF1E7F07B13}" type="presParOf" srcId="{CDA9B3E1-CD89-4256-90B2-8B6D008E5B42}" destId="{428D6717-4651-4F90-9EFB-DAAA7628528A}" srcOrd="2" destOrd="0" presId="urn:microsoft.com/office/officeart/2018/2/layout/IconVerticalSolidList"/>
    <dgm:cxn modelId="{BAEC2064-5655-4C94-B725-B472A6986490}" type="presParOf" srcId="{CDA9B3E1-CD89-4256-90B2-8B6D008E5B42}" destId="{B6483688-8C17-45E9-AB92-06F7FA6146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0F2C42-6525-4F4B-A8E9-9B705F90723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A39E84-9629-411A-A8AD-FD12DCB19AC9}">
      <dgm:prSet/>
      <dgm:spPr/>
      <dgm:t>
        <a:bodyPr/>
        <a:lstStyle/>
        <a:p>
          <a:r>
            <a:rPr lang="da-DK" dirty="0"/>
            <a:t>Hvert par får en syre</a:t>
          </a:r>
          <a:endParaRPr lang="en-US" dirty="0"/>
        </a:p>
      </dgm:t>
    </dgm:pt>
    <dgm:pt modelId="{57848A5C-A972-48A5-A208-D5B0D621CDB4}" type="parTrans" cxnId="{5A54523E-9E6F-4489-89D7-7597B942BFCA}">
      <dgm:prSet/>
      <dgm:spPr/>
      <dgm:t>
        <a:bodyPr/>
        <a:lstStyle/>
        <a:p>
          <a:endParaRPr lang="en-US"/>
        </a:p>
      </dgm:t>
    </dgm:pt>
    <dgm:pt modelId="{6A90ADF0-219C-4716-854F-9EA358995DBE}" type="sibTrans" cxnId="{5A54523E-9E6F-4489-89D7-7597B942BFCA}">
      <dgm:prSet/>
      <dgm:spPr/>
      <dgm:t>
        <a:bodyPr/>
        <a:lstStyle/>
        <a:p>
          <a:endParaRPr lang="en-US"/>
        </a:p>
      </dgm:t>
    </dgm:pt>
    <dgm:pt modelId="{081A9CDB-82E5-48A3-8A0A-63B7846A94B6}">
      <dgm:prSet/>
      <dgm:spPr/>
      <dgm:t>
        <a:bodyPr/>
        <a:lstStyle/>
        <a:p>
          <a:r>
            <a:rPr lang="da-DK"/>
            <a:t>I skal skrive syrens reaktion med vand (på tavlen)</a:t>
          </a:r>
          <a:endParaRPr lang="en-US"/>
        </a:p>
      </dgm:t>
    </dgm:pt>
    <dgm:pt modelId="{BA5150B9-9E66-4DF1-81E4-0E6B114776A6}" type="parTrans" cxnId="{14EF1FA5-8BFA-4AC5-8778-238628F46F35}">
      <dgm:prSet/>
      <dgm:spPr/>
      <dgm:t>
        <a:bodyPr/>
        <a:lstStyle/>
        <a:p>
          <a:endParaRPr lang="en-US"/>
        </a:p>
      </dgm:t>
    </dgm:pt>
    <dgm:pt modelId="{DAF955A5-7B50-48C7-9D52-AA4A1CEBCC32}" type="sibTrans" cxnId="{14EF1FA5-8BFA-4AC5-8778-238628F46F35}">
      <dgm:prSet/>
      <dgm:spPr/>
      <dgm:t>
        <a:bodyPr/>
        <a:lstStyle/>
        <a:p>
          <a:endParaRPr lang="en-US"/>
        </a:p>
      </dgm:t>
    </dgm:pt>
    <dgm:pt modelId="{687A8C9A-E4E1-409C-A4F1-D4956F40CFC4}">
      <dgm:prSet/>
      <dgm:spPr/>
      <dgm:t>
        <a:bodyPr/>
        <a:lstStyle/>
        <a:p>
          <a:r>
            <a:rPr lang="da-DK"/>
            <a:t>10 min.</a:t>
          </a:r>
          <a:endParaRPr lang="en-US"/>
        </a:p>
      </dgm:t>
    </dgm:pt>
    <dgm:pt modelId="{14593C78-34EE-438A-8620-A0EFD8C797EA}" type="parTrans" cxnId="{190FC002-FD39-4991-A618-C66840F72DDD}">
      <dgm:prSet/>
      <dgm:spPr/>
      <dgm:t>
        <a:bodyPr/>
        <a:lstStyle/>
        <a:p>
          <a:endParaRPr lang="en-US"/>
        </a:p>
      </dgm:t>
    </dgm:pt>
    <dgm:pt modelId="{60A381CA-E9E7-4072-B186-7D7A78D0E6CE}" type="sibTrans" cxnId="{190FC002-FD39-4991-A618-C66840F72DDD}">
      <dgm:prSet/>
      <dgm:spPr/>
      <dgm:t>
        <a:bodyPr/>
        <a:lstStyle/>
        <a:p>
          <a:endParaRPr lang="en-US"/>
        </a:p>
      </dgm:t>
    </dgm:pt>
    <dgm:pt modelId="{2E719EE7-C8A1-4BB4-B9E2-3D1B56574980}">
      <dgm:prSet/>
      <dgm:spPr/>
      <dgm:t>
        <a:bodyPr/>
        <a:lstStyle/>
        <a:p>
          <a:r>
            <a:rPr lang="da-DK" dirty="0"/>
            <a:t>Brug filen syrer.pdf</a:t>
          </a:r>
        </a:p>
      </dgm:t>
    </dgm:pt>
    <dgm:pt modelId="{001E35FB-BBE3-44FD-8C92-8C248327C3A2}" type="parTrans" cxnId="{6C1CD57A-5756-417B-8D1C-CD68B93E03A9}">
      <dgm:prSet/>
      <dgm:spPr/>
      <dgm:t>
        <a:bodyPr/>
        <a:lstStyle/>
        <a:p>
          <a:endParaRPr lang="da-DK"/>
        </a:p>
      </dgm:t>
    </dgm:pt>
    <dgm:pt modelId="{860C7DC0-71D1-462F-992C-24A76C359643}" type="sibTrans" cxnId="{6C1CD57A-5756-417B-8D1C-CD68B93E03A9}">
      <dgm:prSet/>
      <dgm:spPr/>
      <dgm:t>
        <a:bodyPr/>
        <a:lstStyle/>
        <a:p>
          <a:endParaRPr lang="da-DK"/>
        </a:p>
      </dgm:t>
    </dgm:pt>
    <dgm:pt modelId="{6DB871DB-E0A7-4B27-BA0E-0733FB3A8C7B}" type="pres">
      <dgm:prSet presAssocID="{990F2C42-6525-4F4B-A8E9-9B705F90723C}" presName="linear" presStyleCnt="0">
        <dgm:presLayoutVars>
          <dgm:animLvl val="lvl"/>
          <dgm:resizeHandles val="exact"/>
        </dgm:presLayoutVars>
      </dgm:prSet>
      <dgm:spPr/>
    </dgm:pt>
    <dgm:pt modelId="{C5318978-9C90-4985-8E58-4A43D552A1B8}" type="pres">
      <dgm:prSet presAssocID="{5CA39E84-9629-411A-A8AD-FD12DCB19A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C24724-56F1-4F48-9EC4-BA4ABA23EF02}" type="pres">
      <dgm:prSet presAssocID="{6A90ADF0-219C-4716-854F-9EA358995DBE}" presName="spacer" presStyleCnt="0"/>
      <dgm:spPr/>
    </dgm:pt>
    <dgm:pt modelId="{10CE9A83-2419-4894-BB99-C3B4A149C1B1}" type="pres">
      <dgm:prSet presAssocID="{2E719EE7-C8A1-4BB4-B9E2-3D1B565749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1FCF2F-BE7C-480B-9CFF-F47985691138}" type="pres">
      <dgm:prSet presAssocID="{860C7DC0-71D1-462F-992C-24A76C359643}" presName="spacer" presStyleCnt="0"/>
      <dgm:spPr/>
    </dgm:pt>
    <dgm:pt modelId="{309705FC-9693-4B72-8C63-1AF3E566D087}" type="pres">
      <dgm:prSet presAssocID="{081A9CDB-82E5-48A3-8A0A-63B7846A94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61E08A2-723A-4F07-92C6-F156ECC39707}" type="pres">
      <dgm:prSet presAssocID="{DAF955A5-7B50-48C7-9D52-AA4A1CEBCC32}" presName="spacer" presStyleCnt="0"/>
      <dgm:spPr/>
    </dgm:pt>
    <dgm:pt modelId="{130EC0BE-4872-4F03-9D2D-9304452B78B0}" type="pres">
      <dgm:prSet presAssocID="{687A8C9A-E4E1-409C-A4F1-D4956F40CF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0FC002-FD39-4991-A618-C66840F72DDD}" srcId="{990F2C42-6525-4F4B-A8E9-9B705F90723C}" destId="{687A8C9A-E4E1-409C-A4F1-D4956F40CFC4}" srcOrd="3" destOrd="0" parTransId="{14593C78-34EE-438A-8620-A0EFD8C797EA}" sibTransId="{60A381CA-E9E7-4072-B186-7D7A78D0E6CE}"/>
    <dgm:cxn modelId="{3D635E10-F788-47EA-9F00-5823772A4A39}" type="presOf" srcId="{990F2C42-6525-4F4B-A8E9-9B705F90723C}" destId="{6DB871DB-E0A7-4B27-BA0E-0733FB3A8C7B}" srcOrd="0" destOrd="0" presId="urn:microsoft.com/office/officeart/2005/8/layout/vList2"/>
    <dgm:cxn modelId="{24E1E910-3993-4B36-8C2D-D73C36DE014D}" type="presOf" srcId="{687A8C9A-E4E1-409C-A4F1-D4956F40CFC4}" destId="{130EC0BE-4872-4F03-9D2D-9304452B78B0}" srcOrd="0" destOrd="0" presId="urn:microsoft.com/office/officeart/2005/8/layout/vList2"/>
    <dgm:cxn modelId="{D6747A39-F270-47E1-8B44-E37DC63AA82D}" type="presOf" srcId="{5CA39E84-9629-411A-A8AD-FD12DCB19AC9}" destId="{C5318978-9C90-4985-8E58-4A43D552A1B8}" srcOrd="0" destOrd="0" presId="urn:microsoft.com/office/officeart/2005/8/layout/vList2"/>
    <dgm:cxn modelId="{5A54523E-9E6F-4489-89D7-7597B942BFCA}" srcId="{990F2C42-6525-4F4B-A8E9-9B705F90723C}" destId="{5CA39E84-9629-411A-A8AD-FD12DCB19AC9}" srcOrd="0" destOrd="0" parTransId="{57848A5C-A972-48A5-A208-D5B0D621CDB4}" sibTransId="{6A90ADF0-219C-4716-854F-9EA358995DBE}"/>
    <dgm:cxn modelId="{6C1CD57A-5756-417B-8D1C-CD68B93E03A9}" srcId="{990F2C42-6525-4F4B-A8E9-9B705F90723C}" destId="{2E719EE7-C8A1-4BB4-B9E2-3D1B56574980}" srcOrd="1" destOrd="0" parTransId="{001E35FB-BBE3-44FD-8C92-8C248327C3A2}" sibTransId="{860C7DC0-71D1-462F-992C-24A76C359643}"/>
    <dgm:cxn modelId="{14EF1FA5-8BFA-4AC5-8778-238628F46F35}" srcId="{990F2C42-6525-4F4B-A8E9-9B705F90723C}" destId="{081A9CDB-82E5-48A3-8A0A-63B7846A94B6}" srcOrd="2" destOrd="0" parTransId="{BA5150B9-9E66-4DF1-81E4-0E6B114776A6}" sibTransId="{DAF955A5-7B50-48C7-9D52-AA4A1CEBCC32}"/>
    <dgm:cxn modelId="{858524C2-8DAF-4610-941B-7A93ECDC4F9D}" type="presOf" srcId="{2E719EE7-C8A1-4BB4-B9E2-3D1B56574980}" destId="{10CE9A83-2419-4894-BB99-C3B4A149C1B1}" srcOrd="0" destOrd="0" presId="urn:microsoft.com/office/officeart/2005/8/layout/vList2"/>
    <dgm:cxn modelId="{C79A3DDC-DE27-431F-B253-EA85C7415FFA}" type="presOf" srcId="{081A9CDB-82E5-48A3-8A0A-63B7846A94B6}" destId="{309705FC-9693-4B72-8C63-1AF3E566D087}" srcOrd="0" destOrd="0" presId="urn:microsoft.com/office/officeart/2005/8/layout/vList2"/>
    <dgm:cxn modelId="{B76A364D-2EE6-4FBD-A503-4968451C1CFC}" type="presParOf" srcId="{6DB871DB-E0A7-4B27-BA0E-0733FB3A8C7B}" destId="{C5318978-9C90-4985-8E58-4A43D552A1B8}" srcOrd="0" destOrd="0" presId="urn:microsoft.com/office/officeart/2005/8/layout/vList2"/>
    <dgm:cxn modelId="{81093EDF-FB7D-4341-A36C-DC8B682C1BA1}" type="presParOf" srcId="{6DB871DB-E0A7-4B27-BA0E-0733FB3A8C7B}" destId="{86C24724-56F1-4F48-9EC4-BA4ABA23EF02}" srcOrd="1" destOrd="0" presId="urn:microsoft.com/office/officeart/2005/8/layout/vList2"/>
    <dgm:cxn modelId="{B25DE353-DF5C-4A1A-AAF9-6678E2E3ACF9}" type="presParOf" srcId="{6DB871DB-E0A7-4B27-BA0E-0733FB3A8C7B}" destId="{10CE9A83-2419-4894-BB99-C3B4A149C1B1}" srcOrd="2" destOrd="0" presId="urn:microsoft.com/office/officeart/2005/8/layout/vList2"/>
    <dgm:cxn modelId="{42EECD24-155B-4E85-9339-5FFE187C3611}" type="presParOf" srcId="{6DB871DB-E0A7-4B27-BA0E-0733FB3A8C7B}" destId="{A11FCF2F-BE7C-480B-9CFF-F47985691138}" srcOrd="3" destOrd="0" presId="urn:microsoft.com/office/officeart/2005/8/layout/vList2"/>
    <dgm:cxn modelId="{8B0883BE-1CEF-4C3B-8839-0C622DAE518D}" type="presParOf" srcId="{6DB871DB-E0A7-4B27-BA0E-0733FB3A8C7B}" destId="{309705FC-9693-4B72-8C63-1AF3E566D087}" srcOrd="4" destOrd="0" presId="urn:microsoft.com/office/officeart/2005/8/layout/vList2"/>
    <dgm:cxn modelId="{335B44AE-CA9D-4CA0-BC93-DA4BEBF2625C}" type="presParOf" srcId="{6DB871DB-E0A7-4B27-BA0E-0733FB3A8C7B}" destId="{261E08A2-723A-4F07-92C6-F156ECC39707}" srcOrd="5" destOrd="0" presId="urn:microsoft.com/office/officeart/2005/8/layout/vList2"/>
    <dgm:cxn modelId="{BDA7541B-2496-4872-9576-BC1A952137FA}" type="presParOf" srcId="{6DB871DB-E0A7-4B27-BA0E-0733FB3A8C7B}" destId="{130EC0BE-4872-4F03-9D2D-9304452B78B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0F2C42-6525-4F4B-A8E9-9B705F90723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A39E84-9629-411A-A8AD-FD12DCB19AC9}">
      <dgm:prSet/>
      <dgm:spPr/>
      <dgm:t>
        <a:bodyPr/>
        <a:lstStyle/>
        <a:p>
          <a:r>
            <a:rPr lang="da-DK" dirty="0"/>
            <a:t>Hvert par får en base</a:t>
          </a:r>
          <a:endParaRPr lang="en-US" dirty="0"/>
        </a:p>
      </dgm:t>
    </dgm:pt>
    <dgm:pt modelId="{57848A5C-A972-48A5-A208-D5B0D621CDB4}" type="parTrans" cxnId="{5A54523E-9E6F-4489-89D7-7597B942BFCA}">
      <dgm:prSet/>
      <dgm:spPr/>
      <dgm:t>
        <a:bodyPr/>
        <a:lstStyle/>
        <a:p>
          <a:endParaRPr lang="en-US"/>
        </a:p>
      </dgm:t>
    </dgm:pt>
    <dgm:pt modelId="{6A90ADF0-219C-4716-854F-9EA358995DBE}" type="sibTrans" cxnId="{5A54523E-9E6F-4489-89D7-7597B942BFCA}">
      <dgm:prSet/>
      <dgm:spPr/>
      <dgm:t>
        <a:bodyPr/>
        <a:lstStyle/>
        <a:p>
          <a:endParaRPr lang="en-US"/>
        </a:p>
      </dgm:t>
    </dgm:pt>
    <dgm:pt modelId="{081A9CDB-82E5-48A3-8A0A-63B7846A94B6}">
      <dgm:prSet/>
      <dgm:spPr/>
      <dgm:t>
        <a:bodyPr/>
        <a:lstStyle/>
        <a:p>
          <a:r>
            <a:rPr lang="da-DK" dirty="0"/>
            <a:t>I skal skrive basens reaktion med vand (på tavlen)</a:t>
          </a:r>
          <a:endParaRPr lang="en-US" dirty="0"/>
        </a:p>
      </dgm:t>
    </dgm:pt>
    <dgm:pt modelId="{BA5150B9-9E66-4DF1-81E4-0E6B114776A6}" type="parTrans" cxnId="{14EF1FA5-8BFA-4AC5-8778-238628F46F35}">
      <dgm:prSet/>
      <dgm:spPr/>
      <dgm:t>
        <a:bodyPr/>
        <a:lstStyle/>
        <a:p>
          <a:endParaRPr lang="en-US"/>
        </a:p>
      </dgm:t>
    </dgm:pt>
    <dgm:pt modelId="{DAF955A5-7B50-48C7-9D52-AA4A1CEBCC32}" type="sibTrans" cxnId="{14EF1FA5-8BFA-4AC5-8778-238628F46F35}">
      <dgm:prSet/>
      <dgm:spPr/>
      <dgm:t>
        <a:bodyPr/>
        <a:lstStyle/>
        <a:p>
          <a:endParaRPr lang="en-US"/>
        </a:p>
      </dgm:t>
    </dgm:pt>
    <dgm:pt modelId="{687A8C9A-E4E1-409C-A4F1-D4956F40CFC4}">
      <dgm:prSet/>
      <dgm:spPr/>
      <dgm:t>
        <a:bodyPr/>
        <a:lstStyle/>
        <a:p>
          <a:r>
            <a:rPr lang="da-DK" dirty="0"/>
            <a:t>10 min.</a:t>
          </a:r>
          <a:endParaRPr lang="en-US" dirty="0"/>
        </a:p>
      </dgm:t>
    </dgm:pt>
    <dgm:pt modelId="{14593C78-34EE-438A-8620-A0EFD8C797EA}" type="parTrans" cxnId="{190FC002-FD39-4991-A618-C66840F72DDD}">
      <dgm:prSet/>
      <dgm:spPr/>
      <dgm:t>
        <a:bodyPr/>
        <a:lstStyle/>
        <a:p>
          <a:endParaRPr lang="en-US"/>
        </a:p>
      </dgm:t>
    </dgm:pt>
    <dgm:pt modelId="{60A381CA-E9E7-4072-B186-7D7A78D0E6CE}" type="sibTrans" cxnId="{190FC002-FD39-4991-A618-C66840F72DDD}">
      <dgm:prSet/>
      <dgm:spPr/>
      <dgm:t>
        <a:bodyPr/>
        <a:lstStyle/>
        <a:p>
          <a:endParaRPr lang="en-US"/>
        </a:p>
      </dgm:t>
    </dgm:pt>
    <dgm:pt modelId="{0A8706EE-6603-4981-B4B7-E5833E26C1F8}">
      <dgm:prSet/>
      <dgm:spPr/>
      <dgm:t>
        <a:bodyPr/>
        <a:lstStyle/>
        <a:p>
          <a:r>
            <a:rPr lang="en-US"/>
            <a:t>Brug filen baser.pdf</a:t>
          </a:r>
          <a:endParaRPr lang="en-US" dirty="0"/>
        </a:p>
      </dgm:t>
    </dgm:pt>
    <dgm:pt modelId="{F6ED56E6-1EBF-470C-A533-230C7E1DD2FB}" type="parTrans" cxnId="{A8B36FC3-884F-4425-A042-362D46081FD2}">
      <dgm:prSet/>
      <dgm:spPr/>
      <dgm:t>
        <a:bodyPr/>
        <a:lstStyle/>
        <a:p>
          <a:endParaRPr lang="da-DK"/>
        </a:p>
      </dgm:t>
    </dgm:pt>
    <dgm:pt modelId="{87EDFD32-DCD2-432C-8F63-DCCB30A2F91E}" type="sibTrans" cxnId="{A8B36FC3-884F-4425-A042-362D46081FD2}">
      <dgm:prSet/>
      <dgm:spPr/>
      <dgm:t>
        <a:bodyPr/>
        <a:lstStyle/>
        <a:p>
          <a:endParaRPr lang="da-DK"/>
        </a:p>
      </dgm:t>
    </dgm:pt>
    <dgm:pt modelId="{51CB3BC9-96F8-47A3-BE2A-9A9D59F7F711}" type="pres">
      <dgm:prSet presAssocID="{990F2C42-6525-4F4B-A8E9-9B705F90723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6925B15-5BAE-4114-95AE-46A089709C4C}" type="pres">
      <dgm:prSet presAssocID="{5CA39E84-9629-411A-A8AD-FD12DCB19AC9}" presName="hierRoot1" presStyleCnt="0"/>
      <dgm:spPr/>
    </dgm:pt>
    <dgm:pt modelId="{DF47D86E-C0B9-49FE-9F63-C43BEF4715FB}" type="pres">
      <dgm:prSet presAssocID="{5CA39E84-9629-411A-A8AD-FD12DCB19AC9}" presName="composite" presStyleCnt="0"/>
      <dgm:spPr/>
    </dgm:pt>
    <dgm:pt modelId="{03F93E9C-709D-4470-AE32-AB09E726B3F7}" type="pres">
      <dgm:prSet presAssocID="{5CA39E84-9629-411A-A8AD-FD12DCB19AC9}" presName="background" presStyleLbl="node0" presStyleIdx="0" presStyleCnt="4"/>
      <dgm:spPr/>
    </dgm:pt>
    <dgm:pt modelId="{4FF71575-C6A1-4C9B-A0EF-CD6ABE47494D}" type="pres">
      <dgm:prSet presAssocID="{5CA39E84-9629-411A-A8AD-FD12DCB19AC9}" presName="text" presStyleLbl="fgAcc0" presStyleIdx="0" presStyleCnt="4">
        <dgm:presLayoutVars>
          <dgm:chPref val="3"/>
        </dgm:presLayoutVars>
      </dgm:prSet>
      <dgm:spPr/>
    </dgm:pt>
    <dgm:pt modelId="{6F5716F2-F89D-4FC9-A7D1-AD32582586CF}" type="pres">
      <dgm:prSet presAssocID="{5CA39E84-9629-411A-A8AD-FD12DCB19AC9}" presName="hierChild2" presStyleCnt="0"/>
      <dgm:spPr/>
    </dgm:pt>
    <dgm:pt modelId="{1627D58B-3483-4836-9FB9-0978FA0DDEDF}" type="pres">
      <dgm:prSet presAssocID="{0A8706EE-6603-4981-B4B7-E5833E26C1F8}" presName="hierRoot1" presStyleCnt="0"/>
      <dgm:spPr/>
    </dgm:pt>
    <dgm:pt modelId="{724C9E4E-6D8C-463A-A756-1EA557C114D6}" type="pres">
      <dgm:prSet presAssocID="{0A8706EE-6603-4981-B4B7-E5833E26C1F8}" presName="composite" presStyleCnt="0"/>
      <dgm:spPr/>
    </dgm:pt>
    <dgm:pt modelId="{8461EAB9-6A07-48EB-86E1-FCE0C5D610BF}" type="pres">
      <dgm:prSet presAssocID="{0A8706EE-6603-4981-B4B7-E5833E26C1F8}" presName="background" presStyleLbl="node0" presStyleIdx="1" presStyleCnt="4"/>
      <dgm:spPr/>
    </dgm:pt>
    <dgm:pt modelId="{685C820C-E20F-4CCE-A453-87CA330A0311}" type="pres">
      <dgm:prSet presAssocID="{0A8706EE-6603-4981-B4B7-E5833E26C1F8}" presName="text" presStyleLbl="fgAcc0" presStyleIdx="1" presStyleCnt="4">
        <dgm:presLayoutVars>
          <dgm:chPref val="3"/>
        </dgm:presLayoutVars>
      </dgm:prSet>
      <dgm:spPr/>
    </dgm:pt>
    <dgm:pt modelId="{E685A483-5E62-44E2-B5AA-DA8A91835BAF}" type="pres">
      <dgm:prSet presAssocID="{0A8706EE-6603-4981-B4B7-E5833E26C1F8}" presName="hierChild2" presStyleCnt="0"/>
      <dgm:spPr/>
    </dgm:pt>
    <dgm:pt modelId="{F388203F-3DF2-4F2D-8FA5-F397E72463A3}" type="pres">
      <dgm:prSet presAssocID="{081A9CDB-82E5-48A3-8A0A-63B7846A94B6}" presName="hierRoot1" presStyleCnt="0"/>
      <dgm:spPr/>
    </dgm:pt>
    <dgm:pt modelId="{594A4643-643C-460F-AEBD-2B5825A69362}" type="pres">
      <dgm:prSet presAssocID="{081A9CDB-82E5-48A3-8A0A-63B7846A94B6}" presName="composite" presStyleCnt="0"/>
      <dgm:spPr/>
    </dgm:pt>
    <dgm:pt modelId="{DD250A3A-1E76-4413-9CE9-0723C3A99C76}" type="pres">
      <dgm:prSet presAssocID="{081A9CDB-82E5-48A3-8A0A-63B7846A94B6}" presName="background" presStyleLbl="node0" presStyleIdx="2" presStyleCnt="4"/>
      <dgm:spPr/>
    </dgm:pt>
    <dgm:pt modelId="{84065E55-3CC9-4554-81E0-F13692C71565}" type="pres">
      <dgm:prSet presAssocID="{081A9CDB-82E5-48A3-8A0A-63B7846A94B6}" presName="text" presStyleLbl="fgAcc0" presStyleIdx="2" presStyleCnt="4">
        <dgm:presLayoutVars>
          <dgm:chPref val="3"/>
        </dgm:presLayoutVars>
      </dgm:prSet>
      <dgm:spPr/>
    </dgm:pt>
    <dgm:pt modelId="{0183B015-F56B-4448-B6BA-FAC6BD610157}" type="pres">
      <dgm:prSet presAssocID="{081A9CDB-82E5-48A3-8A0A-63B7846A94B6}" presName="hierChild2" presStyleCnt="0"/>
      <dgm:spPr/>
    </dgm:pt>
    <dgm:pt modelId="{1E5D86F0-9EE0-4F98-8FE5-67AE1D1AACAE}" type="pres">
      <dgm:prSet presAssocID="{687A8C9A-E4E1-409C-A4F1-D4956F40CFC4}" presName="hierRoot1" presStyleCnt="0"/>
      <dgm:spPr/>
    </dgm:pt>
    <dgm:pt modelId="{AEE92F2F-385D-480B-BD30-CA710B5BA5DC}" type="pres">
      <dgm:prSet presAssocID="{687A8C9A-E4E1-409C-A4F1-D4956F40CFC4}" presName="composite" presStyleCnt="0"/>
      <dgm:spPr/>
    </dgm:pt>
    <dgm:pt modelId="{9F472F9A-15CC-4860-AB23-017504A7E19D}" type="pres">
      <dgm:prSet presAssocID="{687A8C9A-E4E1-409C-A4F1-D4956F40CFC4}" presName="background" presStyleLbl="node0" presStyleIdx="3" presStyleCnt="4"/>
      <dgm:spPr/>
    </dgm:pt>
    <dgm:pt modelId="{7CB3F4EA-5C53-4BA1-A523-8A51B76BA390}" type="pres">
      <dgm:prSet presAssocID="{687A8C9A-E4E1-409C-A4F1-D4956F40CFC4}" presName="text" presStyleLbl="fgAcc0" presStyleIdx="3" presStyleCnt="4">
        <dgm:presLayoutVars>
          <dgm:chPref val="3"/>
        </dgm:presLayoutVars>
      </dgm:prSet>
      <dgm:spPr/>
    </dgm:pt>
    <dgm:pt modelId="{6A125486-5185-4AC3-8014-28A08BA3DD48}" type="pres">
      <dgm:prSet presAssocID="{687A8C9A-E4E1-409C-A4F1-D4956F40CFC4}" presName="hierChild2" presStyleCnt="0"/>
      <dgm:spPr/>
    </dgm:pt>
  </dgm:ptLst>
  <dgm:cxnLst>
    <dgm:cxn modelId="{190FC002-FD39-4991-A618-C66840F72DDD}" srcId="{990F2C42-6525-4F4B-A8E9-9B705F90723C}" destId="{687A8C9A-E4E1-409C-A4F1-D4956F40CFC4}" srcOrd="3" destOrd="0" parTransId="{14593C78-34EE-438A-8620-A0EFD8C797EA}" sibTransId="{60A381CA-E9E7-4072-B186-7D7A78D0E6CE}"/>
    <dgm:cxn modelId="{5A54523E-9E6F-4489-89D7-7597B942BFCA}" srcId="{990F2C42-6525-4F4B-A8E9-9B705F90723C}" destId="{5CA39E84-9629-411A-A8AD-FD12DCB19AC9}" srcOrd="0" destOrd="0" parTransId="{57848A5C-A972-48A5-A208-D5B0D621CDB4}" sibTransId="{6A90ADF0-219C-4716-854F-9EA358995DBE}"/>
    <dgm:cxn modelId="{5EF9E15A-26F6-40FE-B21C-D87B11CE8330}" type="presOf" srcId="{081A9CDB-82E5-48A3-8A0A-63B7846A94B6}" destId="{84065E55-3CC9-4554-81E0-F13692C71565}" srcOrd="0" destOrd="0" presId="urn:microsoft.com/office/officeart/2005/8/layout/hierarchy1"/>
    <dgm:cxn modelId="{14EF1FA5-8BFA-4AC5-8778-238628F46F35}" srcId="{990F2C42-6525-4F4B-A8E9-9B705F90723C}" destId="{081A9CDB-82E5-48A3-8A0A-63B7846A94B6}" srcOrd="2" destOrd="0" parTransId="{BA5150B9-9E66-4DF1-81E4-0E6B114776A6}" sibTransId="{DAF955A5-7B50-48C7-9D52-AA4A1CEBCC32}"/>
    <dgm:cxn modelId="{458473B8-C96D-407D-AC11-8ED7CFA90934}" type="presOf" srcId="{0A8706EE-6603-4981-B4B7-E5833E26C1F8}" destId="{685C820C-E20F-4CCE-A453-87CA330A0311}" srcOrd="0" destOrd="0" presId="urn:microsoft.com/office/officeart/2005/8/layout/hierarchy1"/>
    <dgm:cxn modelId="{A8B36FC3-884F-4425-A042-362D46081FD2}" srcId="{990F2C42-6525-4F4B-A8E9-9B705F90723C}" destId="{0A8706EE-6603-4981-B4B7-E5833E26C1F8}" srcOrd="1" destOrd="0" parTransId="{F6ED56E6-1EBF-470C-A533-230C7E1DD2FB}" sibTransId="{87EDFD32-DCD2-432C-8F63-DCCB30A2F91E}"/>
    <dgm:cxn modelId="{56A914CA-1DE9-4CB6-ADF3-2657B47C0B96}" type="presOf" srcId="{687A8C9A-E4E1-409C-A4F1-D4956F40CFC4}" destId="{7CB3F4EA-5C53-4BA1-A523-8A51B76BA390}" srcOrd="0" destOrd="0" presId="urn:microsoft.com/office/officeart/2005/8/layout/hierarchy1"/>
    <dgm:cxn modelId="{BB3BC5D5-5CEF-453D-88CE-2D58BAC5348E}" type="presOf" srcId="{5CA39E84-9629-411A-A8AD-FD12DCB19AC9}" destId="{4FF71575-C6A1-4C9B-A0EF-CD6ABE47494D}" srcOrd="0" destOrd="0" presId="urn:microsoft.com/office/officeart/2005/8/layout/hierarchy1"/>
    <dgm:cxn modelId="{61B90CEC-1BD6-4706-A7EB-08B481A09914}" type="presOf" srcId="{990F2C42-6525-4F4B-A8E9-9B705F90723C}" destId="{51CB3BC9-96F8-47A3-BE2A-9A9D59F7F711}" srcOrd="0" destOrd="0" presId="urn:microsoft.com/office/officeart/2005/8/layout/hierarchy1"/>
    <dgm:cxn modelId="{76471E6F-F138-445C-BFB2-5E92F0525E4C}" type="presParOf" srcId="{51CB3BC9-96F8-47A3-BE2A-9A9D59F7F711}" destId="{26925B15-5BAE-4114-95AE-46A089709C4C}" srcOrd="0" destOrd="0" presId="urn:microsoft.com/office/officeart/2005/8/layout/hierarchy1"/>
    <dgm:cxn modelId="{7C4E1D02-1D5F-4128-AAB9-58ED2D81063F}" type="presParOf" srcId="{26925B15-5BAE-4114-95AE-46A089709C4C}" destId="{DF47D86E-C0B9-49FE-9F63-C43BEF4715FB}" srcOrd="0" destOrd="0" presId="urn:microsoft.com/office/officeart/2005/8/layout/hierarchy1"/>
    <dgm:cxn modelId="{725866A1-9729-421A-9B4A-984528881E9D}" type="presParOf" srcId="{DF47D86E-C0B9-49FE-9F63-C43BEF4715FB}" destId="{03F93E9C-709D-4470-AE32-AB09E726B3F7}" srcOrd="0" destOrd="0" presId="urn:microsoft.com/office/officeart/2005/8/layout/hierarchy1"/>
    <dgm:cxn modelId="{CB88A23E-AECD-428D-B2F8-1E740D16FB1B}" type="presParOf" srcId="{DF47D86E-C0B9-49FE-9F63-C43BEF4715FB}" destId="{4FF71575-C6A1-4C9B-A0EF-CD6ABE47494D}" srcOrd="1" destOrd="0" presId="urn:microsoft.com/office/officeart/2005/8/layout/hierarchy1"/>
    <dgm:cxn modelId="{77A7264E-7169-4EB8-84AC-AB01A28D55CB}" type="presParOf" srcId="{26925B15-5BAE-4114-95AE-46A089709C4C}" destId="{6F5716F2-F89D-4FC9-A7D1-AD32582586CF}" srcOrd="1" destOrd="0" presId="urn:microsoft.com/office/officeart/2005/8/layout/hierarchy1"/>
    <dgm:cxn modelId="{D151ABF5-6949-46C3-B902-363917569565}" type="presParOf" srcId="{51CB3BC9-96F8-47A3-BE2A-9A9D59F7F711}" destId="{1627D58B-3483-4836-9FB9-0978FA0DDEDF}" srcOrd="1" destOrd="0" presId="urn:microsoft.com/office/officeart/2005/8/layout/hierarchy1"/>
    <dgm:cxn modelId="{23BA35F5-247E-496A-8125-540C254BF714}" type="presParOf" srcId="{1627D58B-3483-4836-9FB9-0978FA0DDEDF}" destId="{724C9E4E-6D8C-463A-A756-1EA557C114D6}" srcOrd="0" destOrd="0" presId="urn:microsoft.com/office/officeart/2005/8/layout/hierarchy1"/>
    <dgm:cxn modelId="{C313AA48-BBE9-4E54-A86F-E94E0B5DFB61}" type="presParOf" srcId="{724C9E4E-6D8C-463A-A756-1EA557C114D6}" destId="{8461EAB9-6A07-48EB-86E1-FCE0C5D610BF}" srcOrd="0" destOrd="0" presId="urn:microsoft.com/office/officeart/2005/8/layout/hierarchy1"/>
    <dgm:cxn modelId="{2C3ED87B-3872-4E5B-943D-5F0C967EBFF3}" type="presParOf" srcId="{724C9E4E-6D8C-463A-A756-1EA557C114D6}" destId="{685C820C-E20F-4CCE-A453-87CA330A0311}" srcOrd="1" destOrd="0" presId="urn:microsoft.com/office/officeart/2005/8/layout/hierarchy1"/>
    <dgm:cxn modelId="{4562D1F5-4EB5-41AF-918E-BC37EFC90815}" type="presParOf" srcId="{1627D58B-3483-4836-9FB9-0978FA0DDEDF}" destId="{E685A483-5E62-44E2-B5AA-DA8A91835BAF}" srcOrd="1" destOrd="0" presId="urn:microsoft.com/office/officeart/2005/8/layout/hierarchy1"/>
    <dgm:cxn modelId="{A0F5F7F6-1822-4398-96C5-751738D182F8}" type="presParOf" srcId="{51CB3BC9-96F8-47A3-BE2A-9A9D59F7F711}" destId="{F388203F-3DF2-4F2D-8FA5-F397E72463A3}" srcOrd="2" destOrd="0" presId="urn:microsoft.com/office/officeart/2005/8/layout/hierarchy1"/>
    <dgm:cxn modelId="{841839DB-03ED-4D08-9F65-AFFEAAEDD778}" type="presParOf" srcId="{F388203F-3DF2-4F2D-8FA5-F397E72463A3}" destId="{594A4643-643C-460F-AEBD-2B5825A69362}" srcOrd="0" destOrd="0" presId="urn:microsoft.com/office/officeart/2005/8/layout/hierarchy1"/>
    <dgm:cxn modelId="{3048D3B5-EAEF-42D4-9A07-41A578CC87BD}" type="presParOf" srcId="{594A4643-643C-460F-AEBD-2B5825A69362}" destId="{DD250A3A-1E76-4413-9CE9-0723C3A99C76}" srcOrd="0" destOrd="0" presId="urn:microsoft.com/office/officeart/2005/8/layout/hierarchy1"/>
    <dgm:cxn modelId="{19AB2AE0-5C52-4705-BB3A-6D498894E0E1}" type="presParOf" srcId="{594A4643-643C-460F-AEBD-2B5825A69362}" destId="{84065E55-3CC9-4554-81E0-F13692C71565}" srcOrd="1" destOrd="0" presId="urn:microsoft.com/office/officeart/2005/8/layout/hierarchy1"/>
    <dgm:cxn modelId="{4A620ABD-B0EB-498F-AD97-A63EEBF1A104}" type="presParOf" srcId="{F388203F-3DF2-4F2D-8FA5-F397E72463A3}" destId="{0183B015-F56B-4448-B6BA-FAC6BD610157}" srcOrd="1" destOrd="0" presId="urn:microsoft.com/office/officeart/2005/8/layout/hierarchy1"/>
    <dgm:cxn modelId="{5C84624A-71D8-499E-B623-84CD3E746694}" type="presParOf" srcId="{51CB3BC9-96F8-47A3-BE2A-9A9D59F7F711}" destId="{1E5D86F0-9EE0-4F98-8FE5-67AE1D1AACAE}" srcOrd="3" destOrd="0" presId="urn:microsoft.com/office/officeart/2005/8/layout/hierarchy1"/>
    <dgm:cxn modelId="{3F3D3183-9909-4276-8BFE-43FBF8DFAC49}" type="presParOf" srcId="{1E5D86F0-9EE0-4F98-8FE5-67AE1D1AACAE}" destId="{AEE92F2F-385D-480B-BD30-CA710B5BA5DC}" srcOrd="0" destOrd="0" presId="urn:microsoft.com/office/officeart/2005/8/layout/hierarchy1"/>
    <dgm:cxn modelId="{119FD0FA-3038-4C33-9149-E9D6510D4905}" type="presParOf" srcId="{AEE92F2F-385D-480B-BD30-CA710B5BA5DC}" destId="{9F472F9A-15CC-4860-AB23-017504A7E19D}" srcOrd="0" destOrd="0" presId="urn:microsoft.com/office/officeart/2005/8/layout/hierarchy1"/>
    <dgm:cxn modelId="{C13F79BD-F934-4AD1-8CA0-EBF495B52840}" type="presParOf" srcId="{AEE92F2F-385D-480B-BD30-CA710B5BA5DC}" destId="{7CB3F4EA-5C53-4BA1-A523-8A51B76BA390}" srcOrd="1" destOrd="0" presId="urn:microsoft.com/office/officeart/2005/8/layout/hierarchy1"/>
    <dgm:cxn modelId="{75E44C36-7856-4A70-B916-8EB50AA9715E}" type="presParOf" srcId="{1E5D86F0-9EE0-4F98-8FE5-67AE1D1AACAE}" destId="{6A125486-5185-4AC3-8014-28A08BA3DD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1BB321-6EB2-4537-84D9-A3B81EA0ED5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4BA77A-86A6-4A74-9904-B9F63630F3A9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2-9</a:t>
          </a:r>
          <a:endParaRPr lang="en-US" dirty="0"/>
        </a:p>
      </dgm:t>
    </dgm:pt>
    <dgm:pt modelId="{9AD0D252-152D-47EF-AC36-8AEE94A68F97}" type="parTrans" cxnId="{9D2A3A77-A481-48EF-9218-9D0962F2D347}">
      <dgm:prSet/>
      <dgm:spPr/>
      <dgm:t>
        <a:bodyPr/>
        <a:lstStyle/>
        <a:p>
          <a:endParaRPr lang="en-US"/>
        </a:p>
      </dgm:t>
    </dgm:pt>
    <dgm:pt modelId="{2A9950CD-3B9A-441D-B34A-A902E44217EF}" type="sibTrans" cxnId="{9D2A3A77-A481-48EF-9218-9D0962F2D347}">
      <dgm:prSet/>
      <dgm:spPr/>
      <dgm:t>
        <a:bodyPr/>
        <a:lstStyle/>
        <a:p>
          <a:endParaRPr lang="en-US"/>
        </a:p>
      </dgm:t>
    </dgm:pt>
    <dgm:pt modelId="{D80D7E98-74D6-40FA-B579-4A473F4184F1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30 min.</a:t>
          </a:r>
          <a:endParaRPr lang="en-US" dirty="0"/>
        </a:p>
      </dgm:t>
    </dgm:pt>
    <dgm:pt modelId="{0BF16714-B16B-48EF-B3AB-18A55D35B450}" type="parTrans" cxnId="{7AC09B83-C125-4E89-8CD4-79FD4E6CA73A}">
      <dgm:prSet/>
      <dgm:spPr/>
      <dgm:t>
        <a:bodyPr/>
        <a:lstStyle/>
        <a:p>
          <a:endParaRPr lang="en-US"/>
        </a:p>
      </dgm:t>
    </dgm:pt>
    <dgm:pt modelId="{64AF47F4-1FDC-4D05-99B5-293BDA0FEF8A}" type="sibTrans" cxnId="{7AC09B83-C125-4E89-8CD4-79FD4E6CA73A}">
      <dgm:prSet/>
      <dgm:spPr/>
      <dgm:t>
        <a:bodyPr/>
        <a:lstStyle/>
        <a:p>
          <a:endParaRPr lang="en-US"/>
        </a:p>
      </dgm:t>
    </dgm:pt>
    <dgm:pt modelId="{49FF006B-42E5-4F54-91B3-DED9A1E6EE39}" type="pres">
      <dgm:prSet presAssocID="{531BB321-6EB2-4537-84D9-A3B81EA0ED53}" presName="root" presStyleCnt="0">
        <dgm:presLayoutVars>
          <dgm:dir/>
          <dgm:resizeHandles val="exact"/>
        </dgm:presLayoutVars>
      </dgm:prSet>
      <dgm:spPr/>
    </dgm:pt>
    <dgm:pt modelId="{6DA60BE3-2B6E-414B-8222-98C785E77F25}" type="pres">
      <dgm:prSet presAssocID="{2A4BA77A-86A6-4A74-9904-B9F63630F3A9}" presName="compNode" presStyleCnt="0"/>
      <dgm:spPr/>
    </dgm:pt>
    <dgm:pt modelId="{38AD16DA-2EDB-487A-958C-B6D1569F9A45}" type="pres">
      <dgm:prSet presAssocID="{2A4BA77A-86A6-4A74-9904-B9F63630F3A9}" presName="bgRect" presStyleLbl="bgShp" presStyleIdx="0" presStyleCnt="2"/>
      <dgm:spPr/>
    </dgm:pt>
    <dgm:pt modelId="{099C3B16-3C43-4B53-80BD-E236F064B361}" type="pres">
      <dgm:prSet presAssocID="{2A4BA77A-86A6-4A74-9904-B9F63630F3A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D1B45B87-A294-4613-B045-06795E1DDAA8}" type="pres">
      <dgm:prSet presAssocID="{2A4BA77A-86A6-4A74-9904-B9F63630F3A9}" presName="spaceRect" presStyleCnt="0"/>
      <dgm:spPr/>
    </dgm:pt>
    <dgm:pt modelId="{0FFDF7D0-CD02-4DD7-A395-6991FC95873A}" type="pres">
      <dgm:prSet presAssocID="{2A4BA77A-86A6-4A74-9904-B9F63630F3A9}" presName="parTx" presStyleLbl="revTx" presStyleIdx="0" presStyleCnt="2">
        <dgm:presLayoutVars>
          <dgm:chMax val="0"/>
          <dgm:chPref val="0"/>
        </dgm:presLayoutVars>
      </dgm:prSet>
      <dgm:spPr/>
    </dgm:pt>
    <dgm:pt modelId="{069897CB-B4E0-41A9-A207-DF5CACC4B798}" type="pres">
      <dgm:prSet presAssocID="{2A9950CD-3B9A-441D-B34A-A902E44217EF}" presName="sibTrans" presStyleCnt="0"/>
      <dgm:spPr/>
    </dgm:pt>
    <dgm:pt modelId="{86687715-5F38-4C03-B5C0-9B5AB16128EC}" type="pres">
      <dgm:prSet presAssocID="{D80D7E98-74D6-40FA-B579-4A473F4184F1}" presName="compNode" presStyleCnt="0"/>
      <dgm:spPr/>
    </dgm:pt>
    <dgm:pt modelId="{56D7E51A-5BA0-4E29-AD3F-171F88B031DA}" type="pres">
      <dgm:prSet presAssocID="{D80D7E98-74D6-40FA-B579-4A473F4184F1}" presName="bgRect" presStyleLbl="bgShp" presStyleIdx="1" presStyleCnt="2"/>
      <dgm:spPr/>
    </dgm:pt>
    <dgm:pt modelId="{3C18A732-7A3E-4D75-A7C0-259B89D5E52C}" type="pres">
      <dgm:prSet presAssocID="{D80D7E98-74D6-40FA-B579-4A473F4184F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8DE674E9-AF75-4D2D-A095-894EB1419468}" type="pres">
      <dgm:prSet presAssocID="{D80D7E98-74D6-40FA-B579-4A473F4184F1}" presName="spaceRect" presStyleCnt="0"/>
      <dgm:spPr/>
    </dgm:pt>
    <dgm:pt modelId="{1877CE14-F1DD-4A09-B146-CCCD6C68BF84}" type="pres">
      <dgm:prSet presAssocID="{D80D7E98-74D6-40FA-B579-4A473F4184F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EC3D01A-1419-4623-A40D-EBDD26B42C74}" type="presOf" srcId="{531BB321-6EB2-4537-84D9-A3B81EA0ED53}" destId="{49FF006B-42E5-4F54-91B3-DED9A1E6EE39}" srcOrd="0" destOrd="0" presId="urn:microsoft.com/office/officeart/2018/2/layout/IconVerticalSolidList"/>
    <dgm:cxn modelId="{2EF37765-EBD5-47DC-9C41-5D70FC73080B}" type="presOf" srcId="{2A4BA77A-86A6-4A74-9904-B9F63630F3A9}" destId="{0FFDF7D0-CD02-4DD7-A395-6991FC95873A}" srcOrd="0" destOrd="0" presId="urn:microsoft.com/office/officeart/2018/2/layout/IconVerticalSolidList"/>
    <dgm:cxn modelId="{9D2A3A77-A481-48EF-9218-9D0962F2D347}" srcId="{531BB321-6EB2-4537-84D9-A3B81EA0ED53}" destId="{2A4BA77A-86A6-4A74-9904-B9F63630F3A9}" srcOrd="0" destOrd="0" parTransId="{9AD0D252-152D-47EF-AC36-8AEE94A68F97}" sibTransId="{2A9950CD-3B9A-441D-B34A-A902E44217EF}"/>
    <dgm:cxn modelId="{1F1A187A-79BA-4AEF-9093-F6FE77B19FF4}" type="presOf" srcId="{D80D7E98-74D6-40FA-B579-4A473F4184F1}" destId="{1877CE14-F1DD-4A09-B146-CCCD6C68BF84}" srcOrd="0" destOrd="0" presId="urn:microsoft.com/office/officeart/2018/2/layout/IconVerticalSolidList"/>
    <dgm:cxn modelId="{7AC09B83-C125-4E89-8CD4-79FD4E6CA73A}" srcId="{531BB321-6EB2-4537-84D9-A3B81EA0ED53}" destId="{D80D7E98-74D6-40FA-B579-4A473F4184F1}" srcOrd="1" destOrd="0" parTransId="{0BF16714-B16B-48EF-B3AB-18A55D35B450}" sibTransId="{64AF47F4-1FDC-4D05-99B5-293BDA0FEF8A}"/>
    <dgm:cxn modelId="{D4DD9714-A694-42E0-B069-502D5C16F74A}" type="presParOf" srcId="{49FF006B-42E5-4F54-91B3-DED9A1E6EE39}" destId="{6DA60BE3-2B6E-414B-8222-98C785E77F25}" srcOrd="0" destOrd="0" presId="urn:microsoft.com/office/officeart/2018/2/layout/IconVerticalSolidList"/>
    <dgm:cxn modelId="{5B11B835-85BD-4702-B726-5D1C31259F2B}" type="presParOf" srcId="{6DA60BE3-2B6E-414B-8222-98C785E77F25}" destId="{38AD16DA-2EDB-487A-958C-B6D1569F9A45}" srcOrd="0" destOrd="0" presId="urn:microsoft.com/office/officeart/2018/2/layout/IconVerticalSolidList"/>
    <dgm:cxn modelId="{64B83C07-95B9-4A2E-A2EC-A4E4EE93E741}" type="presParOf" srcId="{6DA60BE3-2B6E-414B-8222-98C785E77F25}" destId="{099C3B16-3C43-4B53-80BD-E236F064B361}" srcOrd="1" destOrd="0" presId="urn:microsoft.com/office/officeart/2018/2/layout/IconVerticalSolidList"/>
    <dgm:cxn modelId="{16B18C4C-DBBF-411F-A74A-B405DC0A329E}" type="presParOf" srcId="{6DA60BE3-2B6E-414B-8222-98C785E77F25}" destId="{D1B45B87-A294-4613-B045-06795E1DDAA8}" srcOrd="2" destOrd="0" presId="urn:microsoft.com/office/officeart/2018/2/layout/IconVerticalSolidList"/>
    <dgm:cxn modelId="{2951C2DB-6909-4377-AE07-BA71390D9827}" type="presParOf" srcId="{6DA60BE3-2B6E-414B-8222-98C785E77F25}" destId="{0FFDF7D0-CD02-4DD7-A395-6991FC95873A}" srcOrd="3" destOrd="0" presId="urn:microsoft.com/office/officeart/2018/2/layout/IconVerticalSolidList"/>
    <dgm:cxn modelId="{D7336F93-1DB9-4918-8D2F-D8FACD121BAC}" type="presParOf" srcId="{49FF006B-42E5-4F54-91B3-DED9A1E6EE39}" destId="{069897CB-B4E0-41A9-A207-DF5CACC4B798}" srcOrd="1" destOrd="0" presId="urn:microsoft.com/office/officeart/2018/2/layout/IconVerticalSolidList"/>
    <dgm:cxn modelId="{45724BE6-97B4-4B9D-B252-0779A122167A}" type="presParOf" srcId="{49FF006B-42E5-4F54-91B3-DED9A1E6EE39}" destId="{86687715-5F38-4C03-B5C0-9B5AB16128EC}" srcOrd="2" destOrd="0" presId="urn:microsoft.com/office/officeart/2018/2/layout/IconVerticalSolidList"/>
    <dgm:cxn modelId="{1E366A2D-44B5-4ADA-A761-B372C97B08F4}" type="presParOf" srcId="{86687715-5F38-4C03-B5C0-9B5AB16128EC}" destId="{56D7E51A-5BA0-4E29-AD3F-171F88B031DA}" srcOrd="0" destOrd="0" presId="urn:microsoft.com/office/officeart/2018/2/layout/IconVerticalSolidList"/>
    <dgm:cxn modelId="{A9744A32-D346-43A7-B412-71D2B9572355}" type="presParOf" srcId="{86687715-5F38-4C03-B5C0-9B5AB16128EC}" destId="{3C18A732-7A3E-4D75-A7C0-259B89D5E52C}" srcOrd="1" destOrd="0" presId="urn:microsoft.com/office/officeart/2018/2/layout/IconVerticalSolidList"/>
    <dgm:cxn modelId="{514DAE29-A516-49F1-A680-8D87A323C211}" type="presParOf" srcId="{86687715-5F38-4C03-B5C0-9B5AB16128EC}" destId="{8DE674E9-AF75-4D2D-A095-894EB1419468}" srcOrd="2" destOrd="0" presId="urn:microsoft.com/office/officeart/2018/2/layout/IconVerticalSolidList"/>
    <dgm:cxn modelId="{5A4DB434-B5FA-49A4-A062-B779D233706B}" type="presParOf" srcId="{86687715-5F38-4C03-B5C0-9B5AB16128EC}" destId="{1877CE14-F1DD-4A09-B146-CCCD6C68BF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13B60F-D19D-49EC-A75B-F33BAE789BF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1E3570-3EE6-4B94-BA39-74A914D3B4F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a-DK" dirty="0"/>
            <a:t>Opgave 17</a:t>
          </a:r>
          <a:endParaRPr lang="en-US" dirty="0"/>
        </a:p>
      </dgm:t>
    </dgm:pt>
    <dgm:pt modelId="{52137FB6-2A5E-45F2-9803-59620FDB2157}" type="parTrans" cxnId="{C8FFDE18-D365-43F1-924D-9B842EE4C4F8}">
      <dgm:prSet/>
      <dgm:spPr/>
      <dgm:t>
        <a:bodyPr/>
        <a:lstStyle/>
        <a:p>
          <a:endParaRPr lang="en-US"/>
        </a:p>
      </dgm:t>
    </dgm:pt>
    <dgm:pt modelId="{279B5955-F47F-46D9-969D-506B3A8A3D9F}" type="sibTrans" cxnId="{C8FFDE18-D365-43F1-924D-9B842EE4C4F8}">
      <dgm:prSet/>
      <dgm:spPr/>
      <dgm:t>
        <a:bodyPr/>
        <a:lstStyle/>
        <a:p>
          <a:endParaRPr lang="en-US"/>
        </a:p>
      </dgm:t>
    </dgm:pt>
    <dgm:pt modelId="{1B9A0C12-F8F9-4B3F-B287-B651E775EE1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a-DK" dirty="0"/>
            <a:t>30 min.</a:t>
          </a:r>
          <a:endParaRPr lang="en-US" dirty="0"/>
        </a:p>
      </dgm:t>
    </dgm:pt>
    <dgm:pt modelId="{D3A397CA-AD50-4780-A76B-DED63D6D1029}" type="parTrans" cxnId="{9E4C5E16-7971-4AF0-82EE-87CF714BDCF3}">
      <dgm:prSet/>
      <dgm:spPr/>
      <dgm:t>
        <a:bodyPr/>
        <a:lstStyle/>
        <a:p>
          <a:endParaRPr lang="en-US"/>
        </a:p>
      </dgm:t>
    </dgm:pt>
    <dgm:pt modelId="{18C04707-9558-443D-92FC-86986C7B2A5A}" type="sibTrans" cxnId="{9E4C5E16-7971-4AF0-82EE-87CF714BDCF3}">
      <dgm:prSet/>
      <dgm:spPr/>
      <dgm:t>
        <a:bodyPr/>
        <a:lstStyle/>
        <a:p>
          <a:endParaRPr lang="en-US"/>
        </a:p>
      </dgm:t>
    </dgm:pt>
    <dgm:pt modelId="{DB32C2F6-D63F-4E91-8582-463CF272F251}" type="pres">
      <dgm:prSet presAssocID="{D513B60F-D19D-49EC-A75B-F33BAE789BF3}" presName="root" presStyleCnt="0">
        <dgm:presLayoutVars>
          <dgm:dir/>
          <dgm:resizeHandles val="exact"/>
        </dgm:presLayoutVars>
      </dgm:prSet>
      <dgm:spPr/>
    </dgm:pt>
    <dgm:pt modelId="{F480BFA0-4CC2-41CB-A922-0806B93E072E}" type="pres">
      <dgm:prSet presAssocID="{A61E3570-3EE6-4B94-BA39-74A914D3B4F5}" presName="compNode" presStyleCnt="0"/>
      <dgm:spPr/>
    </dgm:pt>
    <dgm:pt modelId="{E2BAA1E8-B05E-452A-9BBF-C4925E224239}" type="pres">
      <dgm:prSet presAssocID="{A61E3570-3EE6-4B94-BA39-74A914D3B4F5}" presName="iconBgRect" presStyleLbl="bgShp" presStyleIdx="0" presStyleCnt="2"/>
      <dgm:spPr/>
    </dgm:pt>
    <dgm:pt modelId="{DC4FEA8C-90DF-4431-B79E-AF1963D791B5}" type="pres">
      <dgm:prSet presAssocID="{A61E3570-3EE6-4B94-BA39-74A914D3B4F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289B6F32-2F05-4871-A4CF-71768918298A}" type="pres">
      <dgm:prSet presAssocID="{A61E3570-3EE6-4B94-BA39-74A914D3B4F5}" presName="spaceRect" presStyleCnt="0"/>
      <dgm:spPr/>
    </dgm:pt>
    <dgm:pt modelId="{238D7CF4-7B62-4560-8F98-66D75920FB82}" type="pres">
      <dgm:prSet presAssocID="{A61E3570-3EE6-4B94-BA39-74A914D3B4F5}" presName="textRect" presStyleLbl="revTx" presStyleIdx="0" presStyleCnt="2">
        <dgm:presLayoutVars>
          <dgm:chMax val="1"/>
          <dgm:chPref val="1"/>
        </dgm:presLayoutVars>
      </dgm:prSet>
      <dgm:spPr/>
    </dgm:pt>
    <dgm:pt modelId="{D83B8A33-E56B-4DD0-A466-38D75A6D0E7D}" type="pres">
      <dgm:prSet presAssocID="{279B5955-F47F-46D9-969D-506B3A8A3D9F}" presName="sibTrans" presStyleCnt="0"/>
      <dgm:spPr/>
    </dgm:pt>
    <dgm:pt modelId="{F4A009E7-A1D3-4CC4-BA90-03004757BF69}" type="pres">
      <dgm:prSet presAssocID="{1B9A0C12-F8F9-4B3F-B287-B651E775EE18}" presName="compNode" presStyleCnt="0"/>
      <dgm:spPr/>
    </dgm:pt>
    <dgm:pt modelId="{C1AA1FEE-8C0C-42A3-A504-839D1FF1A8E1}" type="pres">
      <dgm:prSet presAssocID="{1B9A0C12-F8F9-4B3F-B287-B651E775EE18}" presName="iconBgRect" presStyleLbl="bgShp" presStyleIdx="1" presStyleCnt="2"/>
      <dgm:spPr/>
    </dgm:pt>
    <dgm:pt modelId="{A1A44B6C-36D3-460A-8309-FB2899ABEB03}" type="pres">
      <dgm:prSet presAssocID="{1B9A0C12-F8F9-4B3F-B287-B651E775EE18}" presName="iconRect" presStyleLbl="node1" presStyleIdx="1" presStyleCnt="2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DAFFB724-1926-4B2A-8055-72CF64B5B69B}" type="pres">
      <dgm:prSet presAssocID="{1B9A0C12-F8F9-4B3F-B287-B651E775EE18}" presName="spaceRect" presStyleCnt="0"/>
      <dgm:spPr/>
    </dgm:pt>
    <dgm:pt modelId="{56F425BE-7B54-4458-9628-3411012F2C32}" type="pres">
      <dgm:prSet presAssocID="{1B9A0C12-F8F9-4B3F-B287-B651E775EE1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5329813-DE8B-4690-86EC-3D5DF2D65A9E}" type="presOf" srcId="{1B9A0C12-F8F9-4B3F-B287-B651E775EE18}" destId="{56F425BE-7B54-4458-9628-3411012F2C32}" srcOrd="0" destOrd="0" presId="urn:microsoft.com/office/officeart/2018/5/layout/IconCircleLabelList"/>
    <dgm:cxn modelId="{9E4C5E16-7971-4AF0-82EE-87CF714BDCF3}" srcId="{D513B60F-D19D-49EC-A75B-F33BAE789BF3}" destId="{1B9A0C12-F8F9-4B3F-B287-B651E775EE18}" srcOrd="1" destOrd="0" parTransId="{D3A397CA-AD50-4780-A76B-DED63D6D1029}" sibTransId="{18C04707-9558-443D-92FC-86986C7B2A5A}"/>
    <dgm:cxn modelId="{C8FFDE18-D365-43F1-924D-9B842EE4C4F8}" srcId="{D513B60F-D19D-49EC-A75B-F33BAE789BF3}" destId="{A61E3570-3EE6-4B94-BA39-74A914D3B4F5}" srcOrd="0" destOrd="0" parTransId="{52137FB6-2A5E-45F2-9803-59620FDB2157}" sibTransId="{279B5955-F47F-46D9-969D-506B3A8A3D9F}"/>
    <dgm:cxn modelId="{A4F1DE57-8AB0-4438-A4C2-12F5023B7C15}" type="presOf" srcId="{D513B60F-D19D-49EC-A75B-F33BAE789BF3}" destId="{DB32C2F6-D63F-4E91-8582-463CF272F251}" srcOrd="0" destOrd="0" presId="urn:microsoft.com/office/officeart/2018/5/layout/IconCircleLabelList"/>
    <dgm:cxn modelId="{E42F48B6-0BAC-457A-B1C0-0600DF3A0710}" type="presOf" srcId="{A61E3570-3EE6-4B94-BA39-74A914D3B4F5}" destId="{238D7CF4-7B62-4560-8F98-66D75920FB82}" srcOrd="0" destOrd="0" presId="urn:microsoft.com/office/officeart/2018/5/layout/IconCircleLabelList"/>
    <dgm:cxn modelId="{05C44361-1376-4BF1-AD28-69BD07C1D91F}" type="presParOf" srcId="{DB32C2F6-D63F-4E91-8582-463CF272F251}" destId="{F480BFA0-4CC2-41CB-A922-0806B93E072E}" srcOrd="0" destOrd="0" presId="urn:microsoft.com/office/officeart/2018/5/layout/IconCircleLabelList"/>
    <dgm:cxn modelId="{3AF1F438-059A-4A8C-A134-E800FA66DFB6}" type="presParOf" srcId="{F480BFA0-4CC2-41CB-A922-0806B93E072E}" destId="{E2BAA1E8-B05E-452A-9BBF-C4925E224239}" srcOrd="0" destOrd="0" presId="urn:microsoft.com/office/officeart/2018/5/layout/IconCircleLabelList"/>
    <dgm:cxn modelId="{2B53B704-BC4E-4FD0-AC63-6E26FA7699D6}" type="presParOf" srcId="{F480BFA0-4CC2-41CB-A922-0806B93E072E}" destId="{DC4FEA8C-90DF-4431-B79E-AF1963D791B5}" srcOrd="1" destOrd="0" presId="urn:microsoft.com/office/officeart/2018/5/layout/IconCircleLabelList"/>
    <dgm:cxn modelId="{6327D260-AC7D-41E7-A85E-40C4488C4E4D}" type="presParOf" srcId="{F480BFA0-4CC2-41CB-A922-0806B93E072E}" destId="{289B6F32-2F05-4871-A4CF-71768918298A}" srcOrd="2" destOrd="0" presId="urn:microsoft.com/office/officeart/2018/5/layout/IconCircleLabelList"/>
    <dgm:cxn modelId="{2C6184E2-7BC2-454B-89A2-494E94947FDF}" type="presParOf" srcId="{F480BFA0-4CC2-41CB-A922-0806B93E072E}" destId="{238D7CF4-7B62-4560-8F98-66D75920FB82}" srcOrd="3" destOrd="0" presId="urn:microsoft.com/office/officeart/2018/5/layout/IconCircleLabelList"/>
    <dgm:cxn modelId="{37107D22-CD8A-44E5-85DD-631A6B6C644C}" type="presParOf" srcId="{DB32C2F6-D63F-4E91-8582-463CF272F251}" destId="{D83B8A33-E56B-4DD0-A466-38D75A6D0E7D}" srcOrd="1" destOrd="0" presId="urn:microsoft.com/office/officeart/2018/5/layout/IconCircleLabelList"/>
    <dgm:cxn modelId="{C3C14754-DF0A-4690-A89B-4C3710DB83C1}" type="presParOf" srcId="{DB32C2F6-D63F-4E91-8582-463CF272F251}" destId="{F4A009E7-A1D3-4CC4-BA90-03004757BF69}" srcOrd="2" destOrd="0" presId="urn:microsoft.com/office/officeart/2018/5/layout/IconCircleLabelList"/>
    <dgm:cxn modelId="{56F04FC9-9635-4D22-979C-C5015FB031DC}" type="presParOf" srcId="{F4A009E7-A1D3-4CC4-BA90-03004757BF69}" destId="{C1AA1FEE-8C0C-42A3-A504-839D1FF1A8E1}" srcOrd="0" destOrd="0" presId="urn:microsoft.com/office/officeart/2018/5/layout/IconCircleLabelList"/>
    <dgm:cxn modelId="{0068463A-57B8-4CB1-830E-59B09E0828CF}" type="presParOf" srcId="{F4A009E7-A1D3-4CC4-BA90-03004757BF69}" destId="{A1A44B6C-36D3-460A-8309-FB2899ABEB03}" srcOrd="1" destOrd="0" presId="urn:microsoft.com/office/officeart/2018/5/layout/IconCircleLabelList"/>
    <dgm:cxn modelId="{6B6D880F-B3CD-41F7-BBCD-11B665104EC7}" type="presParOf" srcId="{F4A009E7-A1D3-4CC4-BA90-03004757BF69}" destId="{DAFFB724-1926-4B2A-8055-72CF64B5B69B}" srcOrd="2" destOrd="0" presId="urn:microsoft.com/office/officeart/2018/5/layout/IconCircleLabelList"/>
    <dgm:cxn modelId="{27EED50A-B1E1-41FB-9621-638E91DF51B9}" type="presParOf" srcId="{F4A009E7-A1D3-4CC4-BA90-03004757BF69}" destId="{56F425BE-7B54-4458-9628-3411012F2C3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13B60F-D19D-49EC-A75B-F33BAE789BF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1E3570-3EE6-4B94-BA39-74A914D3B4F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a-DK" dirty="0"/>
            <a:t>Opgave 18-21</a:t>
          </a:r>
          <a:endParaRPr lang="en-US" dirty="0"/>
        </a:p>
      </dgm:t>
    </dgm:pt>
    <dgm:pt modelId="{52137FB6-2A5E-45F2-9803-59620FDB2157}" type="parTrans" cxnId="{C8FFDE18-D365-43F1-924D-9B842EE4C4F8}">
      <dgm:prSet/>
      <dgm:spPr/>
      <dgm:t>
        <a:bodyPr/>
        <a:lstStyle/>
        <a:p>
          <a:endParaRPr lang="en-US"/>
        </a:p>
      </dgm:t>
    </dgm:pt>
    <dgm:pt modelId="{279B5955-F47F-46D9-969D-506B3A8A3D9F}" type="sibTrans" cxnId="{C8FFDE18-D365-43F1-924D-9B842EE4C4F8}">
      <dgm:prSet/>
      <dgm:spPr/>
      <dgm:t>
        <a:bodyPr/>
        <a:lstStyle/>
        <a:p>
          <a:endParaRPr lang="en-US"/>
        </a:p>
      </dgm:t>
    </dgm:pt>
    <dgm:pt modelId="{1B9A0C12-F8F9-4B3F-B287-B651E775EE1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a-DK"/>
            <a:t>50 min.</a:t>
          </a:r>
          <a:endParaRPr lang="en-US" dirty="0"/>
        </a:p>
      </dgm:t>
    </dgm:pt>
    <dgm:pt modelId="{D3A397CA-AD50-4780-A76B-DED63D6D1029}" type="parTrans" cxnId="{9E4C5E16-7971-4AF0-82EE-87CF714BDCF3}">
      <dgm:prSet/>
      <dgm:spPr/>
      <dgm:t>
        <a:bodyPr/>
        <a:lstStyle/>
        <a:p>
          <a:endParaRPr lang="en-US"/>
        </a:p>
      </dgm:t>
    </dgm:pt>
    <dgm:pt modelId="{18C04707-9558-443D-92FC-86986C7B2A5A}" type="sibTrans" cxnId="{9E4C5E16-7971-4AF0-82EE-87CF714BDCF3}">
      <dgm:prSet/>
      <dgm:spPr/>
      <dgm:t>
        <a:bodyPr/>
        <a:lstStyle/>
        <a:p>
          <a:endParaRPr lang="en-US"/>
        </a:p>
      </dgm:t>
    </dgm:pt>
    <dgm:pt modelId="{DB32C2F6-D63F-4E91-8582-463CF272F251}" type="pres">
      <dgm:prSet presAssocID="{D513B60F-D19D-49EC-A75B-F33BAE789BF3}" presName="root" presStyleCnt="0">
        <dgm:presLayoutVars>
          <dgm:dir/>
          <dgm:resizeHandles val="exact"/>
        </dgm:presLayoutVars>
      </dgm:prSet>
      <dgm:spPr/>
    </dgm:pt>
    <dgm:pt modelId="{F480BFA0-4CC2-41CB-A922-0806B93E072E}" type="pres">
      <dgm:prSet presAssocID="{A61E3570-3EE6-4B94-BA39-74A914D3B4F5}" presName="compNode" presStyleCnt="0"/>
      <dgm:spPr/>
    </dgm:pt>
    <dgm:pt modelId="{E2BAA1E8-B05E-452A-9BBF-C4925E224239}" type="pres">
      <dgm:prSet presAssocID="{A61E3570-3EE6-4B94-BA39-74A914D3B4F5}" presName="iconBgRect" presStyleLbl="bgShp" presStyleIdx="0" presStyleCnt="2"/>
      <dgm:spPr/>
    </dgm:pt>
    <dgm:pt modelId="{DC4FEA8C-90DF-4431-B79E-AF1963D791B5}" type="pres">
      <dgm:prSet presAssocID="{A61E3570-3EE6-4B94-BA39-74A914D3B4F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289B6F32-2F05-4871-A4CF-71768918298A}" type="pres">
      <dgm:prSet presAssocID="{A61E3570-3EE6-4B94-BA39-74A914D3B4F5}" presName="spaceRect" presStyleCnt="0"/>
      <dgm:spPr/>
    </dgm:pt>
    <dgm:pt modelId="{238D7CF4-7B62-4560-8F98-66D75920FB82}" type="pres">
      <dgm:prSet presAssocID="{A61E3570-3EE6-4B94-BA39-74A914D3B4F5}" presName="textRect" presStyleLbl="revTx" presStyleIdx="0" presStyleCnt="2">
        <dgm:presLayoutVars>
          <dgm:chMax val="1"/>
          <dgm:chPref val="1"/>
        </dgm:presLayoutVars>
      </dgm:prSet>
      <dgm:spPr/>
    </dgm:pt>
    <dgm:pt modelId="{D83B8A33-E56B-4DD0-A466-38D75A6D0E7D}" type="pres">
      <dgm:prSet presAssocID="{279B5955-F47F-46D9-969D-506B3A8A3D9F}" presName="sibTrans" presStyleCnt="0"/>
      <dgm:spPr/>
    </dgm:pt>
    <dgm:pt modelId="{F4A009E7-A1D3-4CC4-BA90-03004757BF69}" type="pres">
      <dgm:prSet presAssocID="{1B9A0C12-F8F9-4B3F-B287-B651E775EE18}" presName="compNode" presStyleCnt="0"/>
      <dgm:spPr/>
    </dgm:pt>
    <dgm:pt modelId="{C1AA1FEE-8C0C-42A3-A504-839D1FF1A8E1}" type="pres">
      <dgm:prSet presAssocID="{1B9A0C12-F8F9-4B3F-B287-B651E775EE18}" presName="iconBgRect" presStyleLbl="bgShp" presStyleIdx="1" presStyleCnt="2"/>
      <dgm:spPr/>
    </dgm:pt>
    <dgm:pt modelId="{A1A44B6C-36D3-460A-8309-FB2899ABEB03}" type="pres">
      <dgm:prSet presAssocID="{1B9A0C12-F8F9-4B3F-B287-B651E775EE18}" presName="iconRect" presStyleLbl="node1" presStyleIdx="1" presStyleCnt="2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DAFFB724-1926-4B2A-8055-72CF64B5B69B}" type="pres">
      <dgm:prSet presAssocID="{1B9A0C12-F8F9-4B3F-B287-B651E775EE18}" presName="spaceRect" presStyleCnt="0"/>
      <dgm:spPr/>
    </dgm:pt>
    <dgm:pt modelId="{56F425BE-7B54-4458-9628-3411012F2C32}" type="pres">
      <dgm:prSet presAssocID="{1B9A0C12-F8F9-4B3F-B287-B651E775EE1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5329813-DE8B-4690-86EC-3D5DF2D65A9E}" type="presOf" srcId="{1B9A0C12-F8F9-4B3F-B287-B651E775EE18}" destId="{56F425BE-7B54-4458-9628-3411012F2C32}" srcOrd="0" destOrd="0" presId="urn:microsoft.com/office/officeart/2018/5/layout/IconCircleLabelList"/>
    <dgm:cxn modelId="{9E4C5E16-7971-4AF0-82EE-87CF714BDCF3}" srcId="{D513B60F-D19D-49EC-A75B-F33BAE789BF3}" destId="{1B9A0C12-F8F9-4B3F-B287-B651E775EE18}" srcOrd="1" destOrd="0" parTransId="{D3A397CA-AD50-4780-A76B-DED63D6D1029}" sibTransId="{18C04707-9558-443D-92FC-86986C7B2A5A}"/>
    <dgm:cxn modelId="{C8FFDE18-D365-43F1-924D-9B842EE4C4F8}" srcId="{D513B60F-D19D-49EC-A75B-F33BAE789BF3}" destId="{A61E3570-3EE6-4B94-BA39-74A914D3B4F5}" srcOrd="0" destOrd="0" parTransId="{52137FB6-2A5E-45F2-9803-59620FDB2157}" sibTransId="{279B5955-F47F-46D9-969D-506B3A8A3D9F}"/>
    <dgm:cxn modelId="{A4F1DE57-8AB0-4438-A4C2-12F5023B7C15}" type="presOf" srcId="{D513B60F-D19D-49EC-A75B-F33BAE789BF3}" destId="{DB32C2F6-D63F-4E91-8582-463CF272F251}" srcOrd="0" destOrd="0" presId="urn:microsoft.com/office/officeart/2018/5/layout/IconCircleLabelList"/>
    <dgm:cxn modelId="{E42F48B6-0BAC-457A-B1C0-0600DF3A0710}" type="presOf" srcId="{A61E3570-3EE6-4B94-BA39-74A914D3B4F5}" destId="{238D7CF4-7B62-4560-8F98-66D75920FB82}" srcOrd="0" destOrd="0" presId="urn:microsoft.com/office/officeart/2018/5/layout/IconCircleLabelList"/>
    <dgm:cxn modelId="{05C44361-1376-4BF1-AD28-69BD07C1D91F}" type="presParOf" srcId="{DB32C2F6-D63F-4E91-8582-463CF272F251}" destId="{F480BFA0-4CC2-41CB-A922-0806B93E072E}" srcOrd="0" destOrd="0" presId="urn:microsoft.com/office/officeart/2018/5/layout/IconCircleLabelList"/>
    <dgm:cxn modelId="{3AF1F438-059A-4A8C-A134-E800FA66DFB6}" type="presParOf" srcId="{F480BFA0-4CC2-41CB-A922-0806B93E072E}" destId="{E2BAA1E8-B05E-452A-9BBF-C4925E224239}" srcOrd="0" destOrd="0" presId="urn:microsoft.com/office/officeart/2018/5/layout/IconCircleLabelList"/>
    <dgm:cxn modelId="{2B53B704-BC4E-4FD0-AC63-6E26FA7699D6}" type="presParOf" srcId="{F480BFA0-4CC2-41CB-A922-0806B93E072E}" destId="{DC4FEA8C-90DF-4431-B79E-AF1963D791B5}" srcOrd="1" destOrd="0" presId="urn:microsoft.com/office/officeart/2018/5/layout/IconCircleLabelList"/>
    <dgm:cxn modelId="{6327D260-AC7D-41E7-A85E-40C4488C4E4D}" type="presParOf" srcId="{F480BFA0-4CC2-41CB-A922-0806B93E072E}" destId="{289B6F32-2F05-4871-A4CF-71768918298A}" srcOrd="2" destOrd="0" presId="urn:microsoft.com/office/officeart/2018/5/layout/IconCircleLabelList"/>
    <dgm:cxn modelId="{2C6184E2-7BC2-454B-89A2-494E94947FDF}" type="presParOf" srcId="{F480BFA0-4CC2-41CB-A922-0806B93E072E}" destId="{238D7CF4-7B62-4560-8F98-66D75920FB82}" srcOrd="3" destOrd="0" presId="urn:microsoft.com/office/officeart/2018/5/layout/IconCircleLabelList"/>
    <dgm:cxn modelId="{37107D22-CD8A-44E5-85DD-631A6B6C644C}" type="presParOf" srcId="{DB32C2F6-D63F-4E91-8582-463CF272F251}" destId="{D83B8A33-E56B-4DD0-A466-38D75A6D0E7D}" srcOrd="1" destOrd="0" presId="urn:microsoft.com/office/officeart/2018/5/layout/IconCircleLabelList"/>
    <dgm:cxn modelId="{C3C14754-DF0A-4690-A89B-4C3710DB83C1}" type="presParOf" srcId="{DB32C2F6-D63F-4E91-8582-463CF272F251}" destId="{F4A009E7-A1D3-4CC4-BA90-03004757BF69}" srcOrd="2" destOrd="0" presId="urn:microsoft.com/office/officeart/2018/5/layout/IconCircleLabelList"/>
    <dgm:cxn modelId="{56F04FC9-9635-4D22-979C-C5015FB031DC}" type="presParOf" srcId="{F4A009E7-A1D3-4CC4-BA90-03004757BF69}" destId="{C1AA1FEE-8C0C-42A3-A504-839D1FF1A8E1}" srcOrd="0" destOrd="0" presId="urn:microsoft.com/office/officeart/2018/5/layout/IconCircleLabelList"/>
    <dgm:cxn modelId="{0068463A-57B8-4CB1-830E-59B09E0828CF}" type="presParOf" srcId="{F4A009E7-A1D3-4CC4-BA90-03004757BF69}" destId="{A1A44B6C-36D3-460A-8309-FB2899ABEB03}" srcOrd="1" destOrd="0" presId="urn:microsoft.com/office/officeart/2018/5/layout/IconCircleLabelList"/>
    <dgm:cxn modelId="{6B6D880F-B3CD-41F7-BBCD-11B665104EC7}" type="presParOf" srcId="{F4A009E7-A1D3-4CC4-BA90-03004757BF69}" destId="{DAFFB724-1926-4B2A-8055-72CF64B5B69B}" srcOrd="2" destOrd="0" presId="urn:microsoft.com/office/officeart/2018/5/layout/IconCircleLabelList"/>
    <dgm:cxn modelId="{27EED50A-B1E1-41FB-9621-638E91DF51B9}" type="presParOf" srcId="{F4A009E7-A1D3-4CC4-BA90-03004757BF69}" destId="{56F425BE-7B54-4458-9628-3411012F2C3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FD250-78E4-4D85-80E1-3DB079652C6A}">
      <dsp:nvSpPr>
        <dsp:cNvPr id="0" name=""/>
        <dsp:cNvSpPr/>
      </dsp:nvSpPr>
      <dsp:spPr>
        <a:xfrm>
          <a:off x="0" y="630625"/>
          <a:ext cx="8596668" cy="11642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9B599-C977-4746-9776-3EE1117C3244}">
      <dsp:nvSpPr>
        <dsp:cNvPr id="0" name=""/>
        <dsp:cNvSpPr/>
      </dsp:nvSpPr>
      <dsp:spPr>
        <a:xfrm>
          <a:off x="352180" y="892577"/>
          <a:ext cx="640327" cy="6403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DA951-DFF7-4488-93B3-0DE09BA455E2}">
      <dsp:nvSpPr>
        <dsp:cNvPr id="0" name=""/>
        <dsp:cNvSpPr/>
      </dsp:nvSpPr>
      <dsp:spPr>
        <a:xfrm>
          <a:off x="1344687" y="630625"/>
          <a:ext cx="7251980" cy="116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15" tIns="123215" rIns="123215" bIns="123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Opgaver: 1</a:t>
          </a:r>
          <a:endParaRPr lang="en-US" sz="2500" kern="1200"/>
        </a:p>
      </dsp:txBody>
      <dsp:txXfrm>
        <a:off x="1344687" y="630625"/>
        <a:ext cx="7251980" cy="1164231"/>
      </dsp:txXfrm>
    </dsp:sp>
    <dsp:sp modelId="{300CD00B-6EA8-421C-8AEA-4F538018062C}">
      <dsp:nvSpPr>
        <dsp:cNvPr id="0" name=""/>
        <dsp:cNvSpPr/>
      </dsp:nvSpPr>
      <dsp:spPr>
        <a:xfrm>
          <a:off x="0" y="2085915"/>
          <a:ext cx="8596668" cy="11642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A0B4E-D2CC-4A9B-B255-9FA18EB4E807}">
      <dsp:nvSpPr>
        <dsp:cNvPr id="0" name=""/>
        <dsp:cNvSpPr/>
      </dsp:nvSpPr>
      <dsp:spPr>
        <a:xfrm>
          <a:off x="352180" y="2347867"/>
          <a:ext cx="640327" cy="6403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83688-8C17-45E9-AB92-06F7FA6146AC}">
      <dsp:nvSpPr>
        <dsp:cNvPr id="0" name=""/>
        <dsp:cNvSpPr/>
      </dsp:nvSpPr>
      <dsp:spPr>
        <a:xfrm>
          <a:off x="1344687" y="2085915"/>
          <a:ext cx="7251980" cy="116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15" tIns="123215" rIns="123215" bIns="123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12 min.</a:t>
          </a:r>
          <a:endParaRPr lang="en-US" sz="2500" kern="1200" dirty="0"/>
        </a:p>
      </dsp:txBody>
      <dsp:txXfrm>
        <a:off x="1344687" y="2085915"/>
        <a:ext cx="7251980" cy="11642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18978-9C90-4985-8E58-4A43D552A1B8}">
      <dsp:nvSpPr>
        <dsp:cNvPr id="0" name=""/>
        <dsp:cNvSpPr/>
      </dsp:nvSpPr>
      <dsp:spPr>
        <a:xfrm>
          <a:off x="0" y="78690"/>
          <a:ext cx="6628804" cy="11407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 dirty="0"/>
            <a:t>Hvert par får en syre</a:t>
          </a:r>
          <a:endParaRPr lang="en-US" sz="3000" kern="1200" dirty="0"/>
        </a:p>
      </dsp:txBody>
      <dsp:txXfrm>
        <a:off x="55687" y="134377"/>
        <a:ext cx="6517430" cy="1029376"/>
      </dsp:txXfrm>
    </dsp:sp>
    <dsp:sp modelId="{10CE9A83-2419-4894-BB99-C3B4A149C1B1}">
      <dsp:nvSpPr>
        <dsp:cNvPr id="0" name=""/>
        <dsp:cNvSpPr/>
      </dsp:nvSpPr>
      <dsp:spPr>
        <a:xfrm>
          <a:off x="0" y="1305840"/>
          <a:ext cx="6628804" cy="1140750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 dirty="0"/>
            <a:t>Brug filen syrer.pdf</a:t>
          </a:r>
        </a:p>
      </dsp:txBody>
      <dsp:txXfrm>
        <a:off x="55687" y="1361527"/>
        <a:ext cx="6517430" cy="1029376"/>
      </dsp:txXfrm>
    </dsp:sp>
    <dsp:sp modelId="{309705FC-9693-4B72-8C63-1AF3E566D087}">
      <dsp:nvSpPr>
        <dsp:cNvPr id="0" name=""/>
        <dsp:cNvSpPr/>
      </dsp:nvSpPr>
      <dsp:spPr>
        <a:xfrm>
          <a:off x="0" y="2532990"/>
          <a:ext cx="6628804" cy="1140750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/>
            <a:t>I skal skrive syrens reaktion med vand (på tavlen)</a:t>
          </a:r>
          <a:endParaRPr lang="en-US" sz="3000" kern="1200"/>
        </a:p>
      </dsp:txBody>
      <dsp:txXfrm>
        <a:off x="55687" y="2588677"/>
        <a:ext cx="6517430" cy="1029376"/>
      </dsp:txXfrm>
    </dsp:sp>
    <dsp:sp modelId="{130EC0BE-4872-4F03-9D2D-9304452B78B0}">
      <dsp:nvSpPr>
        <dsp:cNvPr id="0" name=""/>
        <dsp:cNvSpPr/>
      </dsp:nvSpPr>
      <dsp:spPr>
        <a:xfrm>
          <a:off x="0" y="3760140"/>
          <a:ext cx="6628804" cy="114075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/>
            <a:t>10 min.</a:t>
          </a:r>
          <a:endParaRPr lang="en-US" sz="3000" kern="1200"/>
        </a:p>
      </dsp:txBody>
      <dsp:txXfrm>
        <a:off x="55687" y="3815827"/>
        <a:ext cx="6517430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93E9C-709D-4470-AE32-AB09E726B3F7}">
      <dsp:nvSpPr>
        <dsp:cNvPr id="0" name=""/>
        <dsp:cNvSpPr/>
      </dsp:nvSpPr>
      <dsp:spPr>
        <a:xfrm>
          <a:off x="2518" y="1274535"/>
          <a:ext cx="1798248" cy="11418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71575-C6A1-4C9B-A0EF-CD6ABE47494D}">
      <dsp:nvSpPr>
        <dsp:cNvPr id="0" name=""/>
        <dsp:cNvSpPr/>
      </dsp:nvSpPr>
      <dsp:spPr>
        <a:xfrm>
          <a:off x="202323" y="1464350"/>
          <a:ext cx="1798248" cy="11418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Hvert par får en base</a:t>
          </a:r>
          <a:endParaRPr lang="en-US" sz="1700" kern="1200" dirty="0"/>
        </a:p>
      </dsp:txBody>
      <dsp:txXfrm>
        <a:off x="235768" y="1497795"/>
        <a:ext cx="1731358" cy="1074997"/>
      </dsp:txXfrm>
    </dsp:sp>
    <dsp:sp modelId="{8461EAB9-6A07-48EB-86E1-FCE0C5D610BF}">
      <dsp:nvSpPr>
        <dsp:cNvPr id="0" name=""/>
        <dsp:cNvSpPr/>
      </dsp:nvSpPr>
      <dsp:spPr>
        <a:xfrm>
          <a:off x="2200377" y="1274535"/>
          <a:ext cx="1798248" cy="11418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C820C-E20F-4CCE-A453-87CA330A0311}">
      <dsp:nvSpPr>
        <dsp:cNvPr id="0" name=""/>
        <dsp:cNvSpPr/>
      </dsp:nvSpPr>
      <dsp:spPr>
        <a:xfrm>
          <a:off x="2400182" y="1464350"/>
          <a:ext cx="1798248" cy="11418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Brug filen baser.pdf</a:t>
          </a:r>
          <a:endParaRPr lang="en-US" sz="1700" kern="1200" dirty="0"/>
        </a:p>
      </dsp:txBody>
      <dsp:txXfrm>
        <a:off x="2433627" y="1497795"/>
        <a:ext cx="1731358" cy="1074997"/>
      </dsp:txXfrm>
    </dsp:sp>
    <dsp:sp modelId="{DD250A3A-1E76-4413-9CE9-0723C3A99C76}">
      <dsp:nvSpPr>
        <dsp:cNvPr id="0" name=""/>
        <dsp:cNvSpPr/>
      </dsp:nvSpPr>
      <dsp:spPr>
        <a:xfrm>
          <a:off x="4398236" y="1274535"/>
          <a:ext cx="1798248" cy="11418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65E55-3CC9-4554-81E0-F13692C71565}">
      <dsp:nvSpPr>
        <dsp:cNvPr id="0" name=""/>
        <dsp:cNvSpPr/>
      </dsp:nvSpPr>
      <dsp:spPr>
        <a:xfrm>
          <a:off x="4598042" y="1464350"/>
          <a:ext cx="1798248" cy="11418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I skal skrive basens reaktion med vand (på tavlen)</a:t>
          </a:r>
          <a:endParaRPr lang="en-US" sz="1700" kern="1200" dirty="0"/>
        </a:p>
      </dsp:txBody>
      <dsp:txXfrm>
        <a:off x="4631487" y="1497795"/>
        <a:ext cx="1731358" cy="1074997"/>
      </dsp:txXfrm>
    </dsp:sp>
    <dsp:sp modelId="{9F472F9A-15CC-4860-AB23-017504A7E19D}">
      <dsp:nvSpPr>
        <dsp:cNvPr id="0" name=""/>
        <dsp:cNvSpPr/>
      </dsp:nvSpPr>
      <dsp:spPr>
        <a:xfrm>
          <a:off x="6596095" y="1274535"/>
          <a:ext cx="1798248" cy="11418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3F4EA-5C53-4BA1-A523-8A51B76BA390}">
      <dsp:nvSpPr>
        <dsp:cNvPr id="0" name=""/>
        <dsp:cNvSpPr/>
      </dsp:nvSpPr>
      <dsp:spPr>
        <a:xfrm>
          <a:off x="6795901" y="1464350"/>
          <a:ext cx="1798248" cy="11418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10 min.</a:t>
          </a:r>
          <a:endParaRPr lang="en-US" sz="1700" kern="1200" dirty="0"/>
        </a:p>
      </dsp:txBody>
      <dsp:txXfrm>
        <a:off x="6829346" y="1497795"/>
        <a:ext cx="1731358" cy="10749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D16DA-2EDB-487A-958C-B6D1569F9A45}">
      <dsp:nvSpPr>
        <dsp:cNvPr id="0" name=""/>
        <dsp:cNvSpPr/>
      </dsp:nvSpPr>
      <dsp:spPr>
        <a:xfrm>
          <a:off x="0" y="630625"/>
          <a:ext cx="8596668" cy="11642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C3B16-3C43-4B53-80BD-E236F064B361}">
      <dsp:nvSpPr>
        <dsp:cNvPr id="0" name=""/>
        <dsp:cNvSpPr/>
      </dsp:nvSpPr>
      <dsp:spPr>
        <a:xfrm>
          <a:off x="352180" y="892577"/>
          <a:ext cx="640327" cy="6403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DF7D0-CD02-4DD7-A395-6991FC95873A}">
      <dsp:nvSpPr>
        <dsp:cNvPr id="0" name=""/>
        <dsp:cNvSpPr/>
      </dsp:nvSpPr>
      <dsp:spPr>
        <a:xfrm>
          <a:off x="1344687" y="630625"/>
          <a:ext cx="7251980" cy="116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15" tIns="123215" rIns="123215" bIns="123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2-9</a:t>
          </a:r>
          <a:endParaRPr lang="en-US" sz="2500" kern="1200" dirty="0"/>
        </a:p>
      </dsp:txBody>
      <dsp:txXfrm>
        <a:off x="1344687" y="630625"/>
        <a:ext cx="7251980" cy="1164231"/>
      </dsp:txXfrm>
    </dsp:sp>
    <dsp:sp modelId="{56D7E51A-5BA0-4E29-AD3F-171F88B031DA}">
      <dsp:nvSpPr>
        <dsp:cNvPr id="0" name=""/>
        <dsp:cNvSpPr/>
      </dsp:nvSpPr>
      <dsp:spPr>
        <a:xfrm>
          <a:off x="0" y="2085915"/>
          <a:ext cx="8596668" cy="11642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8A732-7A3E-4D75-A7C0-259B89D5E52C}">
      <dsp:nvSpPr>
        <dsp:cNvPr id="0" name=""/>
        <dsp:cNvSpPr/>
      </dsp:nvSpPr>
      <dsp:spPr>
        <a:xfrm>
          <a:off x="352180" y="2347867"/>
          <a:ext cx="640327" cy="6403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7CE14-F1DD-4A09-B146-CCCD6C68BF84}">
      <dsp:nvSpPr>
        <dsp:cNvPr id="0" name=""/>
        <dsp:cNvSpPr/>
      </dsp:nvSpPr>
      <dsp:spPr>
        <a:xfrm>
          <a:off x="1344687" y="2085915"/>
          <a:ext cx="7251980" cy="116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15" tIns="123215" rIns="123215" bIns="123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30 min.</a:t>
          </a:r>
          <a:endParaRPr lang="en-US" sz="2500" kern="1200" dirty="0"/>
        </a:p>
      </dsp:txBody>
      <dsp:txXfrm>
        <a:off x="1344687" y="2085915"/>
        <a:ext cx="7251980" cy="11642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AA1E8-B05E-452A-9BBF-C4925E224239}">
      <dsp:nvSpPr>
        <dsp:cNvPr id="0" name=""/>
        <dsp:cNvSpPr/>
      </dsp:nvSpPr>
      <dsp:spPr>
        <a:xfrm>
          <a:off x="1596066" y="246740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FEA8C-90DF-4431-B79E-AF1963D791B5}">
      <dsp:nvSpPr>
        <dsp:cNvPr id="0" name=""/>
        <dsp:cNvSpPr/>
      </dsp:nvSpPr>
      <dsp:spPr>
        <a:xfrm>
          <a:off x="2064066" y="71474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D7CF4-7B62-4560-8F98-66D75920FB82}">
      <dsp:nvSpPr>
        <dsp:cNvPr id="0" name=""/>
        <dsp:cNvSpPr/>
      </dsp:nvSpPr>
      <dsp:spPr>
        <a:xfrm>
          <a:off x="894066" y="312674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4400" kern="1200" dirty="0"/>
            <a:t>Opgave 17</a:t>
          </a:r>
          <a:endParaRPr lang="en-US" sz="4400" kern="1200" dirty="0"/>
        </a:p>
      </dsp:txBody>
      <dsp:txXfrm>
        <a:off x="894066" y="3126741"/>
        <a:ext cx="3600000" cy="720000"/>
      </dsp:txXfrm>
    </dsp:sp>
    <dsp:sp modelId="{C1AA1FEE-8C0C-42A3-A504-839D1FF1A8E1}">
      <dsp:nvSpPr>
        <dsp:cNvPr id="0" name=""/>
        <dsp:cNvSpPr/>
      </dsp:nvSpPr>
      <dsp:spPr>
        <a:xfrm>
          <a:off x="5826066" y="246740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44B6C-36D3-460A-8309-FB2899ABEB03}">
      <dsp:nvSpPr>
        <dsp:cNvPr id="0" name=""/>
        <dsp:cNvSpPr/>
      </dsp:nvSpPr>
      <dsp:spPr>
        <a:xfrm>
          <a:off x="6294066" y="714741"/>
          <a:ext cx="1260000" cy="126000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425BE-7B54-4458-9628-3411012F2C32}">
      <dsp:nvSpPr>
        <dsp:cNvPr id="0" name=""/>
        <dsp:cNvSpPr/>
      </dsp:nvSpPr>
      <dsp:spPr>
        <a:xfrm>
          <a:off x="5124066" y="312674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4400" kern="1200" dirty="0"/>
            <a:t>30 min.</a:t>
          </a:r>
          <a:endParaRPr lang="en-US" sz="4400" kern="1200" dirty="0"/>
        </a:p>
      </dsp:txBody>
      <dsp:txXfrm>
        <a:off x="5124066" y="3126741"/>
        <a:ext cx="36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AA1E8-B05E-452A-9BBF-C4925E224239}">
      <dsp:nvSpPr>
        <dsp:cNvPr id="0" name=""/>
        <dsp:cNvSpPr/>
      </dsp:nvSpPr>
      <dsp:spPr>
        <a:xfrm>
          <a:off x="1596066" y="246740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FEA8C-90DF-4431-B79E-AF1963D791B5}">
      <dsp:nvSpPr>
        <dsp:cNvPr id="0" name=""/>
        <dsp:cNvSpPr/>
      </dsp:nvSpPr>
      <dsp:spPr>
        <a:xfrm>
          <a:off x="2064066" y="71474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D7CF4-7B62-4560-8F98-66D75920FB82}">
      <dsp:nvSpPr>
        <dsp:cNvPr id="0" name=""/>
        <dsp:cNvSpPr/>
      </dsp:nvSpPr>
      <dsp:spPr>
        <a:xfrm>
          <a:off x="894066" y="312674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4400" kern="1200" dirty="0"/>
            <a:t>Opgave 18-21</a:t>
          </a:r>
          <a:endParaRPr lang="en-US" sz="4400" kern="1200" dirty="0"/>
        </a:p>
      </dsp:txBody>
      <dsp:txXfrm>
        <a:off x="894066" y="3126741"/>
        <a:ext cx="3600000" cy="720000"/>
      </dsp:txXfrm>
    </dsp:sp>
    <dsp:sp modelId="{C1AA1FEE-8C0C-42A3-A504-839D1FF1A8E1}">
      <dsp:nvSpPr>
        <dsp:cNvPr id="0" name=""/>
        <dsp:cNvSpPr/>
      </dsp:nvSpPr>
      <dsp:spPr>
        <a:xfrm>
          <a:off x="5826066" y="246740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44B6C-36D3-460A-8309-FB2899ABEB03}">
      <dsp:nvSpPr>
        <dsp:cNvPr id="0" name=""/>
        <dsp:cNvSpPr/>
      </dsp:nvSpPr>
      <dsp:spPr>
        <a:xfrm>
          <a:off x="6294066" y="714741"/>
          <a:ext cx="1260000" cy="126000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425BE-7B54-4458-9628-3411012F2C32}">
      <dsp:nvSpPr>
        <dsp:cNvPr id="0" name=""/>
        <dsp:cNvSpPr/>
      </dsp:nvSpPr>
      <dsp:spPr>
        <a:xfrm>
          <a:off x="5124066" y="312674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4400" kern="1200"/>
            <a:t>50 min.</a:t>
          </a:r>
          <a:endParaRPr lang="en-US" sz="4400" kern="1200" dirty="0"/>
        </a:p>
      </dsp:txBody>
      <dsp:txXfrm>
        <a:off x="5124066" y="3126741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B722A-307C-4D15-A2DE-D7ED9D0762D4}" type="datetimeFigureOut">
              <a:rPr lang="da-DK" smtClean="0"/>
              <a:t>06-10-2026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7FACE-0484-4361-A665-E2E2C48F4D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567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5A06-484F-4299-813E-EA4A678462DA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791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B847C-82E8-44FD-A750-F0D476917E59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358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7D0-2FDE-45A9-910D-0CE391EB5F43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848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24D25-8AA7-4024-8F39-5F63E1853A39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5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CAF98-2125-4473-965D-6E4317416CBA}" type="datetime1">
              <a:rPr lang="da-DK" smtClean="0"/>
              <a:t>06-10-2026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830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9C07-B800-490A-8B09-C7717ED65302}" type="datetime1">
              <a:rPr lang="da-DK" smtClean="0"/>
              <a:t>06-10-2026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356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C0BD-9DAB-4AD4-A7B1-511C11B0612A}" type="datetime1">
              <a:rPr lang="da-DK" smtClean="0"/>
              <a:t>06-10-2026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040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2A62-6F57-4065-B164-2D88F8F3C0A0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052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2901-8ED6-47EA-8B19-B7EC49527C34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9173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228BD-A011-4574-94BF-7D7A675DFD6C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7296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7EA1-0D5E-479F-BB34-C958BEF2B275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3136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DA02-A184-431E-B93F-A1FD7EB0046A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6137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1E03-FA77-4774-A5CB-F50E6033C2DF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448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4705-761A-4DAF-9F2C-87D130BB5FE8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5204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C226-1451-4C43-85AD-D67EF870E89D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5800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3A88-6680-4735-BB0E-AF171D4EBD0A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325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9499-40A0-4E5A-B68E-88925CD91DAE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EE896F-7BA8-4DFC-8A33-8127FC27ED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107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chemie-labor-experiment-306983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C6BF59-E270-4D41-E781-19395CC76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Syrer og baser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9989917-A4A9-A38B-1D94-CB92EFDB5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</a:t>
            </a:r>
          </a:p>
          <a:p>
            <a:r>
              <a:rPr lang="da-DK" dirty="0"/>
              <a:t>Kapitel 15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AAA320-32F5-5EB3-9469-0D27D8B0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112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FD2E9-6B79-479C-86A9-8498265E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0C18AC-874D-369D-1452-329B2DD0B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1. Eksempler på syrer</a:t>
            </a:r>
          </a:p>
          <a:p>
            <a:r>
              <a:rPr lang="da-DK" dirty="0"/>
              <a:t>2. Eksempler på baser</a:t>
            </a:r>
          </a:p>
          <a:p>
            <a:r>
              <a:rPr lang="da-DK" dirty="0"/>
              <a:t>3. Definition på syrer og baser</a:t>
            </a:r>
          </a:p>
          <a:p>
            <a:r>
              <a:rPr lang="da-DK" dirty="0"/>
              <a:t>4. Syrers reaktion med vand</a:t>
            </a:r>
          </a:p>
          <a:p>
            <a:r>
              <a:rPr lang="da-DK" dirty="0"/>
              <a:t>5. Basers reaktion med vand</a:t>
            </a:r>
          </a:p>
          <a:p>
            <a:r>
              <a:rPr lang="da-DK" dirty="0"/>
              <a:t>6. </a:t>
            </a:r>
            <a:r>
              <a:rPr lang="da-DK" dirty="0" err="1"/>
              <a:t>Amfolyt</a:t>
            </a:r>
            <a:endParaRPr lang="da-DK" dirty="0"/>
          </a:p>
          <a:p>
            <a:r>
              <a:rPr lang="da-DK" dirty="0"/>
              <a:t>7. Sure og basiske opløsninger</a:t>
            </a:r>
          </a:p>
          <a:p>
            <a:r>
              <a:rPr lang="da-DK" dirty="0"/>
              <a:t>8. pH</a:t>
            </a:r>
          </a:p>
          <a:p>
            <a:r>
              <a:rPr lang="da-DK" dirty="0"/>
              <a:t>9. Neutralisation</a:t>
            </a:r>
          </a:p>
          <a:p>
            <a:r>
              <a:rPr lang="da-DK" dirty="0"/>
              <a:t>10. Syrebasetitrering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B86D966-076B-BCED-C491-D82D0BE2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617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C7B41-9D33-BE58-D454-DED37F2C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Eksempler på syrer</a:t>
            </a:r>
          </a:p>
        </p:txBody>
      </p:sp>
      <p:pic>
        <p:nvPicPr>
          <p:cNvPr id="5" name="Pladsholder til indhold 4" descr="Et billede, der indeholder drikkevarer&#10;&#10;Automatisk genereret beskrivelse">
            <a:extLst>
              <a:ext uri="{FF2B5EF4-FFF2-40B4-BE49-F238E27FC236}">
                <a16:creationId xmlns:a16="http://schemas.microsoft.com/office/drawing/2014/main" id="{25D958A3-268F-CBB3-E2DA-E9472FA17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024" y="1493025"/>
            <a:ext cx="4193289" cy="4622025"/>
          </a:xfr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975B1D69-1A04-BB79-F58E-B0316AE25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093" y="0"/>
            <a:ext cx="2968534" cy="6858000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DF366EE5-2E47-0D4D-E75F-504DC1D2317D}"/>
              </a:ext>
            </a:extLst>
          </p:cNvPr>
          <p:cNvSpPr txBox="1"/>
          <p:nvPr/>
        </p:nvSpPr>
        <p:spPr>
          <a:xfrm>
            <a:off x="677334" y="1790700"/>
            <a:ext cx="38565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Ethansyre (eller eddikesyre)</a:t>
            </a:r>
          </a:p>
          <a:p>
            <a:endParaRPr lang="da-DK" dirty="0"/>
          </a:p>
          <a:p>
            <a:r>
              <a:rPr lang="da-DK" dirty="0"/>
              <a:t>Bruges til syltning af agurker (5 %)</a:t>
            </a:r>
          </a:p>
          <a:p>
            <a:endParaRPr lang="da-DK" dirty="0"/>
          </a:p>
          <a:p>
            <a:r>
              <a:rPr lang="da-DK" dirty="0"/>
              <a:t>Bruges også til afkalkning af elkedler mv. (32 %)</a:t>
            </a:r>
          </a:p>
          <a:p>
            <a:endParaRPr lang="da-DK" dirty="0"/>
          </a:p>
          <a:p>
            <a:r>
              <a:rPr lang="da-DK" dirty="0"/>
              <a:t>Formel: CH</a:t>
            </a:r>
            <a:r>
              <a:rPr lang="da-DK" baseline="-25000" dirty="0"/>
              <a:t>3</a:t>
            </a:r>
            <a:r>
              <a:rPr lang="da-DK" dirty="0"/>
              <a:t>COOH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DE78C44-3D75-B1ED-73DC-CA7787FD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626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24FDC-F8B2-F777-EB2E-8F931DA5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Eksempler på syrer</a:t>
            </a:r>
          </a:p>
        </p:txBody>
      </p:sp>
      <p:pic>
        <p:nvPicPr>
          <p:cNvPr id="5" name="Pladsholder til indhold 4" descr="Et billede, der indeholder køkkenapparat&#10;&#10;Automatisk genereret beskrivelse">
            <a:extLst>
              <a:ext uri="{FF2B5EF4-FFF2-40B4-BE49-F238E27FC236}">
                <a16:creationId xmlns:a16="http://schemas.microsoft.com/office/drawing/2014/main" id="{1C40515E-7460-D509-9C1C-058795039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53" t="20039" r="15366" b="15799"/>
          <a:stretch/>
        </p:blipFill>
        <p:spPr>
          <a:xfrm>
            <a:off x="2544941" y="2543738"/>
            <a:ext cx="3161804" cy="4368800"/>
          </a:xfrm>
        </p:spPr>
      </p:pic>
      <p:pic>
        <p:nvPicPr>
          <p:cNvPr id="7" name="Billede 6" descr="Et billede, der indeholder drikkevarer, rød, læskedrik&#10;&#10;Automatisk genereret beskrivelse">
            <a:extLst>
              <a:ext uri="{FF2B5EF4-FFF2-40B4-BE49-F238E27FC236}">
                <a16:creationId xmlns:a16="http://schemas.microsoft.com/office/drawing/2014/main" id="{9593490E-49FC-BCD3-F427-AAECD017D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218" y="918138"/>
            <a:ext cx="5685862" cy="5685862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A299EDCA-3E90-DB75-0449-30E211455DC8}"/>
              </a:ext>
            </a:extLst>
          </p:cNvPr>
          <p:cNvSpPr txBox="1"/>
          <p:nvPr/>
        </p:nvSpPr>
        <p:spPr>
          <a:xfrm>
            <a:off x="677334" y="1381125"/>
            <a:ext cx="36851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Phosphorsyre</a:t>
            </a:r>
            <a:endParaRPr lang="da-DK" dirty="0"/>
          </a:p>
          <a:p>
            <a:endParaRPr lang="da-DK" dirty="0"/>
          </a:p>
          <a:p>
            <a:r>
              <a:rPr lang="da-DK" dirty="0"/>
              <a:t>Bruges som smagsgiver i bl.a. cola</a:t>
            </a:r>
          </a:p>
          <a:p>
            <a:endParaRPr lang="da-DK" dirty="0"/>
          </a:p>
          <a:p>
            <a:r>
              <a:rPr lang="da-DK" dirty="0"/>
              <a:t>Formel: H</a:t>
            </a:r>
            <a:r>
              <a:rPr lang="da-DK" baseline="-25000" dirty="0"/>
              <a:t>3</a:t>
            </a:r>
            <a:r>
              <a:rPr lang="da-DK" dirty="0"/>
              <a:t>PO</a:t>
            </a:r>
            <a:r>
              <a:rPr lang="da-DK" baseline="-25000" dirty="0"/>
              <a:t>4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B990569-E887-F56E-9F9B-D574AA43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618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458C4-3B43-FEA2-9518-B1735ABE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Eksempler på syrer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AD911133-6CC8-4DC3-033C-682E522A4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065" y="1818958"/>
            <a:ext cx="4925377" cy="4925377"/>
          </a:xfrm>
        </p:spPr>
      </p:pic>
      <p:pic>
        <p:nvPicPr>
          <p:cNvPr id="7" name="Billede 6" descr="Et billede, der indeholder orange, citrusfrugter, appelsiner, frugt&#10;&#10;Automatisk genereret beskrivelse">
            <a:extLst>
              <a:ext uri="{FF2B5EF4-FFF2-40B4-BE49-F238E27FC236}">
                <a16:creationId xmlns:a16="http://schemas.microsoft.com/office/drawing/2014/main" id="{29066657-ECCE-B207-3C49-4E84A8624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095" y="1087755"/>
            <a:ext cx="5059680" cy="5059680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844DEA6F-F68C-96B7-93B1-3A3F0CCD2006}"/>
              </a:ext>
            </a:extLst>
          </p:cNvPr>
          <p:cNvSpPr txBox="1"/>
          <p:nvPr/>
        </p:nvSpPr>
        <p:spPr>
          <a:xfrm>
            <a:off x="333375" y="1447800"/>
            <a:ext cx="27266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Citronsyre</a:t>
            </a:r>
          </a:p>
          <a:p>
            <a:endParaRPr lang="da-DK" dirty="0"/>
          </a:p>
          <a:p>
            <a:r>
              <a:rPr lang="da-DK" dirty="0"/>
              <a:t>Findes i citroner!</a:t>
            </a:r>
          </a:p>
          <a:p>
            <a:endParaRPr lang="da-DK" dirty="0"/>
          </a:p>
          <a:p>
            <a:r>
              <a:rPr lang="da-DK" dirty="0"/>
              <a:t>Kan bruges til afkalkning</a:t>
            </a:r>
          </a:p>
          <a:p>
            <a:endParaRPr lang="da-DK" dirty="0"/>
          </a:p>
          <a:p>
            <a:r>
              <a:rPr lang="da-DK" dirty="0"/>
              <a:t>Formel: C</a:t>
            </a:r>
            <a:r>
              <a:rPr lang="da-DK" baseline="-25000" dirty="0"/>
              <a:t>6</a:t>
            </a:r>
            <a:r>
              <a:rPr lang="da-DK" dirty="0"/>
              <a:t>H</a:t>
            </a:r>
            <a:r>
              <a:rPr lang="da-DK" baseline="-25000" dirty="0"/>
              <a:t>8</a:t>
            </a:r>
            <a:r>
              <a:rPr lang="da-DK" dirty="0"/>
              <a:t>O</a:t>
            </a:r>
            <a:r>
              <a:rPr lang="da-DK" baseline="-25000" dirty="0"/>
              <a:t>7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BBDD2B0-96FF-D286-E8DE-E623F3F7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806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63A49-EDAA-58C3-2644-E8B1AB4F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Eksempler på syrer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7A88F6DE-DEAB-19D5-E53F-68F08B85C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359" y="1404303"/>
            <a:ext cx="4844097" cy="4844097"/>
          </a:xfr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3DC529EB-173C-C6F2-420F-5ED61227E2C3}"/>
              </a:ext>
            </a:extLst>
          </p:cNvPr>
          <p:cNvSpPr txBox="1"/>
          <p:nvPr/>
        </p:nvSpPr>
        <p:spPr>
          <a:xfrm>
            <a:off x="638175" y="2305050"/>
            <a:ext cx="45053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Svovlsyre</a:t>
            </a:r>
          </a:p>
          <a:p>
            <a:endParaRPr lang="da-DK" dirty="0"/>
          </a:p>
          <a:p>
            <a:r>
              <a:rPr lang="da-DK" dirty="0"/>
              <a:t>Bruges bl.a. til fremstilling af kunstgødning</a:t>
            </a:r>
          </a:p>
          <a:p>
            <a:endParaRPr lang="da-DK" dirty="0"/>
          </a:p>
          <a:p>
            <a:r>
              <a:rPr lang="da-DK" dirty="0"/>
              <a:t>En af de stærke syrer</a:t>
            </a:r>
          </a:p>
          <a:p>
            <a:endParaRPr lang="da-DK" dirty="0"/>
          </a:p>
          <a:p>
            <a:r>
              <a:rPr lang="da-DK" dirty="0"/>
              <a:t>Formel: H</a:t>
            </a:r>
            <a:r>
              <a:rPr lang="da-DK" baseline="-25000" dirty="0"/>
              <a:t>2</a:t>
            </a:r>
            <a:r>
              <a:rPr lang="da-DK" dirty="0"/>
              <a:t>SO</a:t>
            </a:r>
            <a:r>
              <a:rPr lang="da-DK" baseline="-25000" dirty="0"/>
              <a:t>4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1A56D08-F51D-E88C-5659-323FD900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6936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CD6F1-4687-50AB-9A78-2BF905A3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Eksempler på syrer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ED5B0AF-7342-1F94-9FDF-2EFBC3BD2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094691" cy="3880773"/>
          </a:xfrm>
        </p:spPr>
        <p:txBody>
          <a:bodyPr/>
          <a:lstStyle/>
          <a:p>
            <a:r>
              <a:rPr lang="da-DK" dirty="0"/>
              <a:t>Salpetersyre</a:t>
            </a:r>
          </a:p>
          <a:p>
            <a:endParaRPr lang="da-DK" dirty="0"/>
          </a:p>
          <a:p>
            <a:r>
              <a:rPr lang="da-DK" dirty="0"/>
              <a:t>Bruges bl.a. til fremstilling af kunstgødning</a:t>
            </a:r>
          </a:p>
          <a:p>
            <a:endParaRPr lang="da-DK" dirty="0"/>
          </a:p>
          <a:p>
            <a:r>
              <a:rPr lang="da-DK" dirty="0"/>
              <a:t>Stærk syre</a:t>
            </a:r>
          </a:p>
          <a:p>
            <a:endParaRPr lang="da-DK" dirty="0"/>
          </a:p>
          <a:p>
            <a:r>
              <a:rPr lang="da-DK" dirty="0"/>
              <a:t>Formel: HNO</a:t>
            </a:r>
            <a:r>
              <a:rPr lang="da-DK" baseline="-25000" dirty="0"/>
              <a:t>3</a:t>
            </a:r>
          </a:p>
        </p:txBody>
      </p:sp>
      <p:pic>
        <p:nvPicPr>
          <p:cNvPr id="5" name="Billede 4" descr="Et billede, der indeholder tekst, måler, hudcreme, gul&#10;&#10;Automatisk genereret beskrivelse">
            <a:extLst>
              <a:ext uri="{FF2B5EF4-FFF2-40B4-BE49-F238E27FC236}">
                <a16:creationId xmlns:a16="http://schemas.microsoft.com/office/drawing/2014/main" id="{C3BA5F48-15DA-C9E1-D984-457898B14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2357437"/>
            <a:ext cx="4515803" cy="4515803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8CC1CE9-703F-5C22-0321-5FA69A4F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192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3C63B-401B-7A37-1C46-00FE4C38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1. Eksempler på syrer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2702C93-867C-66FC-9FDD-D5748CB5E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575386" cy="3880773"/>
          </a:xfrm>
        </p:spPr>
        <p:txBody>
          <a:bodyPr/>
          <a:lstStyle/>
          <a:p>
            <a:r>
              <a:rPr lang="da-DK" dirty="0"/>
              <a:t>Saltsyre</a:t>
            </a:r>
          </a:p>
          <a:p>
            <a:endParaRPr lang="da-DK" dirty="0"/>
          </a:p>
          <a:p>
            <a:r>
              <a:rPr lang="da-DK" dirty="0"/>
              <a:t>Bruges bl.a. i den tekniske industri som rensningsmiddel</a:t>
            </a:r>
          </a:p>
          <a:p>
            <a:endParaRPr lang="da-DK" dirty="0"/>
          </a:p>
          <a:p>
            <a:r>
              <a:rPr lang="da-DK" dirty="0"/>
              <a:t>Stærk syre</a:t>
            </a:r>
          </a:p>
          <a:p>
            <a:endParaRPr lang="da-DK" dirty="0"/>
          </a:p>
          <a:p>
            <a:r>
              <a:rPr lang="da-DK" dirty="0"/>
              <a:t>Formel: </a:t>
            </a:r>
            <a:r>
              <a:rPr lang="da-DK" dirty="0" err="1"/>
              <a:t>HCl</a:t>
            </a:r>
            <a:endParaRPr lang="da-DK" dirty="0"/>
          </a:p>
        </p:txBody>
      </p:sp>
      <p:pic>
        <p:nvPicPr>
          <p:cNvPr id="5" name="Billede 4" descr="Et billede, der indeholder tekst&#10;&#10;Automatisk genereret beskrivelse">
            <a:extLst>
              <a:ext uri="{FF2B5EF4-FFF2-40B4-BE49-F238E27FC236}">
                <a16:creationId xmlns:a16="http://schemas.microsoft.com/office/drawing/2014/main" id="{371DE12A-D31C-6302-16AE-4D0076C51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254" y="1270000"/>
            <a:ext cx="4010025" cy="4943051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33E008D-AFB6-E3F3-51CA-D06AEF88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902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294A4-99DC-15AE-CBDD-66BB6DFD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2. Eksempler på baser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91674B-F5ED-4BCA-B198-8286F9DC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6851"/>
            <a:ext cx="6150186" cy="4574512"/>
          </a:xfrm>
        </p:spPr>
        <p:txBody>
          <a:bodyPr>
            <a:normAutofit/>
          </a:bodyPr>
          <a:lstStyle/>
          <a:p>
            <a:r>
              <a:rPr lang="da-DK" dirty="0"/>
              <a:t>Ammoniak</a:t>
            </a:r>
          </a:p>
          <a:p>
            <a:endParaRPr lang="da-DK" dirty="0"/>
          </a:p>
          <a:p>
            <a:r>
              <a:rPr lang="da-DK" dirty="0"/>
              <a:t>Et af verdens mest fremstillede kemikalier</a:t>
            </a:r>
          </a:p>
          <a:p>
            <a:endParaRPr lang="da-DK" dirty="0"/>
          </a:p>
          <a:p>
            <a:r>
              <a:rPr lang="da-DK" dirty="0"/>
              <a:t>Bruges i landbruget som gødning</a:t>
            </a:r>
          </a:p>
          <a:p>
            <a:endParaRPr lang="da-DK" dirty="0"/>
          </a:p>
          <a:p>
            <a:r>
              <a:rPr lang="da-DK" dirty="0"/>
              <a:t>Sælges under navnet ”Salmiakspiritus” som rengøringsmiddel (god til at opløse fedt)</a:t>
            </a:r>
          </a:p>
          <a:p>
            <a:endParaRPr lang="da-DK" dirty="0"/>
          </a:p>
          <a:p>
            <a:r>
              <a:rPr lang="da-DK" dirty="0"/>
              <a:t>Formel: NH</a:t>
            </a:r>
            <a:r>
              <a:rPr lang="da-DK" baseline="-25000" dirty="0"/>
              <a:t>3</a:t>
            </a:r>
          </a:p>
        </p:txBody>
      </p:sp>
      <p:pic>
        <p:nvPicPr>
          <p:cNvPr id="5" name="Billede 4" descr="Et billede, der indeholder tekst&#10;&#10;Automatisk genereret beskrivelse">
            <a:extLst>
              <a:ext uri="{FF2B5EF4-FFF2-40B4-BE49-F238E27FC236}">
                <a16:creationId xmlns:a16="http://schemas.microsoft.com/office/drawing/2014/main" id="{E41028D9-6A4D-B35A-6D44-C6F1F75CE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894" y="733661"/>
            <a:ext cx="2642666" cy="5715798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C9E6DBC-7F47-0757-81A8-E5BE9A06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563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72A99-1484-4D78-B067-882DEE91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2. Eksempler på baser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18901F7-9006-A5C1-C597-141302B30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56666" cy="3880773"/>
          </a:xfrm>
        </p:spPr>
        <p:txBody>
          <a:bodyPr/>
          <a:lstStyle/>
          <a:p>
            <a:r>
              <a:rPr lang="da-DK" dirty="0"/>
              <a:t>Natriumhydroxid</a:t>
            </a:r>
          </a:p>
          <a:p>
            <a:endParaRPr lang="da-DK" dirty="0"/>
          </a:p>
          <a:p>
            <a:r>
              <a:rPr lang="da-DK" dirty="0"/>
              <a:t>Bruges som afløbsrens – opløser fedt</a:t>
            </a:r>
          </a:p>
          <a:p>
            <a:endParaRPr lang="da-DK" dirty="0"/>
          </a:p>
          <a:p>
            <a:r>
              <a:rPr lang="da-DK" dirty="0"/>
              <a:t>Stærkt ætsende!</a:t>
            </a:r>
          </a:p>
          <a:p>
            <a:endParaRPr lang="da-DK" dirty="0"/>
          </a:p>
          <a:p>
            <a:r>
              <a:rPr lang="da-DK" dirty="0"/>
              <a:t>Formel: </a:t>
            </a:r>
            <a:r>
              <a:rPr lang="da-DK" dirty="0" err="1"/>
              <a:t>NaOH</a:t>
            </a:r>
            <a:endParaRPr lang="da-DK" dirty="0"/>
          </a:p>
        </p:txBody>
      </p:sp>
      <p:pic>
        <p:nvPicPr>
          <p:cNvPr id="5" name="Billede 4" descr="Et billede, der indeholder tekst, flaske, Plastikflaske, vandflaske&#10;&#10;Automatisk genereret beskrivelse">
            <a:extLst>
              <a:ext uri="{FF2B5EF4-FFF2-40B4-BE49-F238E27FC236}">
                <a16:creationId xmlns:a16="http://schemas.microsoft.com/office/drawing/2014/main" id="{81950C07-B298-6806-D413-0E257C856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253276"/>
            <a:ext cx="5232400" cy="6351447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B8891D3-09D3-4D3F-DC3A-7AFB68A2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2587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1436D0-7A0F-7625-6CC5-B6AE31CF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2. Eksempler på baser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512FBD7-2364-6C18-07BC-88A0411C4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237566" cy="3880773"/>
          </a:xfrm>
        </p:spPr>
        <p:txBody>
          <a:bodyPr/>
          <a:lstStyle/>
          <a:p>
            <a:r>
              <a:rPr lang="da-DK" dirty="0" err="1"/>
              <a:t>Calciumcarbonat</a:t>
            </a:r>
            <a:endParaRPr lang="da-DK" dirty="0"/>
          </a:p>
          <a:p>
            <a:endParaRPr lang="da-DK" dirty="0"/>
          </a:p>
          <a:p>
            <a:r>
              <a:rPr lang="da-DK" dirty="0"/>
              <a:t>Almindeligt navn: kridt/kalk</a:t>
            </a:r>
          </a:p>
          <a:p>
            <a:endParaRPr lang="da-DK" dirty="0"/>
          </a:p>
          <a:p>
            <a:r>
              <a:rPr lang="da-DK" dirty="0"/>
              <a:t>Findes i store mængder i Danmarks undergrund</a:t>
            </a:r>
          </a:p>
          <a:p>
            <a:endParaRPr lang="da-DK" dirty="0"/>
          </a:p>
          <a:p>
            <a:r>
              <a:rPr lang="da-DK" dirty="0"/>
              <a:t>Formel: CaCO</a:t>
            </a:r>
            <a:r>
              <a:rPr lang="da-DK" baseline="-25000" dirty="0"/>
              <a:t>3</a:t>
            </a:r>
          </a:p>
        </p:txBody>
      </p:sp>
      <p:pic>
        <p:nvPicPr>
          <p:cNvPr id="5" name="Billede 4" descr="Et billede, der indeholder udendørs, natur, sky, klippe&#10;&#10;Automatisk genereret beskrivelse">
            <a:extLst>
              <a:ext uri="{FF2B5EF4-FFF2-40B4-BE49-F238E27FC236}">
                <a16:creationId xmlns:a16="http://schemas.microsoft.com/office/drawing/2014/main" id="{9424127D-9DD3-857A-97EC-976DBCBF3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714" y="1184561"/>
            <a:ext cx="4053206" cy="5411239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2CE84AC-C6AE-CFEB-2AD6-40672B01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740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DDC233-889D-893B-842F-8959E7FF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2. Eksempler på baser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1C945EC-6926-D009-4FC4-B1AA9E09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275666" cy="3880773"/>
          </a:xfrm>
        </p:spPr>
        <p:txBody>
          <a:bodyPr/>
          <a:lstStyle/>
          <a:p>
            <a:r>
              <a:rPr lang="da-DK" dirty="0"/>
              <a:t>Calciumhydroxid</a:t>
            </a:r>
          </a:p>
          <a:p>
            <a:endParaRPr lang="da-DK" dirty="0"/>
          </a:p>
          <a:p>
            <a:r>
              <a:rPr lang="da-DK" dirty="0"/>
              <a:t>Læsket kalk</a:t>
            </a:r>
          </a:p>
          <a:p>
            <a:endParaRPr lang="da-DK" dirty="0"/>
          </a:p>
          <a:p>
            <a:r>
              <a:rPr lang="da-DK" dirty="0"/>
              <a:t>Bruges til kalkning af kirker mv.</a:t>
            </a:r>
          </a:p>
          <a:p>
            <a:endParaRPr lang="da-DK" dirty="0"/>
          </a:p>
          <a:p>
            <a:r>
              <a:rPr lang="da-DK" dirty="0"/>
              <a:t>Formel: </a:t>
            </a:r>
            <a:r>
              <a:rPr lang="da-DK" dirty="0" err="1"/>
              <a:t>Ca</a:t>
            </a:r>
            <a:r>
              <a:rPr lang="da-DK" dirty="0"/>
              <a:t>(OH)</a:t>
            </a:r>
            <a:r>
              <a:rPr lang="da-DK" baseline="-25000" dirty="0"/>
              <a:t>2</a:t>
            </a:r>
          </a:p>
        </p:txBody>
      </p:sp>
      <p:pic>
        <p:nvPicPr>
          <p:cNvPr id="5" name="Billede 4" descr="Et billede, der indeholder tekst&#10;&#10;Automatisk genereret beskrivelse">
            <a:extLst>
              <a:ext uri="{FF2B5EF4-FFF2-40B4-BE49-F238E27FC236}">
                <a16:creationId xmlns:a16="http://schemas.microsoft.com/office/drawing/2014/main" id="{F1B4A1AF-D1EB-95C0-ED4C-1F574C59C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759" y="325437"/>
            <a:ext cx="2956243" cy="2956243"/>
          </a:xfrm>
          <a:prstGeom prst="rect">
            <a:avLst/>
          </a:prstGeom>
        </p:spPr>
      </p:pic>
      <p:pic>
        <p:nvPicPr>
          <p:cNvPr id="7" name="Billede 6" descr="Et billede, der indeholder udendørs, bygning, sky, plante&#10;&#10;Automatisk genereret beskrivelse">
            <a:extLst>
              <a:ext uri="{FF2B5EF4-FFF2-40B4-BE49-F238E27FC236}">
                <a16:creationId xmlns:a16="http://schemas.microsoft.com/office/drawing/2014/main" id="{E05EBA3A-C80F-6CE0-67E3-B4A5D660B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514" y="3177050"/>
            <a:ext cx="4100411" cy="307135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1B34347-8C1E-EF4C-766B-3CA048E8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946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95818-5E70-51A0-0FF6-4902784E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361CB0F3-6A04-9A11-5F58-6EE9E0EAC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485825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01ED20B8-0C9F-7D1C-BF17-5EA83CAF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82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1B6978-1D88-FA29-C5ED-064A3848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3. Definition på syre og en base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E84578E-4FD5-9712-D1C8-7204BB820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forrige sider giver eksempler på syrer og baser</a:t>
            </a:r>
          </a:p>
          <a:p>
            <a:r>
              <a:rPr lang="da-DK" dirty="0"/>
              <a:t>Men hvad ER en syre og en base?</a:t>
            </a:r>
          </a:p>
          <a:p>
            <a:r>
              <a:rPr lang="da-DK" dirty="0"/>
              <a:t>Først introducerer vi begrebet en </a:t>
            </a:r>
            <a:r>
              <a:rPr lang="da-DK" dirty="0" err="1">
                <a:solidFill>
                  <a:srgbClr val="FF0000"/>
                </a:solidFill>
              </a:rPr>
              <a:t>hydron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chemeClr val="tx1"/>
                </a:solidFill>
              </a:rPr>
              <a:t>En </a:t>
            </a:r>
            <a:r>
              <a:rPr lang="da-DK" dirty="0" err="1">
                <a:solidFill>
                  <a:schemeClr val="tx1"/>
                </a:solidFill>
              </a:rPr>
              <a:t>hydron</a:t>
            </a:r>
            <a:r>
              <a:rPr lang="da-DK" dirty="0">
                <a:solidFill>
                  <a:schemeClr val="tx1"/>
                </a:solidFill>
              </a:rPr>
              <a:t> er en sammentrækning af </a:t>
            </a:r>
            <a:r>
              <a:rPr lang="da-DK" dirty="0" err="1">
                <a:solidFill>
                  <a:srgbClr val="FF0000"/>
                </a:solidFill>
              </a:rPr>
              <a:t>hydr</a:t>
            </a:r>
            <a:r>
              <a:rPr lang="da-DK" dirty="0" err="1">
                <a:solidFill>
                  <a:schemeClr val="tx1"/>
                </a:solidFill>
              </a:rPr>
              <a:t>ogeni</a:t>
            </a:r>
            <a:r>
              <a:rPr lang="da-DK" dirty="0" err="1">
                <a:solidFill>
                  <a:srgbClr val="FF0000"/>
                </a:solidFill>
              </a:rPr>
              <a:t>on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chemeClr val="tx1"/>
                </a:solidFill>
              </a:rPr>
              <a:t>Det er et hydrogenatom der har afgivet en elektron og derfor bliver positiv</a:t>
            </a:r>
          </a:p>
          <a:p>
            <a:r>
              <a:rPr lang="da-DK" dirty="0">
                <a:solidFill>
                  <a:schemeClr val="tx1"/>
                </a:solidFill>
              </a:rPr>
              <a:t>Formel: H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</a:p>
          <a:p>
            <a:r>
              <a:rPr lang="da-DK" dirty="0">
                <a:solidFill>
                  <a:schemeClr val="tx1"/>
                </a:solidFill>
              </a:rPr>
              <a:t>Da hydrogen er grundstof nummer 1, har et hydrogenatom kun én elektron</a:t>
            </a:r>
          </a:p>
          <a:p>
            <a:r>
              <a:rPr lang="da-DK" dirty="0">
                <a:solidFill>
                  <a:schemeClr val="tx1"/>
                </a:solidFill>
              </a:rPr>
              <a:t>Når den ene elektron afgives, er der kun atomkernen tilbage</a:t>
            </a:r>
          </a:p>
          <a:p>
            <a:r>
              <a:rPr lang="da-DK" dirty="0">
                <a:solidFill>
                  <a:schemeClr val="tx1"/>
                </a:solidFill>
              </a:rPr>
              <a:t>En hydrogenkerne består normalt bare af én proton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F82FAAA-3D31-F98A-AD43-B4543EA8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058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0CF04-2427-D24B-C37E-2CAB2BB7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3. Definition på syre og en base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7EB4371-B2B5-C25B-38D9-C57E620D4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kan nu definere:</a:t>
            </a:r>
          </a:p>
          <a:p>
            <a:r>
              <a:rPr lang="da-DK" dirty="0"/>
              <a:t>En </a:t>
            </a:r>
            <a:r>
              <a:rPr lang="da-DK" dirty="0">
                <a:solidFill>
                  <a:srgbClr val="FF0000"/>
                </a:solidFill>
              </a:rPr>
              <a:t>syre</a:t>
            </a:r>
            <a:r>
              <a:rPr lang="da-DK" dirty="0"/>
              <a:t> er en ion eller et molekyle der kan </a:t>
            </a:r>
            <a:r>
              <a:rPr lang="da-DK" dirty="0">
                <a:solidFill>
                  <a:srgbClr val="FF0000"/>
                </a:solidFill>
              </a:rPr>
              <a:t>afgive</a:t>
            </a:r>
            <a:r>
              <a:rPr lang="da-DK" dirty="0"/>
              <a:t> en </a:t>
            </a:r>
            <a:r>
              <a:rPr lang="da-DK" dirty="0" err="1"/>
              <a:t>hydron</a:t>
            </a:r>
            <a:r>
              <a:rPr lang="da-DK" dirty="0"/>
              <a:t> (H</a:t>
            </a:r>
            <a:r>
              <a:rPr lang="da-DK" baseline="30000" dirty="0"/>
              <a:t>+</a:t>
            </a:r>
            <a:r>
              <a:rPr lang="da-DK" dirty="0"/>
              <a:t>)</a:t>
            </a:r>
          </a:p>
          <a:p>
            <a:r>
              <a:rPr lang="da-DK" dirty="0"/>
              <a:t>En </a:t>
            </a:r>
            <a:r>
              <a:rPr lang="da-DK" dirty="0">
                <a:solidFill>
                  <a:srgbClr val="FF0000"/>
                </a:solidFill>
              </a:rPr>
              <a:t>base</a:t>
            </a:r>
            <a:r>
              <a:rPr lang="da-DK" dirty="0"/>
              <a:t> er en ion eller et molekyle der kan </a:t>
            </a:r>
            <a:r>
              <a:rPr lang="da-DK" dirty="0">
                <a:solidFill>
                  <a:srgbClr val="FF0000"/>
                </a:solidFill>
              </a:rPr>
              <a:t>optage</a:t>
            </a:r>
            <a:r>
              <a:rPr lang="da-DK" dirty="0"/>
              <a:t> en </a:t>
            </a:r>
            <a:r>
              <a:rPr lang="da-DK" dirty="0" err="1"/>
              <a:t>hydron</a:t>
            </a:r>
            <a:r>
              <a:rPr lang="da-DK" dirty="0"/>
              <a:t> (H</a:t>
            </a:r>
            <a:r>
              <a:rPr lang="da-DK" baseline="30000" dirty="0"/>
              <a:t>+</a:t>
            </a:r>
            <a:r>
              <a:rPr lang="da-DK" dirty="0"/>
              <a:t>)</a:t>
            </a:r>
          </a:p>
          <a:p>
            <a:r>
              <a:rPr lang="da-DK" dirty="0" err="1"/>
              <a:t>Hydroner</a:t>
            </a:r>
            <a:r>
              <a:rPr lang="da-DK" dirty="0"/>
              <a:t> findes ikke frit</a:t>
            </a:r>
          </a:p>
          <a:p>
            <a:r>
              <a:rPr lang="da-DK" dirty="0"/>
              <a:t>For at en syre skal kunne fungere som syre (afgive en </a:t>
            </a:r>
            <a:r>
              <a:rPr lang="da-DK" dirty="0" err="1"/>
              <a:t>hydron</a:t>
            </a:r>
            <a:r>
              <a:rPr lang="da-DK" dirty="0"/>
              <a:t>) skal der være en base til at optage </a:t>
            </a:r>
            <a:r>
              <a:rPr lang="da-DK" dirty="0" err="1"/>
              <a:t>hydronen</a:t>
            </a:r>
            <a:endParaRPr lang="da-DK" dirty="0"/>
          </a:p>
          <a:p>
            <a:r>
              <a:rPr lang="da-DK" dirty="0"/>
              <a:t>Syrer og baser fungerer derfor altid i par</a:t>
            </a:r>
          </a:p>
          <a:p>
            <a:r>
              <a:rPr lang="da-DK" dirty="0"/>
              <a:t>Syrer afgiver </a:t>
            </a:r>
            <a:r>
              <a:rPr lang="da-DK" dirty="0" err="1"/>
              <a:t>hydroner</a:t>
            </a:r>
            <a:r>
              <a:rPr lang="da-DK" dirty="0"/>
              <a:t> til baser</a:t>
            </a:r>
          </a:p>
          <a:p>
            <a:r>
              <a:rPr lang="da-DK" dirty="0"/>
              <a:t>Syrebasereaktioner handler om overføring af </a:t>
            </a:r>
            <a:r>
              <a:rPr lang="da-DK" dirty="0" err="1"/>
              <a:t>hydroner</a:t>
            </a:r>
            <a:r>
              <a:rPr lang="da-DK" dirty="0"/>
              <a:t> fra syre til baser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E3B2CC1-F0FB-22FA-FBF0-61E09D26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7020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81975-1A02-9325-EE4A-0FEA03B6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3. Definitionen på syre og base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F61FB08-6113-CBF8-34B5-AF761EAEF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 eksempel på en syre-base-reaktion:</a:t>
            </a:r>
          </a:p>
          <a:p>
            <a:r>
              <a:rPr lang="da-DK" dirty="0"/>
              <a:t>CH</a:t>
            </a:r>
            <a:r>
              <a:rPr lang="da-DK" baseline="-25000" dirty="0"/>
              <a:t>3</a:t>
            </a:r>
            <a:r>
              <a:rPr lang="da-DK" dirty="0"/>
              <a:t>COOH(</a:t>
            </a:r>
            <a:r>
              <a:rPr lang="da-DK" dirty="0" err="1"/>
              <a:t>aq</a:t>
            </a:r>
            <a:r>
              <a:rPr lang="da-DK" dirty="0"/>
              <a:t>) + 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CH</a:t>
            </a:r>
            <a:r>
              <a:rPr lang="da-DK" baseline="-25000" dirty="0"/>
              <a:t>3</a:t>
            </a:r>
            <a:r>
              <a:rPr lang="da-DK" dirty="0"/>
              <a:t>COO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</a:t>
            </a:r>
          </a:p>
          <a:p>
            <a:r>
              <a:rPr lang="da-DK" dirty="0"/>
              <a:t>Ethansyre + hydroxid ⟶ </a:t>
            </a:r>
            <a:r>
              <a:rPr lang="da-DK" dirty="0" err="1"/>
              <a:t>ethanoat</a:t>
            </a:r>
            <a:r>
              <a:rPr lang="da-DK" dirty="0"/>
              <a:t> + vand</a:t>
            </a:r>
          </a:p>
          <a:p>
            <a:endParaRPr lang="da-DK" dirty="0"/>
          </a:p>
          <a:p>
            <a:r>
              <a:rPr lang="da-DK" dirty="0"/>
              <a:t>Ethansyre (syre) afgiver en </a:t>
            </a:r>
            <a:r>
              <a:rPr lang="da-DK" dirty="0" err="1"/>
              <a:t>hydron</a:t>
            </a:r>
            <a:r>
              <a:rPr lang="da-DK" dirty="0"/>
              <a:t> (H+) og bliver til </a:t>
            </a:r>
            <a:r>
              <a:rPr lang="da-DK" dirty="0" err="1"/>
              <a:t>ethanoat</a:t>
            </a:r>
            <a:endParaRPr lang="da-DK" dirty="0"/>
          </a:p>
          <a:p>
            <a:r>
              <a:rPr lang="da-DK" dirty="0"/>
              <a:t>Hydroxid (base) optager en </a:t>
            </a:r>
            <a:r>
              <a:rPr lang="da-DK" dirty="0" err="1"/>
              <a:t>hydron</a:t>
            </a:r>
            <a:r>
              <a:rPr lang="da-DK" dirty="0"/>
              <a:t> og bliver til vand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3E78E9D-C4B7-0F7A-74E2-81360B57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15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34519-E20F-DEAE-8D24-17B082246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4. Syrers reaktion med vand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DBEE14D-15AB-BAAA-394C-08CAE1055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Vand er et meget vigtigt stof</a:t>
            </a:r>
          </a:p>
          <a:p>
            <a:r>
              <a:rPr lang="da-DK" dirty="0"/>
              <a:t>Vand dækker ca. 70 % af kloden</a:t>
            </a:r>
          </a:p>
          <a:p>
            <a:r>
              <a:rPr lang="da-DK" dirty="0"/>
              <a:t>Et menneske består af 60 % vand</a:t>
            </a:r>
          </a:p>
          <a:p>
            <a:r>
              <a:rPr lang="da-DK" dirty="0"/>
              <a:t>Syre-base-reaktioner vil meget ofte foregå i vand</a:t>
            </a:r>
          </a:p>
          <a:p>
            <a:r>
              <a:rPr lang="da-DK" dirty="0"/>
              <a:t>Vi ser derfor specifikt på syrers (og senere basers) reaktion med vand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E95B28-563E-B1FE-5B22-F3FB9D0A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1331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77903-206B-1F7A-C2B9-5A7DE206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4. Syrers reaktion med vand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7C4399-7FE8-E528-1ABE-4F23AE009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Saltsyres reaktion med vand:</a:t>
            </a:r>
          </a:p>
          <a:p>
            <a:r>
              <a:rPr lang="da-DK" dirty="0" err="1"/>
              <a:t>HCl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baseline="-25000" dirty="0">
                <a:solidFill>
                  <a:srgbClr val="FF0000"/>
                </a:solidFill>
              </a:rPr>
              <a:t>3</a:t>
            </a:r>
            <a:r>
              <a:rPr lang="da-DK" dirty="0">
                <a:solidFill>
                  <a:srgbClr val="FF0000"/>
                </a:solidFill>
              </a:rPr>
              <a:t>O</a:t>
            </a:r>
            <a:r>
              <a:rPr lang="da-DK" baseline="30000" dirty="0">
                <a:solidFill>
                  <a:srgbClr val="FF0000"/>
                </a:solidFill>
              </a:rPr>
              <a:t>+</a:t>
            </a:r>
            <a:r>
              <a:rPr lang="da-DK" dirty="0">
                <a:solidFill>
                  <a:srgbClr val="FF0000"/>
                </a:solidFill>
              </a:rPr>
              <a:t>(</a:t>
            </a:r>
            <a:r>
              <a:rPr lang="da-DK" dirty="0" err="1">
                <a:solidFill>
                  <a:srgbClr val="FF0000"/>
                </a:solidFill>
              </a:rPr>
              <a:t>aq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  <a:p>
            <a:r>
              <a:rPr lang="da-DK" dirty="0"/>
              <a:t>Saltsyre + vand ⟶ </a:t>
            </a:r>
            <a:r>
              <a:rPr lang="da-DK" dirty="0" err="1"/>
              <a:t>chlorid</a:t>
            </a:r>
            <a:r>
              <a:rPr lang="da-DK" dirty="0"/>
              <a:t> + </a:t>
            </a:r>
            <a:r>
              <a:rPr lang="da-DK" dirty="0" err="1">
                <a:solidFill>
                  <a:srgbClr val="FF0000"/>
                </a:solidFill>
              </a:rPr>
              <a:t>oxonium</a:t>
            </a:r>
            <a:endParaRPr lang="da-DK" dirty="0">
              <a:solidFill>
                <a:srgbClr val="FF0000"/>
              </a:solidFill>
            </a:endParaRPr>
          </a:p>
          <a:p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chemeClr val="tx1"/>
                </a:solidFill>
              </a:rPr>
              <a:t>Ethansyres reaktion med vand:</a:t>
            </a:r>
          </a:p>
          <a:p>
            <a:r>
              <a:rPr lang="da-DK" dirty="0">
                <a:solidFill>
                  <a:schemeClr val="tx1"/>
                </a:solidFill>
              </a:rPr>
              <a:t>CH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COOH(</a:t>
            </a:r>
            <a:r>
              <a:rPr lang="da-DK" dirty="0" err="1">
                <a:solidFill>
                  <a:schemeClr val="tx1"/>
                </a:solidFill>
              </a:rPr>
              <a:t>aq</a:t>
            </a:r>
            <a:r>
              <a:rPr lang="da-DK" dirty="0">
                <a:solidFill>
                  <a:schemeClr val="tx1"/>
                </a:solidFill>
              </a:rPr>
              <a:t>) + H</a:t>
            </a:r>
            <a:r>
              <a:rPr lang="da-DK" baseline="-25000" dirty="0">
                <a:solidFill>
                  <a:schemeClr val="tx1"/>
                </a:solidFill>
              </a:rPr>
              <a:t>2</a:t>
            </a:r>
            <a:r>
              <a:rPr lang="da-DK" dirty="0">
                <a:solidFill>
                  <a:schemeClr val="tx1"/>
                </a:solidFill>
              </a:rPr>
              <a:t>O(l) ⟶ CH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COO</a:t>
            </a:r>
            <a:r>
              <a:rPr lang="da-DK" baseline="30000" dirty="0">
                <a:solidFill>
                  <a:schemeClr val="tx1"/>
                </a:solidFill>
              </a:rPr>
              <a:t>-</a:t>
            </a:r>
            <a:r>
              <a:rPr lang="da-DK" dirty="0">
                <a:solidFill>
                  <a:schemeClr val="tx1"/>
                </a:solidFill>
              </a:rPr>
              <a:t>(</a:t>
            </a:r>
            <a:r>
              <a:rPr lang="da-DK" dirty="0" err="1">
                <a:solidFill>
                  <a:schemeClr val="tx1"/>
                </a:solidFill>
              </a:rPr>
              <a:t>aq</a:t>
            </a:r>
            <a:r>
              <a:rPr lang="da-DK" dirty="0">
                <a:solidFill>
                  <a:schemeClr val="tx1"/>
                </a:solidFill>
              </a:rPr>
              <a:t>) + 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baseline="-25000" dirty="0">
                <a:solidFill>
                  <a:srgbClr val="FF0000"/>
                </a:solidFill>
              </a:rPr>
              <a:t>3</a:t>
            </a:r>
            <a:r>
              <a:rPr lang="da-DK" dirty="0">
                <a:solidFill>
                  <a:srgbClr val="FF0000"/>
                </a:solidFill>
              </a:rPr>
              <a:t>O</a:t>
            </a:r>
            <a:r>
              <a:rPr lang="da-DK" baseline="30000" dirty="0">
                <a:solidFill>
                  <a:srgbClr val="FF0000"/>
                </a:solidFill>
              </a:rPr>
              <a:t>+</a:t>
            </a:r>
            <a:r>
              <a:rPr lang="da-DK" dirty="0">
                <a:solidFill>
                  <a:srgbClr val="FF0000"/>
                </a:solidFill>
              </a:rPr>
              <a:t>(</a:t>
            </a:r>
            <a:r>
              <a:rPr lang="da-DK" dirty="0" err="1">
                <a:solidFill>
                  <a:srgbClr val="FF0000"/>
                </a:solidFill>
              </a:rPr>
              <a:t>aq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  <a:p>
            <a:r>
              <a:rPr lang="da-DK" dirty="0">
                <a:solidFill>
                  <a:schemeClr val="tx1"/>
                </a:solidFill>
              </a:rPr>
              <a:t>Ethansyre + vand ⟶ </a:t>
            </a:r>
            <a:r>
              <a:rPr lang="da-DK" dirty="0" err="1">
                <a:solidFill>
                  <a:schemeClr val="tx1"/>
                </a:solidFill>
              </a:rPr>
              <a:t>ethanoat</a:t>
            </a:r>
            <a:r>
              <a:rPr lang="da-DK" dirty="0">
                <a:solidFill>
                  <a:schemeClr val="tx1"/>
                </a:solidFill>
              </a:rPr>
              <a:t> + </a:t>
            </a:r>
            <a:r>
              <a:rPr lang="da-DK" dirty="0" err="1">
                <a:solidFill>
                  <a:srgbClr val="FF0000"/>
                </a:solidFill>
              </a:rPr>
              <a:t>oxonium</a:t>
            </a:r>
            <a:endParaRPr lang="da-DK" dirty="0">
              <a:solidFill>
                <a:srgbClr val="FF0000"/>
              </a:solidFill>
            </a:endParaRPr>
          </a:p>
          <a:p>
            <a:endParaRPr lang="da-DK" dirty="0">
              <a:solidFill>
                <a:schemeClr val="tx1"/>
              </a:solidFill>
            </a:endParaRPr>
          </a:p>
          <a:p>
            <a:r>
              <a:rPr lang="da-DK" dirty="0" err="1">
                <a:solidFill>
                  <a:srgbClr val="FF0000"/>
                </a:solidFill>
              </a:rPr>
              <a:t>Oxonium</a:t>
            </a:r>
            <a:r>
              <a:rPr lang="da-DK" dirty="0">
                <a:solidFill>
                  <a:schemeClr val="tx1"/>
                </a:solidFill>
              </a:rPr>
              <a:t> dannes hver gang syre reagerer med vand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53EA37-EB24-447D-B7CC-1D90040B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1988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D2A65E-49AE-2727-46F3-40ED2E71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a-DK" sz="4400"/>
              <a:t>Opgaver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5E63D65B-DBBE-742D-474C-1E194FD5E7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413633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6B3B21FD-E675-4253-A73B-90D10BC2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4159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659EA-6768-6635-B01B-55FF2EDA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5. Basers reaktion med vand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A80974-EACA-6768-FB02-3BCB9FB8F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Ammoniaks reaktion med vand:</a:t>
            </a:r>
          </a:p>
          <a:p>
            <a:r>
              <a:rPr lang="da-DK" dirty="0"/>
              <a:t>NH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NH</a:t>
            </a:r>
            <a:r>
              <a:rPr lang="da-DK" baseline="-25000" dirty="0"/>
              <a:t>4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OH</a:t>
            </a:r>
            <a:r>
              <a:rPr lang="da-DK" baseline="30000" dirty="0">
                <a:solidFill>
                  <a:srgbClr val="FF0000"/>
                </a:solidFill>
              </a:rPr>
              <a:t>-</a:t>
            </a:r>
            <a:r>
              <a:rPr lang="da-DK" dirty="0">
                <a:solidFill>
                  <a:srgbClr val="FF0000"/>
                </a:solidFill>
              </a:rPr>
              <a:t>(</a:t>
            </a:r>
            <a:r>
              <a:rPr lang="da-DK" dirty="0" err="1">
                <a:solidFill>
                  <a:srgbClr val="FF0000"/>
                </a:solidFill>
              </a:rPr>
              <a:t>aq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  <a:p>
            <a:r>
              <a:rPr lang="da-DK" dirty="0"/>
              <a:t>Ammoniak + vand ⟶ ammonium + </a:t>
            </a:r>
            <a:r>
              <a:rPr lang="da-DK" dirty="0">
                <a:solidFill>
                  <a:srgbClr val="FF0000"/>
                </a:solidFill>
              </a:rPr>
              <a:t>hydroxid</a:t>
            </a:r>
          </a:p>
          <a:p>
            <a:endParaRPr lang="da-DK" dirty="0"/>
          </a:p>
          <a:p>
            <a:r>
              <a:rPr lang="da-DK" dirty="0"/>
              <a:t>Sulfat-ionens reaktion med vand:</a:t>
            </a:r>
          </a:p>
          <a:p>
            <a:r>
              <a:rPr lang="da-DK" dirty="0"/>
              <a:t>SO</a:t>
            </a:r>
            <a:r>
              <a:rPr lang="da-DK" baseline="-25000" dirty="0"/>
              <a:t>4</a:t>
            </a:r>
            <a:r>
              <a:rPr lang="da-DK" baseline="30000" dirty="0"/>
              <a:t>2-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HSO</a:t>
            </a:r>
            <a:r>
              <a:rPr lang="da-DK" baseline="-25000" dirty="0"/>
              <a:t>4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OH</a:t>
            </a:r>
            <a:r>
              <a:rPr lang="da-DK" baseline="30000" dirty="0">
                <a:solidFill>
                  <a:srgbClr val="FF0000"/>
                </a:solidFill>
              </a:rPr>
              <a:t>-</a:t>
            </a:r>
            <a:r>
              <a:rPr lang="da-DK" dirty="0">
                <a:solidFill>
                  <a:srgbClr val="FF0000"/>
                </a:solidFill>
              </a:rPr>
              <a:t>(</a:t>
            </a:r>
            <a:r>
              <a:rPr lang="da-DK" dirty="0" err="1">
                <a:solidFill>
                  <a:srgbClr val="FF0000"/>
                </a:solidFill>
              </a:rPr>
              <a:t>aq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  <a:p>
            <a:r>
              <a:rPr lang="da-DK" dirty="0"/>
              <a:t>Sulfat + vand ⟶ hydrogensulfat + </a:t>
            </a:r>
            <a:r>
              <a:rPr lang="da-DK" dirty="0">
                <a:solidFill>
                  <a:srgbClr val="FF0000"/>
                </a:solidFill>
              </a:rPr>
              <a:t>hydroxid</a:t>
            </a:r>
          </a:p>
          <a:p>
            <a:endParaRPr lang="da-DK" dirty="0"/>
          </a:p>
          <a:p>
            <a:r>
              <a:rPr lang="da-DK" dirty="0">
                <a:solidFill>
                  <a:srgbClr val="FF0000"/>
                </a:solidFill>
              </a:rPr>
              <a:t>Hydroxid</a:t>
            </a:r>
            <a:r>
              <a:rPr lang="da-DK" dirty="0"/>
              <a:t> dannes hver gang base reagerer med vand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A2F9842-31C4-58B2-0390-8E1DF822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611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2A65E-49AE-2727-46F3-40ED2E71B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5E63D65B-DBBE-742D-474C-1E194FD5E7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01073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9F929623-93E5-616C-9729-E5970BBA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7013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EAB48-C28A-59D0-C9E8-4F93ED49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6. </a:t>
            </a:r>
            <a:r>
              <a:rPr lang="da-DK" dirty="0" err="1"/>
              <a:t>Amfolyt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37C2A4-FC93-6267-7252-EABAC512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reaktionen</a:t>
            </a:r>
          </a:p>
          <a:p>
            <a:r>
              <a:rPr lang="da-DK" dirty="0" err="1"/>
              <a:t>HCl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baseline="-25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O(l)</a:t>
            </a:r>
            <a:r>
              <a:rPr lang="da-DK" dirty="0"/>
              <a:t> ⟶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chemeClr val="tx1"/>
                </a:solidFill>
              </a:rPr>
              <a:t>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(</a:t>
            </a:r>
            <a:r>
              <a:rPr lang="da-DK" dirty="0" err="1">
                <a:solidFill>
                  <a:schemeClr val="tx1"/>
                </a:solidFill>
              </a:rPr>
              <a:t>aq</a:t>
            </a:r>
            <a:r>
              <a:rPr lang="da-DK" dirty="0">
                <a:solidFill>
                  <a:schemeClr val="tx1"/>
                </a:solidFill>
              </a:rPr>
              <a:t>)</a:t>
            </a:r>
          </a:p>
          <a:p>
            <a:r>
              <a:rPr lang="da-DK" dirty="0"/>
              <a:t>fungerer vand som en base</a:t>
            </a:r>
          </a:p>
          <a:p>
            <a:endParaRPr lang="da-DK" dirty="0"/>
          </a:p>
          <a:p>
            <a:r>
              <a:rPr lang="da-DK" dirty="0"/>
              <a:t>I reaktionen</a:t>
            </a:r>
          </a:p>
          <a:p>
            <a:r>
              <a:rPr lang="da-DK" dirty="0"/>
              <a:t>NH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baseline="-25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O(l)</a:t>
            </a:r>
            <a:r>
              <a:rPr lang="da-DK" dirty="0"/>
              <a:t> ⟶ NH</a:t>
            </a:r>
            <a:r>
              <a:rPr lang="da-DK" baseline="-25000" dirty="0"/>
              <a:t>4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chemeClr val="tx1"/>
                </a:solidFill>
              </a:rPr>
              <a:t>OH</a:t>
            </a:r>
            <a:r>
              <a:rPr lang="da-DK" baseline="30000" dirty="0">
                <a:solidFill>
                  <a:schemeClr val="tx1"/>
                </a:solidFill>
              </a:rPr>
              <a:t>-</a:t>
            </a:r>
            <a:r>
              <a:rPr lang="da-DK" dirty="0">
                <a:solidFill>
                  <a:schemeClr val="tx1"/>
                </a:solidFill>
              </a:rPr>
              <a:t>(</a:t>
            </a:r>
            <a:r>
              <a:rPr lang="da-DK" dirty="0" err="1">
                <a:solidFill>
                  <a:schemeClr val="tx1"/>
                </a:solidFill>
              </a:rPr>
              <a:t>aq</a:t>
            </a:r>
            <a:r>
              <a:rPr lang="da-DK" dirty="0">
                <a:solidFill>
                  <a:schemeClr val="tx1"/>
                </a:solidFill>
              </a:rPr>
              <a:t>)</a:t>
            </a:r>
          </a:p>
          <a:p>
            <a:r>
              <a:rPr lang="da-DK" dirty="0"/>
              <a:t>fungerer vand som en syre</a:t>
            </a:r>
          </a:p>
          <a:p>
            <a:endParaRPr lang="da-DK" dirty="0"/>
          </a:p>
          <a:p>
            <a:r>
              <a:rPr lang="da-DK" dirty="0"/>
              <a:t>Et stof der kan reagere både som syre og base, kaldes for en </a:t>
            </a:r>
            <a:r>
              <a:rPr lang="da-DK" dirty="0" err="1">
                <a:solidFill>
                  <a:srgbClr val="FF0000"/>
                </a:solidFill>
              </a:rPr>
              <a:t>amfolyt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E0BFD3C-9BB6-1830-01AE-643FA702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3979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2528E-5E2B-FD7D-41E1-64AA80CC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7. Sure og basiske opløsninger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3AE52E-F999-BAD5-CF2E-80C344C4B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opløsning af en syre i vand kaldes for en sur opløsning</a:t>
            </a:r>
          </a:p>
          <a:p>
            <a:r>
              <a:rPr lang="da-DK" dirty="0"/>
              <a:t>I en sur opløsning er der en høj koncentration af </a:t>
            </a:r>
            <a:r>
              <a:rPr lang="da-DK" dirty="0" err="1"/>
              <a:t>oxonium</a:t>
            </a:r>
            <a:r>
              <a:rPr lang="da-DK" dirty="0"/>
              <a:t>-ioner (H</a:t>
            </a:r>
            <a:r>
              <a:rPr lang="da-DK" baseline="-25000" dirty="0"/>
              <a:t>3</a:t>
            </a:r>
            <a:r>
              <a:rPr lang="da-DK" dirty="0"/>
              <a:t>O</a:t>
            </a:r>
            <a:r>
              <a:rPr lang="da-DK" baseline="30000" dirty="0"/>
              <a:t>+</a:t>
            </a:r>
            <a:r>
              <a:rPr lang="da-DK" dirty="0"/>
              <a:t>)</a:t>
            </a:r>
          </a:p>
          <a:p>
            <a:r>
              <a:rPr lang="da-DK" dirty="0" err="1"/>
              <a:t>HCl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3</a:t>
            </a:r>
            <a:r>
              <a:rPr lang="da-DK" dirty="0"/>
              <a:t>O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endParaRPr lang="da-DK" dirty="0"/>
          </a:p>
          <a:p>
            <a:r>
              <a:rPr lang="da-DK" dirty="0"/>
              <a:t>En opløsning af en base i vand kaldes for en basisk opløsning</a:t>
            </a:r>
          </a:p>
          <a:p>
            <a:r>
              <a:rPr lang="da-DK" dirty="0"/>
              <a:t>I en basisk opløsning er der en høj koncentration af hydroxid-ioner (OH</a:t>
            </a:r>
            <a:r>
              <a:rPr lang="da-DK" baseline="30000" dirty="0"/>
              <a:t>-</a:t>
            </a:r>
            <a:r>
              <a:rPr lang="da-DK" dirty="0"/>
              <a:t>)</a:t>
            </a:r>
          </a:p>
          <a:p>
            <a:r>
              <a:rPr lang="da-DK" dirty="0"/>
              <a:t>NH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NH</a:t>
            </a:r>
            <a:r>
              <a:rPr lang="da-DK" baseline="-25000" dirty="0"/>
              <a:t>4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2C34782-F683-FDF0-CD9C-476B1684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1342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45E981-DECF-1C72-91F2-33818B10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E340083E-1C58-FD1F-484D-AFE56F4969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339951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9D23E42-5EBD-4A46-1F39-09F9549C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3590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39843-66AA-430C-94ED-B1653FCF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Logaritme (en matematisk parentes)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58A8A38-743B-4CA8-8289-50CAFEAC4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log(1000) = log(10</a:t>
            </a:r>
            <a:r>
              <a:rPr lang="da-DK" baseline="30000" dirty="0"/>
              <a:t>3</a:t>
            </a:r>
            <a:r>
              <a:rPr lang="da-DK" dirty="0"/>
              <a:t>) = 3</a:t>
            </a:r>
          </a:p>
          <a:p>
            <a:r>
              <a:rPr lang="da-DK" dirty="0"/>
              <a:t>log(100) = log(10</a:t>
            </a:r>
            <a:r>
              <a:rPr lang="da-DK" baseline="30000" dirty="0"/>
              <a:t>2</a:t>
            </a:r>
            <a:r>
              <a:rPr lang="da-DK" dirty="0"/>
              <a:t>) = 2</a:t>
            </a:r>
          </a:p>
          <a:p>
            <a:r>
              <a:rPr lang="da-DK" dirty="0"/>
              <a:t>log(10) = log(10</a:t>
            </a:r>
            <a:r>
              <a:rPr lang="da-DK" baseline="30000" dirty="0"/>
              <a:t>1</a:t>
            </a:r>
            <a:r>
              <a:rPr lang="da-DK" dirty="0"/>
              <a:t>) = 1</a:t>
            </a:r>
          </a:p>
          <a:p>
            <a:r>
              <a:rPr lang="da-DK" dirty="0"/>
              <a:t>log(1) = log(10</a:t>
            </a:r>
            <a:r>
              <a:rPr lang="da-DK" baseline="30000" dirty="0"/>
              <a:t>0</a:t>
            </a:r>
            <a:r>
              <a:rPr lang="da-DK" dirty="0"/>
              <a:t>) = 0</a:t>
            </a:r>
          </a:p>
          <a:p>
            <a:r>
              <a:rPr lang="da-DK" dirty="0"/>
              <a:t>log(0,1) = log(10</a:t>
            </a:r>
            <a:r>
              <a:rPr lang="da-DK" baseline="30000" dirty="0"/>
              <a:t>-1</a:t>
            </a:r>
            <a:r>
              <a:rPr lang="da-DK" dirty="0"/>
              <a:t>) = -1</a:t>
            </a:r>
          </a:p>
          <a:p>
            <a:r>
              <a:rPr lang="da-DK" dirty="0"/>
              <a:t>log(0,01) = log(10</a:t>
            </a:r>
            <a:r>
              <a:rPr lang="da-DK" baseline="30000" dirty="0"/>
              <a:t>-2</a:t>
            </a:r>
            <a:r>
              <a:rPr lang="da-DK" dirty="0"/>
              <a:t>) = -2</a:t>
            </a:r>
          </a:p>
          <a:p>
            <a:r>
              <a:rPr lang="da-DK" dirty="0"/>
              <a:t>log(0,001) = log(10</a:t>
            </a:r>
            <a:r>
              <a:rPr lang="da-DK" baseline="30000" dirty="0"/>
              <a:t>-3</a:t>
            </a:r>
            <a:r>
              <a:rPr lang="da-DK" dirty="0"/>
              <a:t>) = -3</a:t>
            </a:r>
          </a:p>
          <a:p>
            <a:endParaRPr lang="da-DK" dirty="0"/>
          </a:p>
          <a:p>
            <a:r>
              <a:rPr lang="da-DK" dirty="0"/>
              <a:t>log(500) = 2,70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A395A6F-C729-4E5B-B4CE-13CB501D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2646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23AB5-3A2F-4CA4-88E7-577D36D6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 og koncentration af </a:t>
            </a:r>
            <a:r>
              <a:rPr lang="da-DK" dirty="0" err="1"/>
              <a:t>oxonium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23154E6-362E-4EAB-BEEB-9DFD031E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solidFill>
                  <a:schemeClr val="tx1"/>
                </a:solidFill>
              </a:rPr>
              <a:t>Koncentrationen af </a:t>
            </a:r>
            <a:r>
              <a:rPr lang="da-DK" dirty="0" err="1">
                <a:solidFill>
                  <a:schemeClr val="tx1"/>
                </a:solidFill>
              </a:rPr>
              <a:t>oxoniumioner</a:t>
            </a:r>
            <a:r>
              <a:rPr lang="da-DK" dirty="0">
                <a:solidFill>
                  <a:schemeClr val="tx1"/>
                </a:solidFill>
              </a:rPr>
              <a:t> (H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) i en opløsning er vigtig for mange kemiske processer</a:t>
            </a:r>
          </a:p>
          <a:p>
            <a:r>
              <a:rPr lang="da-DK" dirty="0">
                <a:solidFill>
                  <a:schemeClr val="tx1"/>
                </a:solidFill>
              </a:rPr>
              <a:t>pH-værdien er et mål for koncentrationen af </a:t>
            </a:r>
            <a:r>
              <a:rPr lang="da-DK" dirty="0" err="1">
                <a:solidFill>
                  <a:schemeClr val="tx1"/>
                </a:solidFill>
              </a:rPr>
              <a:t>oxonium</a:t>
            </a:r>
            <a:r>
              <a:rPr lang="da-DK" dirty="0">
                <a:solidFill>
                  <a:schemeClr val="tx1"/>
                </a:solidFill>
              </a:rPr>
              <a:t>-ioner</a:t>
            </a:r>
          </a:p>
          <a:p>
            <a:r>
              <a:rPr lang="da-DK" dirty="0">
                <a:solidFill>
                  <a:schemeClr val="tx1"/>
                </a:solidFill>
              </a:rPr>
              <a:t>Lav pH =&gt; høj koncentration af </a:t>
            </a:r>
            <a:r>
              <a:rPr lang="da-DK" dirty="0" err="1">
                <a:solidFill>
                  <a:schemeClr val="tx1"/>
                </a:solidFill>
              </a:rPr>
              <a:t>oxonium</a:t>
            </a:r>
            <a:r>
              <a:rPr lang="da-DK" dirty="0">
                <a:solidFill>
                  <a:schemeClr val="tx1"/>
                </a:solidFill>
              </a:rPr>
              <a:t>-ioner</a:t>
            </a:r>
          </a:p>
          <a:p>
            <a:r>
              <a:rPr lang="da-DK" dirty="0">
                <a:solidFill>
                  <a:schemeClr val="tx1"/>
                </a:solidFill>
              </a:rPr>
              <a:t>Høj pH =&gt; lav koncentration af </a:t>
            </a:r>
            <a:r>
              <a:rPr lang="da-DK" dirty="0" err="1">
                <a:solidFill>
                  <a:schemeClr val="tx1"/>
                </a:solidFill>
              </a:rPr>
              <a:t>oxonium</a:t>
            </a:r>
            <a:r>
              <a:rPr lang="da-DK" dirty="0">
                <a:solidFill>
                  <a:schemeClr val="tx1"/>
                </a:solidFill>
              </a:rPr>
              <a:t>-ioner</a:t>
            </a:r>
          </a:p>
          <a:p>
            <a:r>
              <a:rPr lang="da-DK" dirty="0">
                <a:solidFill>
                  <a:schemeClr val="tx1"/>
                </a:solidFill>
              </a:rPr>
              <a:t>Definition: </a:t>
            </a:r>
            <a:r>
              <a:rPr lang="da-DK" dirty="0">
                <a:solidFill>
                  <a:srgbClr val="FF0000"/>
                </a:solidFill>
              </a:rPr>
              <a:t>pH = -log([H</a:t>
            </a:r>
            <a:r>
              <a:rPr lang="da-DK" baseline="-25000" dirty="0">
                <a:solidFill>
                  <a:srgbClr val="FF0000"/>
                </a:solidFill>
              </a:rPr>
              <a:t>3</a:t>
            </a:r>
            <a:r>
              <a:rPr lang="da-DK" dirty="0">
                <a:solidFill>
                  <a:srgbClr val="FF0000"/>
                </a:solidFill>
              </a:rPr>
              <a:t>O</a:t>
            </a:r>
            <a:r>
              <a:rPr lang="da-DK" baseline="30000" dirty="0">
                <a:solidFill>
                  <a:srgbClr val="FF0000"/>
                </a:solidFill>
              </a:rPr>
              <a:t>+</a:t>
            </a:r>
            <a:r>
              <a:rPr lang="da-DK" dirty="0">
                <a:solidFill>
                  <a:srgbClr val="FF0000"/>
                </a:solidFill>
              </a:rPr>
              <a:t>])</a:t>
            </a:r>
          </a:p>
          <a:p>
            <a:r>
              <a:rPr lang="da-DK" dirty="0">
                <a:solidFill>
                  <a:schemeClr val="tx1"/>
                </a:solidFill>
              </a:rPr>
              <a:t>Hvor [H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] skal læses som ”stofmængdekoncentrationen af 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”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FFE482A-5008-42C0-8F76-6B7EBC47C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0798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 og koncentration af </a:t>
            </a:r>
            <a:r>
              <a:rPr lang="da-DK" dirty="0" err="1"/>
              <a:t>oxonium</a:t>
            </a:r>
            <a:endParaRPr lang="da-DK" dirty="0"/>
          </a:p>
        </p:txBody>
      </p:sp>
      <p:graphicFrame>
        <p:nvGraphicFramePr>
          <p:cNvPr id="4" name="Pladsholder til indhol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83497"/>
              </p:ext>
            </p:extLst>
          </p:nvPr>
        </p:nvGraphicFramePr>
        <p:xfrm>
          <a:off x="721360" y="2160588"/>
          <a:ext cx="7480531" cy="338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[H</a:t>
                      </a:r>
                      <a:r>
                        <a:rPr lang="da-DK" baseline="-25000" dirty="0"/>
                        <a:t>3</a:t>
                      </a:r>
                      <a:r>
                        <a:rPr lang="da-DK" dirty="0"/>
                        <a:t>O</a:t>
                      </a:r>
                      <a:r>
                        <a:rPr lang="da-DK" baseline="30000" dirty="0"/>
                        <a:t>+</a:t>
                      </a:r>
                      <a:r>
                        <a:rPr lang="da-DK" dirty="0"/>
                        <a:t>] (mol/L)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[H</a:t>
                      </a:r>
                      <a:r>
                        <a:rPr lang="da-DK" baseline="-25000" dirty="0"/>
                        <a:t>3</a:t>
                      </a:r>
                      <a:r>
                        <a:rPr lang="da-DK" dirty="0"/>
                        <a:t>O</a:t>
                      </a:r>
                      <a:r>
                        <a:rPr lang="da-DK" baseline="30000" dirty="0"/>
                        <a:t>+</a:t>
                      </a:r>
                      <a:r>
                        <a:rPr lang="da-DK" dirty="0"/>
                        <a:t>] (mol/L)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-14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-6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-13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-3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-9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51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1,00·10</a:t>
                      </a:r>
                      <a:r>
                        <a:rPr lang="da-DK" baseline="30000" dirty="0"/>
                        <a:t>-7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E31F9858-A3CE-3DB8-7C3D-5FB65A6E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1538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7B703-9E89-4B32-806A-E48A5913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Beregningseksempel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AD34F8F-F5BA-416D-A699-7EA09A20A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en opløsning er der en koncentration af </a:t>
            </a:r>
            <a:r>
              <a:rPr lang="da-DK" dirty="0" err="1"/>
              <a:t>oxonium</a:t>
            </a:r>
            <a:r>
              <a:rPr lang="da-DK" dirty="0"/>
              <a:t>-ioner på</a:t>
            </a:r>
          </a:p>
          <a:p>
            <a:r>
              <a:rPr lang="da-DK" dirty="0"/>
              <a:t>[H</a:t>
            </a:r>
            <a:r>
              <a:rPr lang="da-DK" baseline="-25000" dirty="0"/>
              <a:t>3</a:t>
            </a:r>
            <a:r>
              <a:rPr lang="da-DK" dirty="0"/>
              <a:t>O+] = 4,56∙10</a:t>
            </a:r>
            <a:r>
              <a:rPr lang="da-DK" baseline="30000" dirty="0"/>
              <a:t>-3</a:t>
            </a:r>
            <a:r>
              <a:rPr lang="da-DK" dirty="0"/>
              <a:t> mol/L</a:t>
            </a:r>
          </a:p>
          <a:p>
            <a:r>
              <a:rPr lang="da-DK" dirty="0"/>
              <a:t>pH beregnes:</a:t>
            </a:r>
          </a:p>
          <a:p>
            <a:r>
              <a:rPr lang="da-DK" dirty="0"/>
              <a:t>pH = -log([H</a:t>
            </a:r>
            <a:r>
              <a:rPr lang="da-DK" baseline="-25000" dirty="0"/>
              <a:t>3</a:t>
            </a:r>
            <a:r>
              <a:rPr lang="da-DK" dirty="0"/>
              <a:t>O+]) = -log(4,56∙10</a:t>
            </a:r>
            <a:r>
              <a:rPr lang="da-DK" baseline="30000" dirty="0"/>
              <a:t>-3</a:t>
            </a:r>
            <a:r>
              <a:rPr lang="da-DK" dirty="0"/>
              <a:t>) = 2,34</a:t>
            </a:r>
          </a:p>
          <a:p>
            <a:r>
              <a:rPr lang="da-DK" dirty="0"/>
              <a:t>Det svarer til en ret høj koncentration af </a:t>
            </a:r>
            <a:r>
              <a:rPr lang="da-DK" dirty="0" err="1"/>
              <a:t>oxonium</a:t>
            </a:r>
            <a:r>
              <a:rPr lang="da-DK" dirty="0"/>
              <a:t>-ioner og dermed en ret lav værdi af pH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0270AFC-0019-21AB-93B2-55621B94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834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D40C8-F884-4CEB-B290-EE4101D0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Flere eksempler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E42703-4F5A-4E33-A6CE-2EBFE893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solidFill>
                  <a:schemeClr val="tx1"/>
                </a:solidFill>
              </a:rPr>
              <a:t>I rent vand er [H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] = 1,0∙10</a:t>
            </a:r>
            <a:r>
              <a:rPr lang="da-DK" baseline="30000" dirty="0">
                <a:solidFill>
                  <a:schemeClr val="tx1"/>
                </a:solidFill>
              </a:rPr>
              <a:t>-7</a:t>
            </a:r>
            <a:r>
              <a:rPr lang="da-DK" dirty="0">
                <a:solidFill>
                  <a:schemeClr val="tx1"/>
                </a:solidFill>
              </a:rPr>
              <a:t> mol/L</a:t>
            </a:r>
          </a:p>
          <a:p>
            <a:r>
              <a:rPr lang="da-DK" dirty="0">
                <a:solidFill>
                  <a:schemeClr val="tx1"/>
                </a:solidFill>
              </a:rPr>
              <a:t>pH = -log(1,0∙10</a:t>
            </a:r>
            <a:r>
              <a:rPr lang="da-DK" baseline="30000" dirty="0">
                <a:solidFill>
                  <a:schemeClr val="tx1"/>
                </a:solidFill>
              </a:rPr>
              <a:t>-7</a:t>
            </a:r>
            <a:r>
              <a:rPr lang="da-DK" dirty="0">
                <a:solidFill>
                  <a:schemeClr val="tx1"/>
                </a:solidFill>
              </a:rPr>
              <a:t>) = 7,00</a:t>
            </a:r>
          </a:p>
          <a:p>
            <a:endParaRPr lang="da-DK" dirty="0">
              <a:solidFill>
                <a:schemeClr val="tx1"/>
              </a:solidFill>
            </a:endParaRPr>
          </a:p>
          <a:p>
            <a:r>
              <a:rPr lang="da-DK" dirty="0">
                <a:solidFill>
                  <a:schemeClr val="tx1"/>
                </a:solidFill>
              </a:rPr>
              <a:t>I sur opløsning er [H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] højere, fx 3,0∙10</a:t>
            </a:r>
            <a:r>
              <a:rPr lang="da-DK" baseline="30000" dirty="0">
                <a:solidFill>
                  <a:schemeClr val="tx1"/>
                </a:solidFill>
              </a:rPr>
              <a:t>-4</a:t>
            </a:r>
            <a:r>
              <a:rPr lang="da-DK" dirty="0">
                <a:solidFill>
                  <a:schemeClr val="tx1"/>
                </a:solidFill>
              </a:rPr>
              <a:t> mol/L</a:t>
            </a:r>
          </a:p>
          <a:p>
            <a:r>
              <a:rPr lang="da-DK" dirty="0">
                <a:solidFill>
                  <a:schemeClr val="tx1"/>
                </a:solidFill>
              </a:rPr>
              <a:t>pH = -log(3,0∙10</a:t>
            </a:r>
            <a:r>
              <a:rPr lang="da-DK" baseline="30000" dirty="0">
                <a:solidFill>
                  <a:schemeClr val="tx1"/>
                </a:solidFill>
              </a:rPr>
              <a:t>-4</a:t>
            </a:r>
            <a:r>
              <a:rPr lang="da-DK" dirty="0">
                <a:solidFill>
                  <a:schemeClr val="tx1"/>
                </a:solidFill>
              </a:rPr>
              <a:t> ) = 3,52</a:t>
            </a:r>
          </a:p>
          <a:p>
            <a:endParaRPr lang="da-DK" dirty="0">
              <a:solidFill>
                <a:schemeClr val="tx1"/>
              </a:solidFill>
            </a:endParaRPr>
          </a:p>
          <a:p>
            <a:r>
              <a:rPr lang="da-DK" dirty="0">
                <a:solidFill>
                  <a:schemeClr val="tx1"/>
                </a:solidFill>
              </a:rPr>
              <a:t>I basisk opløsning er [H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] lavere, fx 5,0∙10</a:t>
            </a:r>
            <a:r>
              <a:rPr lang="da-DK" baseline="30000" dirty="0">
                <a:solidFill>
                  <a:schemeClr val="tx1"/>
                </a:solidFill>
              </a:rPr>
              <a:t>-9</a:t>
            </a:r>
            <a:r>
              <a:rPr lang="da-DK" dirty="0">
                <a:solidFill>
                  <a:schemeClr val="tx1"/>
                </a:solidFill>
              </a:rPr>
              <a:t> mol/L</a:t>
            </a:r>
          </a:p>
          <a:p>
            <a:r>
              <a:rPr lang="da-DK" dirty="0">
                <a:solidFill>
                  <a:schemeClr val="tx1"/>
                </a:solidFill>
              </a:rPr>
              <a:t>pH = -log(5,0∙10</a:t>
            </a:r>
            <a:r>
              <a:rPr lang="da-DK" baseline="30000" dirty="0">
                <a:solidFill>
                  <a:schemeClr val="tx1"/>
                </a:solidFill>
              </a:rPr>
              <a:t>-9</a:t>
            </a:r>
            <a:r>
              <a:rPr lang="da-DK" dirty="0">
                <a:solidFill>
                  <a:schemeClr val="tx1"/>
                </a:solidFill>
              </a:rPr>
              <a:t> ) = 8,30</a:t>
            </a:r>
          </a:p>
          <a:p>
            <a:endParaRPr lang="da-DK" dirty="0">
              <a:solidFill>
                <a:schemeClr val="tx1"/>
              </a:solidFill>
              <a:latin typeface="+mj-lt"/>
            </a:endParaRP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C58737C-71F5-4DB2-A964-B97E656A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60686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57FFDD-DE4D-2B18-CDF3-CDB521A6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 og koncentration af </a:t>
            </a:r>
            <a:r>
              <a:rPr lang="da-DK" dirty="0" err="1"/>
              <a:t>oxonium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37B8CCF-C602-A397-C695-8D3B2E7C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Hvis man kender pH og skal beregne koncentrationen af </a:t>
            </a:r>
            <a:r>
              <a:rPr lang="da-DK" dirty="0" err="1"/>
              <a:t>oxonium</a:t>
            </a:r>
            <a:r>
              <a:rPr lang="da-DK" dirty="0"/>
              <a:t> (H</a:t>
            </a:r>
            <a:r>
              <a:rPr lang="da-DK" baseline="-25000" dirty="0"/>
              <a:t>3</a:t>
            </a:r>
            <a:r>
              <a:rPr lang="da-DK" dirty="0"/>
              <a:t>O</a:t>
            </a:r>
            <a:r>
              <a:rPr lang="da-DK" baseline="30000" dirty="0"/>
              <a:t>+</a:t>
            </a:r>
            <a:r>
              <a:rPr lang="da-DK" dirty="0"/>
              <a:t>), kan man bruge følgende formel:</a:t>
            </a:r>
          </a:p>
          <a:p>
            <a:r>
              <a:rPr lang="da-DK" dirty="0">
                <a:solidFill>
                  <a:srgbClr val="FF0000"/>
                </a:solidFill>
              </a:rPr>
              <a:t>[H</a:t>
            </a:r>
            <a:r>
              <a:rPr lang="da-DK" baseline="-25000" dirty="0">
                <a:solidFill>
                  <a:srgbClr val="FF0000"/>
                </a:solidFill>
              </a:rPr>
              <a:t>3</a:t>
            </a:r>
            <a:r>
              <a:rPr lang="da-DK" dirty="0">
                <a:solidFill>
                  <a:srgbClr val="FF0000"/>
                </a:solidFill>
              </a:rPr>
              <a:t>O</a:t>
            </a:r>
            <a:r>
              <a:rPr lang="da-DK" baseline="30000" dirty="0">
                <a:solidFill>
                  <a:srgbClr val="FF0000"/>
                </a:solidFill>
              </a:rPr>
              <a:t>+</a:t>
            </a:r>
            <a:r>
              <a:rPr lang="da-DK" dirty="0">
                <a:solidFill>
                  <a:srgbClr val="FF0000"/>
                </a:solidFill>
              </a:rPr>
              <a:t>] = 10</a:t>
            </a:r>
            <a:r>
              <a:rPr lang="da-DK" baseline="30000" dirty="0">
                <a:solidFill>
                  <a:srgbClr val="FF0000"/>
                </a:solidFill>
              </a:rPr>
              <a:t>-pH</a:t>
            </a:r>
            <a:r>
              <a:rPr lang="da-DK" dirty="0">
                <a:solidFill>
                  <a:srgbClr val="FF0000"/>
                </a:solidFill>
              </a:rPr>
              <a:t> mol/L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chemeClr val="tx1"/>
                </a:solidFill>
              </a:rPr>
              <a:t>Eksempel:</a:t>
            </a:r>
          </a:p>
          <a:p>
            <a:r>
              <a:rPr lang="da-DK" dirty="0">
                <a:solidFill>
                  <a:schemeClr val="tx1"/>
                </a:solidFill>
              </a:rPr>
              <a:t>pH er 5,69</a:t>
            </a:r>
          </a:p>
          <a:p>
            <a:r>
              <a:rPr lang="da-DK" dirty="0">
                <a:solidFill>
                  <a:schemeClr val="tx1"/>
                </a:solidFill>
              </a:rPr>
              <a:t>Vi beregner: [H</a:t>
            </a:r>
            <a:r>
              <a:rPr lang="da-DK" baseline="-25000" dirty="0">
                <a:solidFill>
                  <a:schemeClr val="tx1"/>
                </a:solidFill>
              </a:rPr>
              <a:t>3</a:t>
            </a:r>
            <a:r>
              <a:rPr lang="da-DK" dirty="0">
                <a:solidFill>
                  <a:schemeClr val="tx1"/>
                </a:solidFill>
              </a:rPr>
              <a:t>O</a:t>
            </a:r>
            <a:r>
              <a:rPr lang="da-DK" baseline="30000" dirty="0">
                <a:solidFill>
                  <a:schemeClr val="tx1"/>
                </a:solidFill>
              </a:rPr>
              <a:t>+</a:t>
            </a:r>
            <a:r>
              <a:rPr lang="da-DK" dirty="0">
                <a:solidFill>
                  <a:schemeClr val="tx1"/>
                </a:solidFill>
              </a:rPr>
              <a:t>] = 10</a:t>
            </a:r>
            <a:r>
              <a:rPr lang="da-DK" baseline="30000" dirty="0">
                <a:solidFill>
                  <a:schemeClr val="tx1"/>
                </a:solidFill>
              </a:rPr>
              <a:t>-5,69</a:t>
            </a:r>
            <a:r>
              <a:rPr lang="da-DK" dirty="0">
                <a:solidFill>
                  <a:schemeClr val="tx1"/>
                </a:solidFill>
              </a:rPr>
              <a:t> mol/L = 2,04∙10</a:t>
            </a:r>
            <a:r>
              <a:rPr lang="da-DK" baseline="30000" dirty="0">
                <a:solidFill>
                  <a:schemeClr val="tx1"/>
                </a:solidFill>
              </a:rPr>
              <a:t>-6</a:t>
            </a:r>
            <a:r>
              <a:rPr lang="da-DK" dirty="0">
                <a:solidFill>
                  <a:schemeClr val="tx1"/>
                </a:solidFill>
              </a:rPr>
              <a:t> mol/L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625CAF3-505B-F6CE-68AA-DB14A820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1176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1D8DDB-6353-C782-7520-50DE06BB2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pH-beregning</a:t>
            </a:r>
          </a:p>
        </p:txBody>
      </p:sp>
      <p:pic>
        <p:nvPicPr>
          <p:cNvPr id="8" name="Graphic 7" descr="Lommeregner">
            <a:extLst>
              <a:ext uri="{FF2B5EF4-FFF2-40B4-BE49-F238E27FC236}">
                <a16:creationId xmlns:a16="http://schemas.microsoft.com/office/drawing/2014/main" id="{D168FEBC-A90A-802D-8582-DCC565B15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764524-A68C-6F9B-3F4A-D409E5CE5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På websitet kan appendiks C bruges til beregning af pH</a:t>
            </a:r>
          </a:p>
          <a:p>
            <a:endParaRPr lang="da-DK">
              <a:solidFill>
                <a:srgbClr val="FFFFFF"/>
              </a:solidFill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BB76146-0CE2-AE81-1B12-0820AA97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2553" y="6041362"/>
            <a:ext cx="56618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DEE896F-7BA8-4DFC-8A33-8127FC27EDB6}" type="slidenum">
              <a:rPr lang="da-DK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31</a:t>
            </a:fld>
            <a:endParaRPr lang="da-DK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57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94142-8D91-4E55-B28D-8A9732CA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pH-skalaen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A65DAC25-FA72-48E7-89F5-96961EC4F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00" y="2061972"/>
            <a:ext cx="9370522" cy="4344515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60C9DF8-AF9A-495F-A62E-AE2E7E2A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32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6225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17FBD-3A87-4E4A-BBBE-B7A83E13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951" y="1179152"/>
            <a:ext cx="2896498" cy="4463889"/>
          </a:xfrm>
        </p:spPr>
        <p:txBody>
          <a:bodyPr anchor="ctr">
            <a:normAutofit/>
          </a:bodyPr>
          <a:lstStyle/>
          <a:p>
            <a:r>
              <a:rPr lang="da-DK" dirty="0"/>
              <a:t>8. pH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7B21E8D-85A7-4308-80B7-A7FA0BF75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8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rPr lang="da-DK" dirty="0"/>
              <a:t>HUSK!</a:t>
            </a:r>
          </a:p>
          <a:p>
            <a:r>
              <a:rPr lang="da-DK" dirty="0"/>
              <a:t>Det er en sur opløsning der har en pH-værdi under 7 (ikke en syre)</a:t>
            </a:r>
          </a:p>
          <a:p>
            <a:r>
              <a:rPr lang="da-DK" dirty="0"/>
              <a:t>Det er en basisk opløsning der har en pH-værdi over 7 (ikke en base)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A1C3B51-13E7-4AE2-A971-6F63656C0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6997" y="6041363"/>
            <a:ext cx="51250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852F8F-9E7C-4BB6-AC48-0912A7914CFD}" type="slidenum">
              <a:rPr lang="da-DK" smtClean="0"/>
              <a:pPr>
                <a:spcAft>
                  <a:spcPts val="600"/>
                </a:spcAft>
              </a:pPr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4284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F28F8-413A-4214-9DCE-96941AB9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Måling af pH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12EF895-1218-4530-B83C-767790FAF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pH kan måles på to måder:</a:t>
            </a:r>
          </a:p>
          <a:p>
            <a:r>
              <a:rPr lang="da-DK" dirty="0"/>
              <a:t>a) med indikator</a:t>
            </a:r>
          </a:p>
          <a:p>
            <a:r>
              <a:rPr lang="da-DK" dirty="0"/>
              <a:t>b) med pH-meter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DEB836E-C042-4976-91A1-8FD94765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34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5029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C86ED-164A-4ED8-A45E-1BD5A194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Indikator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26B964-CF70-40E3-BAD7-B6911CC4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pH-indikator er et stof hvis farve afhænger af pH</a:t>
            </a:r>
          </a:p>
          <a:p>
            <a:r>
              <a:rPr lang="da-DK" dirty="0"/>
              <a:t>pH-indikatorer skifter fra en farve til en anden over et vist pH-interval</a:t>
            </a:r>
          </a:p>
          <a:p>
            <a:r>
              <a:rPr lang="da-DK" dirty="0"/>
              <a:t>Det interval hvor indikatoren skifter farve, kaldes for omslagsområdet</a:t>
            </a:r>
          </a:p>
          <a:p>
            <a:r>
              <a:rPr lang="da-DK" dirty="0"/>
              <a:t>Se figur næste side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4A08398-78BA-457F-9F8B-A7DB324B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35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8338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7182CA-9EE1-4890-BC08-45E6D83D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Indikator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E56B4F1A-5142-40A6-BAD7-FA65644BC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51" y="1930400"/>
            <a:ext cx="7484573" cy="4335470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5717E93-279F-4A1A-9C3A-8108FF1E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36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8199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1482C-274D-4640-8AA5-1A0287A1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Indikator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86861D-7403-44D0-8DF7-5C5C3F0E6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2160591"/>
            <a:ext cx="5186537" cy="3880773"/>
          </a:xfrm>
        </p:spPr>
        <p:txBody>
          <a:bodyPr/>
          <a:lstStyle/>
          <a:p>
            <a:r>
              <a:rPr lang="da-DK" dirty="0"/>
              <a:t>Der findes flydende ”universalindikator” der kan have mange farver afhængig af pH (fremstilles ved blanding af forskellige indikatorer)</a:t>
            </a:r>
          </a:p>
          <a:p>
            <a:r>
              <a:rPr lang="da-DK" dirty="0"/>
              <a:t>Farven omsættes til pH vha. medfølgende farveskala</a:t>
            </a:r>
          </a:p>
          <a:p>
            <a:r>
              <a:rPr lang="da-DK" dirty="0"/>
              <a:t>Man kan også bruge pH-papir der er papir imprægneret med universalindikator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5396ECB-22CE-424E-9FE4-AD943F18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2F8F-9E7C-4BB6-AC48-0912A7914CFD}" type="slidenum">
              <a:rPr lang="da-DK" smtClean="0"/>
              <a:t>37</a:t>
            </a:fld>
            <a:endParaRPr lang="da-DK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E3981340-6E08-41EE-83DB-6255E7E6E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879" y="3619500"/>
            <a:ext cx="2628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98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3BF8E-05B6-95A6-5381-4BE44774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  <a:br>
              <a:rPr lang="da-DK" dirty="0"/>
            </a:br>
            <a:r>
              <a:rPr lang="da-DK" dirty="0"/>
              <a:t>pH-meter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940FF30-FEDE-499C-E070-717EBB24F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85141" cy="3880773"/>
          </a:xfrm>
        </p:spPr>
        <p:txBody>
          <a:bodyPr/>
          <a:lstStyle/>
          <a:p>
            <a:r>
              <a:rPr lang="da-DK" dirty="0"/>
              <a:t>pH kan måles direkte med et pH-meter</a:t>
            </a:r>
          </a:p>
          <a:p>
            <a:r>
              <a:rPr lang="da-DK" dirty="0"/>
              <a:t>Mere præcist end måling med indikator (flydende eller pH-papir)</a:t>
            </a:r>
          </a:p>
        </p:txBody>
      </p:sp>
      <p:pic>
        <p:nvPicPr>
          <p:cNvPr id="4" name="Billede 3" descr="Et billede, der indeholder enhed, måler&#10;&#10;Automatisk genereret beskrivelse">
            <a:extLst>
              <a:ext uri="{FF2B5EF4-FFF2-40B4-BE49-F238E27FC236}">
                <a16:creationId xmlns:a16="http://schemas.microsoft.com/office/drawing/2014/main" id="{445851FE-AB54-0AFC-EAB1-6070E0B4F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240" y="1517334"/>
            <a:ext cx="6622381" cy="4151946"/>
          </a:xfrm>
          <a:prstGeom prst="rect">
            <a:avLst/>
          </a:prstGeom>
        </p:spPr>
      </p:pic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BEF47F0-D2EB-ABC5-FBDE-350C760F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38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85993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8D566-5A08-82AF-FBA0-0D38EBDA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8. pH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92C6D5D-AEDB-D619-BEFA-2FC21A188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446991" cy="3880773"/>
          </a:xfrm>
        </p:spPr>
        <p:txBody>
          <a:bodyPr/>
          <a:lstStyle/>
          <a:p>
            <a:r>
              <a:rPr lang="da-DK" dirty="0"/>
              <a:t>Demonstrationsforsøg</a:t>
            </a:r>
          </a:p>
          <a:p>
            <a:endParaRPr lang="da-DK" dirty="0"/>
          </a:p>
          <a:p>
            <a:r>
              <a:rPr lang="da-DK" dirty="0"/>
              <a:t>Indikator</a:t>
            </a:r>
          </a:p>
          <a:p>
            <a:endParaRPr lang="da-DK" dirty="0"/>
          </a:p>
          <a:p>
            <a:r>
              <a:rPr lang="da-DK" dirty="0"/>
              <a:t>Indikatorpapir</a:t>
            </a:r>
          </a:p>
          <a:p>
            <a:endParaRPr lang="da-DK" dirty="0"/>
          </a:p>
          <a:p>
            <a:r>
              <a:rPr lang="da-DK" dirty="0"/>
              <a:t>pH-meter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E41A0F4-8F59-ECE2-C453-FAD4075BA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40960" y="579904"/>
            <a:ext cx="6207760" cy="5135096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227A0A1-1D37-4BCC-F55E-544EA401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39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0340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5D58DF-4A7E-FC94-9B93-FD2C6EA0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Opgaver</a:t>
            </a:r>
          </a:p>
        </p:txBody>
      </p:sp>
      <p:pic>
        <p:nvPicPr>
          <p:cNvPr id="7" name="Graphic 6" descr="Stopur">
            <a:extLst>
              <a:ext uri="{FF2B5EF4-FFF2-40B4-BE49-F238E27FC236}">
                <a16:creationId xmlns:a16="http://schemas.microsoft.com/office/drawing/2014/main" id="{4FD4E795-BAFD-D9CA-119A-E5369231A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FDE8D4-A381-D2F4-4F45-D09CA605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Opgave 10-16</a:t>
            </a:r>
          </a:p>
          <a:p>
            <a:r>
              <a:rPr lang="da-DK" dirty="0">
                <a:solidFill>
                  <a:srgbClr val="FFFFFF"/>
                </a:solidFill>
              </a:rPr>
              <a:t>30 min</a:t>
            </a:r>
          </a:p>
          <a:p>
            <a:endParaRPr lang="da-DK" dirty="0">
              <a:solidFill>
                <a:srgbClr val="FFFFFF"/>
              </a:solidFill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4AB574D-5D67-69CB-59FF-BF6424F7A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2949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64C27C-6EFB-4CEF-8E4E-70D1BE53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9. Neutralisation</a:t>
            </a:r>
            <a:br>
              <a:rPr lang="da-DK" dirty="0"/>
            </a:br>
            <a:r>
              <a:rPr lang="da-DK" dirty="0"/>
              <a:t>Syrer  og baser i vand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D670E46-74F7-4E6C-B27D-E95616DCD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syre der opløses i vand danner </a:t>
            </a:r>
            <a:r>
              <a:rPr lang="da-DK" dirty="0" err="1"/>
              <a:t>oxonium</a:t>
            </a:r>
            <a:r>
              <a:rPr lang="da-DK" dirty="0"/>
              <a:t>-ioner:</a:t>
            </a:r>
          </a:p>
          <a:p>
            <a:r>
              <a:rPr lang="da-DK" dirty="0" err="1"/>
              <a:t>HCl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highlight>
                  <a:srgbClr val="FFFF00"/>
                </a:highlight>
              </a:rPr>
              <a:t>H</a:t>
            </a:r>
            <a:r>
              <a:rPr lang="da-DK" baseline="-25000" dirty="0">
                <a:highlight>
                  <a:srgbClr val="FFFF00"/>
                </a:highlight>
              </a:rPr>
              <a:t>3</a:t>
            </a:r>
            <a:r>
              <a:rPr lang="da-DK" dirty="0">
                <a:highlight>
                  <a:srgbClr val="FFFF00"/>
                </a:highlight>
              </a:rPr>
              <a:t>O</a:t>
            </a:r>
            <a:r>
              <a:rPr lang="da-DK" baseline="30000" dirty="0">
                <a:highlight>
                  <a:srgbClr val="FFFF00"/>
                </a:highlight>
              </a:rPr>
              <a:t>+</a:t>
            </a:r>
            <a:r>
              <a:rPr lang="da-DK" dirty="0">
                <a:highlight>
                  <a:srgbClr val="FFFF00"/>
                </a:highlight>
              </a:rPr>
              <a:t>(</a:t>
            </a:r>
            <a:r>
              <a:rPr lang="da-DK" dirty="0" err="1">
                <a:highlight>
                  <a:srgbClr val="FFFF00"/>
                </a:highlight>
              </a:rPr>
              <a:t>aq</a:t>
            </a:r>
            <a:r>
              <a:rPr lang="da-DK" dirty="0">
                <a:highlight>
                  <a:srgbClr val="FFFF00"/>
                </a:highlight>
              </a:rPr>
              <a:t>)</a:t>
            </a:r>
          </a:p>
          <a:p>
            <a:endParaRPr lang="da-DK" dirty="0">
              <a:highlight>
                <a:srgbClr val="FFFF00"/>
              </a:highlight>
            </a:endParaRPr>
          </a:p>
          <a:p>
            <a:r>
              <a:rPr lang="da-DK" dirty="0"/>
              <a:t>En base der opløses i vand danner hydroxid-ioner:</a:t>
            </a:r>
          </a:p>
          <a:p>
            <a:r>
              <a:rPr lang="da-DK" dirty="0"/>
              <a:t>NH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NH</a:t>
            </a:r>
            <a:r>
              <a:rPr lang="da-DK" baseline="-25000" dirty="0"/>
              <a:t>4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highlight>
                  <a:srgbClr val="FFFF00"/>
                </a:highlight>
              </a:rPr>
              <a:t>OH</a:t>
            </a:r>
            <a:r>
              <a:rPr lang="da-DK" baseline="30000" dirty="0">
                <a:highlight>
                  <a:srgbClr val="FFFF00"/>
                </a:highlight>
              </a:rPr>
              <a:t>-</a:t>
            </a:r>
            <a:r>
              <a:rPr lang="da-DK" dirty="0">
                <a:highlight>
                  <a:srgbClr val="FFFF00"/>
                </a:highlight>
              </a:rPr>
              <a:t>(</a:t>
            </a:r>
            <a:r>
              <a:rPr lang="da-DK" dirty="0" err="1">
                <a:highlight>
                  <a:srgbClr val="FFFF00"/>
                </a:highlight>
              </a:rPr>
              <a:t>aq</a:t>
            </a:r>
            <a:r>
              <a:rPr lang="da-DK" dirty="0">
                <a:highlight>
                  <a:srgbClr val="FFFF00"/>
                </a:highlight>
              </a:rPr>
              <a:t>)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DA21B4A-C82A-BE7A-8D33-88A28FA7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23843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459AE-F63A-43FC-A934-7A75E068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9. Neutralisation</a:t>
            </a:r>
            <a:br>
              <a:rPr lang="da-DK" dirty="0"/>
            </a:br>
            <a:r>
              <a:rPr lang="da-DK" dirty="0"/>
              <a:t>Hydroxid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7B5E6A8-8043-4282-9960-5A8006A80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Natriumhydroxid (</a:t>
            </a:r>
            <a:r>
              <a:rPr lang="da-DK" dirty="0" err="1"/>
              <a:t>NaOH</a:t>
            </a:r>
            <a:r>
              <a:rPr lang="da-DK" dirty="0"/>
              <a:t>) består af ionerne Na</a:t>
            </a:r>
            <a:r>
              <a:rPr lang="da-DK" baseline="30000" dirty="0"/>
              <a:t>+</a:t>
            </a:r>
            <a:r>
              <a:rPr lang="da-DK" dirty="0"/>
              <a:t> og OH</a:t>
            </a:r>
            <a:r>
              <a:rPr lang="da-DK" baseline="30000" dirty="0"/>
              <a:t>-</a:t>
            </a:r>
          </a:p>
          <a:p>
            <a:r>
              <a:rPr lang="da-DK" dirty="0"/>
              <a:t>Man siger at natriumhydroxid er en base, men strengt taget er det hydroxid (OH</a:t>
            </a:r>
            <a:r>
              <a:rPr lang="da-DK" baseline="30000" dirty="0"/>
              <a:t>-</a:t>
            </a:r>
            <a:r>
              <a:rPr lang="da-DK" dirty="0"/>
              <a:t>) der er basen</a:t>
            </a:r>
          </a:p>
          <a:p>
            <a:r>
              <a:rPr lang="da-DK" dirty="0"/>
              <a:t>Natrium-ionen har ingen syrebaseegenskaber</a:t>
            </a:r>
          </a:p>
          <a:p>
            <a:r>
              <a:rPr lang="da-DK" dirty="0"/>
              <a:t>Hydroxids reaktion med vand er speciel:</a:t>
            </a:r>
          </a:p>
          <a:p>
            <a:r>
              <a:rPr lang="da-DK" dirty="0"/>
              <a:t>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O(l) ⟶ H</a:t>
            </a:r>
            <a:r>
              <a:rPr lang="da-DK" baseline="-25000" dirty="0"/>
              <a:t>2</a:t>
            </a:r>
            <a:r>
              <a:rPr lang="da-DK" dirty="0"/>
              <a:t>O(l) + 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</a:t>
            </a:r>
          </a:p>
          <a:p>
            <a:r>
              <a:rPr lang="da-DK" dirty="0"/>
              <a:t>En </a:t>
            </a:r>
            <a:r>
              <a:rPr lang="da-DK" dirty="0" err="1"/>
              <a:t>hydron</a:t>
            </a:r>
            <a:r>
              <a:rPr lang="da-DK" dirty="0"/>
              <a:t> (H</a:t>
            </a:r>
            <a:r>
              <a:rPr lang="da-DK" baseline="30000" dirty="0"/>
              <a:t>+</a:t>
            </a:r>
            <a:r>
              <a:rPr lang="da-DK" dirty="0"/>
              <a:t>) flyttes fra vand til hydroxid, men reaktanter og produkter er de samme!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842DBB6-E343-A645-B487-FB724E4E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99898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EADABD-644D-49D3-8D41-47BA0CF5E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9. Neutralisation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C28656-0E54-4791-B1C6-CEC76265B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Når sure og basiske opløsninger blandes, neutraliserer de hinanden</a:t>
            </a:r>
          </a:p>
          <a:p>
            <a:r>
              <a:rPr lang="da-DK" dirty="0"/>
              <a:t>Det er </a:t>
            </a:r>
            <a:r>
              <a:rPr lang="da-DK" dirty="0" err="1"/>
              <a:t>oxonium</a:t>
            </a:r>
            <a:r>
              <a:rPr lang="da-DK" dirty="0"/>
              <a:t>-ioner (fra den sure opløsning) og hydroxid-ioner (fra den basiske opløsning) der reagerer og danner vand:</a:t>
            </a:r>
          </a:p>
          <a:p>
            <a:r>
              <a:rPr lang="da-DK" dirty="0"/>
              <a:t>H</a:t>
            </a:r>
            <a:r>
              <a:rPr lang="da-DK" baseline="-25000" dirty="0"/>
              <a:t>3</a:t>
            </a:r>
            <a:r>
              <a:rPr lang="da-DK" dirty="0"/>
              <a:t>O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2H</a:t>
            </a:r>
            <a:r>
              <a:rPr lang="da-DK" baseline="-25000" dirty="0"/>
              <a:t>2</a:t>
            </a:r>
            <a:r>
              <a:rPr lang="da-DK" dirty="0"/>
              <a:t>O(l)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CBA14C9-D82C-BD01-D185-44BA2731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5989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A03753-6904-4D25-A3E5-680F6D50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9. Neutralisation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8EB4E3-B946-4B7A-9690-C139D0C0E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24001"/>
            <a:ext cx="8397147" cy="4951614"/>
          </a:xfrm>
        </p:spPr>
        <p:txBody>
          <a:bodyPr>
            <a:normAutofit/>
          </a:bodyPr>
          <a:lstStyle/>
          <a:p>
            <a:r>
              <a:rPr lang="da-DK" dirty="0"/>
              <a:t>En sur opløsning (pH&lt;7) kan neutraliseres med en basisk opløsning (pH&gt;7)</a:t>
            </a:r>
          </a:p>
          <a:p>
            <a:r>
              <a:rPr lang="da-DK" dirty="0"/>
              <a:t>Blandes en sur og en basisk opløsning i det rette forhold, kan man opnå en opløsning med pH=7</a:t>
            </a:r>
          </a:p>
          <a:p>
            <a:r>
              <a:rPr lang="da-DK" dirty="0"/>
              <a:t>Dette gælder generelt for sure og basiske opløsninger, men vi vil i det følgende kun se på en bestemt klasse af baser: metalhydroxider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380ED76-206B-6FF7-1C64-585E5A11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051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A431C8-01DF-46FF-804B-CC53CBE1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9. Neutralisation</a:t>
            </a:r>
            <a:br>
              <a:rPr lang="da-DK" dirty="0"/>
            </a:br>
            <a:r>
              <a:rPr lang="da-DK" dirty="0"/>
              <a:t>Metalhydroxider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9CE223-93BB-4A7B-872D-F3B36A852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Metalhydroxider er en samlet betegnelse for ionforbindelser (salte) der består af metal-ioner og hydroxid-ioner</a:t>
            </a:r>
          </a:p>
          <a:p>
            <a:r>
              <a:rPr lang="da-DK" dirty="0"/>
              <a:t>Eksempler: </a:t>
            </a:r>
            <a:r>
              <a:rPr lang="da-DK" dirty="0" err="1"/>
              <a:t>NaOH</a:t>
            </a:r>
            <a:r>
              <a:rPr lang="da-DK" dirty="0"/>
              <a:t>, KOH, Ba(OH)</a:t>
            </a:r>
            <a:r>
              <a:rPr lang="da-DK" baseline="-25000" dirty="0"/>
              <a:t>2</a:t>
            </a:r>
            <a:r>
              <a:rPr lang="da-DK" dirty="0"/>
              <a:t>,  Al(OH)</a:t>
            </a:r>
            <a:r>
              <a:rPr lang="da-DK" baseline="-25000" dirty="0"/>
              <a:t>3</a:t>
            </a:r>
          </a:p>
          <a:p>
            <a:r>
              <a:rPr lang="da-DK" dirty="0"/>
              <a:t>Når saltene opløses i vand, dannes der metal-ioner og hydroxid-ioner:</a:t>
            </a:r>
          </a:p>
          <a:p>
            <a:r>
              <a:rPr lang="da-DK" dirty="0" err="1"/>
              <a:t>NaOH</a:t>
            </a:r>
            <a:r>
              <a:rPr lang="da-DK" dirty="0"/>
              <a:t>(s) ⟶ Na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Ba(OH)</a:t>
            </a:r>
            <a:r>
              <a:rPr lang="da-DK" baseline="-25000" dirty="0"/>
              <a:t>2</a:t>
            </a:r>
            <a:r>
              <a:rPr lang="da-DK" dirty="0"/>
              <a:t>(s) ⟶ Ba</a:t>
            </a:r>
            <a:r>
              <a:rPr lang="da-DK" baseline="30000" dirty="0"/>
              <a:t>2+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+ 2OH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Al(OH)</a:t>
            </a:r>
            <a:r>
              <a:rPr lang="da-DK" baseline="-25000" dirty="0"/>
              <a:t>3</a:t>
            </a:r>
            <a:r>
              <a:rPr lang="da-DK" dirty="0"/>
              <a:t>(s) ⟶ Al</a:t>
            </a:r>
            <a:r>
              <a:rPr lang="da-DK" baseline="30000" dirty="0"/>
              <a:t>3+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+ 3OH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Hydroxid (OH</a:t>
            </a:r>
            <a:r>
              <a:rPr lang="da-DK" baseline="30000" dirty="0"/>
              <a:t>-</a:t>
            </a:r>
            <a:r>
              <a:rPr lang="da-DK" dirty="0"/>
              <a:t>) er en base, opløsninger af metalhydroxider er altså basiske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63F1761-3A26-6A87-467C-E122E7026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11658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AFA5B-DF26-4A37-8D15-D588B8EC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9. Neutralisation</a:t>
            </a:r>
            <a:br>
              <a:rPr lang="da-DK" dirty="0"/>
            </a:br>
            <a:r>
              <a:rPr lang="da-DK" dirty="0"/>
              <a:t>Syre og metalhydroxider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A16250C-8C8A-48DB-987E-AA5E44CA7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Ved blanding af syre og metalhydroxid dannes der salt og vand:</a:t>
            </a:r>
          </a:p>
          <a:p>
            <a:r>
              <a:rPr lang="da-DK" dirty="0" err="1">
                <a:solidFill>
                  <a:srgbClr val="FF0000"/>
                </a:solidFill>
              </a:rPr>
              <a:t>H</a:t>
            </a:r>
            <a:r>
              <a:rPr lang="da-DK" dirty="0" err="1"/>
              <a:t>Cl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 err="1"/>
              <a:t>Na</a:t>
            </a:r>
            <a:r>
              <a:rPr lang="da-DK" dirty="0" err="1">
                <a:solidFill>
                  <a:srgbClr val="FF0000"/>
                </a:solidFill>
              </a:rPr>
              <a:t>OH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NaCl(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baseline="-25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O</a:t>
            </a:r>
            <a:r>
              <a:rPr lang="da-DK" dirty="0"/>
              <a:t>(l)</a:t>
            </a:r>
          </a:p>
          <a:p>
            <a:r>
              <a:rPr lang="da-DK" dirty="0"/>
              <a:t>2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dirty="0"/>
              <a:t>NO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Ba(</a:t>
            </a:r>
            <a:r>
              <a:rPr lang="da-DK" dirty="0">
                <a:solidFill>
                  <a:srgbClr val="FF0000"/>
                </a:solidFill>
              </a:rPr>
              <a:t>OH</a:t>
            </a:r>
            <a:r>
              <a:rPr lang="da-DK" dirty="0"/>
              <a:t>)</a:t>
            </a:r>
            <a:r>
              <a:rPr lang="da-DK" baseline="-25000" dirty="0"/>
              <a:t>2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Ba(NO</a:t>
            </a:r>
            <a:r>
              <a:rPr lang="da-DK" baseline="-25000" dirty="0"/>
              <a:t>3</a:t>
            </a:r>
            <a:r>
              <a:rPr lang="da-DK" dirty="0"/>
              <a:t>)</a:t>
            </a:r>
            <a:r>
              <a:rPr lang="da-DK" baseline="-25000" dirty="0"/>
              <a:t>2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+ 2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baseline="-25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O</a:t>
            </a:r>
            <a:r>
              <a:rPr lang="da-DK" dirty="0"/>
              <a:t>(l)</a:t>
            </a:r>
          </a:p>
          <a:p>
            <a:endParaRPr lang="da-DK" dirty="0"/>
          </a:p>
          <a:p>
            <a:r>
              <a:rPr lang="da-DK" dirty="0"/>
              <a:t>Man kan sige at H</a:t>
            </a:r>
            <a:r>
              <a:rPr lang="da-DK" baseline="30000" dirty="0"/>
              <a:t>+</a:t>
            </a:r>
            <a:r>
              <a:rPr lang="da-DK" dirty="0"/>
              <a:t> fra syren og OH</a:t>
            </a:r>
            <a:r>
              <a:rPr lang="da-DK" baseline="30000" dirty="0"/>
              <a:t>-</a:t>
            </a:r>
            <a:r>
              <a:rPr lang="da-DK" dirty="0"/>
              <a:t> fra </a:t>
            </a:r>
            <a:r>
              <a:rPr lang="da-DK" dirty="0" err="1"/>
              <a:t>metalhydroxidet</a:t>
            </a:r>
            <a:r>
              <a:rPr lang="da-DK" dirty="0"/>
              <a:t> danner et molekyle vand, og det resterende danner et salt (ionforbindelse)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747194E-D37C-E9DF-84EB-5E50312A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67038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84F7DAB-CEAE-54BC-6AAB-0DAE722C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C40B34A-37AF-C338-6A26-8BC7BAD02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181938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DEE67D37-8A70-C49F-93BB-8328FBAA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47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71725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86C1A1-AA4B-438D-9527-3158D3B6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EDAB3A-18E3-4BC3-B5A0-42245189A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titrering er en kemisk analysemetode der bruges til bestemmelse af stofmængdekoncentration</a:t>
            </a:r>
          </a:p>
          <a:p>
            <a:r>
              <a:rPr lang="da-DK" dirty="0"/>
              <a:t>Vi bruger et konkret eksempel:</a:t>
            </a:r>
          </a:p>
          <a:p>
            <a:r>
              <a:rPr lang="da-DK" dirty="0"/>
              <a:t>Vi skal bestemme stofmængdekoncentrationen af ethansyre i husholdningseddike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F6B76C7-29A3-434C-A795-B0040D6A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3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028DD-315E-4C23-84A0-D63628A3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Ethansyre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6100F8-B63C-4BF5-B536-8577AC7E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Ethansyre har formlen CH</a:t>
            </a:r>
            <a:r>
              <a:rPr lang="da-DK" baseline="-25000" dirty="0"/>
              <a:t>3</a:t>
            </a:r>
            <a:r>
              <a:rPr lang="da-DK" dirty="0"/>
              <a:t>COOH</a:t>
            </a:r>
          </a:p>
          <a:p>
            <a:r>
              <a:rPr lang="da-DK" dirty="0"/>
              <a:t>Ethansyre kaldes også for eddikesyre</a:t>
            </a:r>
          </a:p>
          <a:p>
            <a:r>
              <a:rPr lang="da-DK" dirty="0"/>
              <a:t>Ethansyre findes i husholdningseddike (5 %)</a:t>
            </a:r>
          </a:p>
          <a:p>
            <a:r>
              <a:rPr lang="da-DK" dirty="0"/>
              <a:t>Ethansyre sælges også som 32 % opløsning – det anvendes bl.a. til afkalkning af elkedler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8C8A69E-D6F2-4423-8E83-619B6D40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949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4DFBB-634F-43F6-99B1-DC716B47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Ethansyres reaktion med natriumhydroxid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30C0AF-8033-4D2D-9776-9A812EBCE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Ethansyre kan neutraliseres med natriumhydroxid</a:t>
            </a:r>
          </a:p>
          <a:p>
            <a:r>
              <a:rPr lang="da-DK" dirty="0"/>
              <a:t>Reaktionsskema:</a:t>
            </a:r>
          </a:p>
          <a:p>
            <a:r>
              <a:rPr lang="da-DK" dirty="0"/>
              <a:t>CH</a:t>
            </a:r>
            <a:r>
              <a:rPr lang="da-DK" baseline="-25000" dirty="0"/>
              <a:t>3</a:t>
            </a:r>
            <a:r>
              <a:rPr lang="da-DK" dirty="0"/>
              <a:t>COO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 err="1"/>
              <a:t>Na</a:t>
            </a:r>
            <a:r>
              <a:rPr lang="da-DK" dirty="0" err="1">
                <a:solidFill>
                  <a:srgbClr val="FF0000"/>
                </a:solidFill>
              </a:rPr>
              <a:t>OH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CH</a:t>
            </a:r>
            <a:r>
              <a:rPr lang="da-DK" baseline="-25000" dirty="0"/>
              <a:t>3</a:t>
            </a:r>
            <a:r>
              <a:rPr lang="da-DK" dirty="0"/>
              <a:t>COONa(</a:t>
            </a:r>
            <a:r>
              <a:rPr lang="da-DK" dirty="0" err="1"/>
              <a:t>aq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H</a:t>
            </a:r>
            <a:r>
              <a:rPr lang="da-DK" baseline="-25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O</a:t>
            </a:r>
            <a:r>
              <a:rPr lang="da-DK" dirty="0"/>
              <a:t>(l)</a:t>
            </a:r>
          </a:p>
          <a:p>
            <a:r>
              <a:rPr lang="da-DK" dirty="0"/>
              <a:t>Syre og base reagerer i forholdet 1:1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2AF9B0E-AE5A-42D0-B337-CEA7FBEE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27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208A54-89CD-4625-AC8C-214D1B6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E54A715-485F-47FD-891D-53A197384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titrering kan deles op i to:</a:t>
            </a:r>
          </a:p>
          <a:p>
            <a:r>
              <a:rPr lang="da-DK" dirty="0"/>
              <a:t>1. Den eksperimentelle del i laboratoriet</a:t>
            </a:r>
          </a:p>
          <a:p>
            <a:r>
              <a:rPr lang="da-DK" dirty="0"/>
              <a:t>2. Beregningerne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6B0A5C3-539E-4D26-BC61-78E2F4C7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322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B0504-4C5E-4D13-8320-143AC10D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Den eksperimentelle del: Udstyr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1204A9F2-B5D2-487B-A014-A58FFD038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21" y="1690688"/>
            <a:ext cx="2763202" cy="4449224"/>
          </a:xfrm>
        </p:spPr>
      </p:pic>
      <p:pic>
        <p:nvPicPr>
          <p:cNvPr id="7" name="Billede 6" descr="Et billede, der indeholder tekst, enhed, målepind, måler&#10;&#10;Automatisk genereret beskrivelse">
            <a:extLst>
              <a:ext uri="{FF2B5EF4-FFF2-40B4-BE49-F238E27FC236}">
                <a16:creationId xmlns:a16="http://schemas.microsoft.com/office/drawing/2014/main" id="{B2781736-DBF4-4F29-8381-0FDB190E6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877" y="2438717"/>
            <a:ext cx="3464243" cy="3464243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75FA5EFA-6962-45BA-9C2B-AAB261961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570" y="2970688"/>
            <a:ext cx="2400300" cy="2400300"/>
          </a:xfrm>
          <a:prstGeom prst="rect">
            <a:avLst/>
          </a:prstGeom>
        </p:spPr>
      </p:pic>
      <p:sp>
        <p:nvSpPr>
          <p:cNvPr id="10" name="Pladsholder til slidenummer 9">
            <a:extLst>
              <a:ext uri="{FF2B5EF4-FFF2-40B4-BE49-F238E27FC236}">
                <a16:creationId xmlns:a16="http://schemas.microsoft.com/office/drawing/2014/main" id="{23E6719D-85D9-4B95-94E2-876D0ED4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051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55C61-C301-4367-BDE6-D5C042FC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Den eksperimentelle del: Kemikalier</a:t>
            </a:r>
          </a:p>
        </p:txBody>
      </p:sp>
      <p:pic>
        <p:nvPicPr>
          <p:cNvPr id="5" name="Pladsholder til indhold 4" descr="Et billede, der indeholder toiletvare, lotion&#10;&#10;Automatisk genereret beskrivelse">
            <a:extLst>
              <a:ext uri="{FF2B5EF4-FFF2-40B4-BE49-F238E27FC236}">
                <a16:creationId xmlns:a16="http://schemas.microsoft.com/office/drawing/2014/main" id="{83B79AF1-615F-4DCE-A0A2-7957AA4A0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82" y="1690688"/>
            <a:ext cx="2701660" cy="4059872"/>
          </a:xfrm>
        </p:spPr>
      </p:pic>
      <p:pic>
        <p:nvPicPr>
          <p:cNvPr id="7" name="Billede 6" descr="Et billede, der indeholder køkkenapparat&#10;&#10;Automatisk genereret beskrivelse">
            <a:extLst>
              <a:ext uri="{FF2B5EF4-FFF2-40B4-BE49-F238E27FC236}">
                <a16:creationId xmlns:a16="http://schemas.microsoft.com/office/drawing/2014/main" id="{F276CC2E-94CF-4CC3-86B8-68FA776B7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968" y="1930400"/>
            <a:ext cx="3011400" cy="4525328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38979D26-97DE-4CB2-886F-21EBEE24A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957" y="2472530"/>
            <a:ext cx="3003710" cy="3003710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92F7E1D1-36EB-4B70-A496-FFC17947EB9C}"/>
              </a:ext>
            </a:extLst>
          </p:cNvPr>
          <p:cNvSpPr txBox="1"/>
          <p:nvPr/>
        </p:nvSpPr>
        <p:spPr>
          <a:xfrm>
            <a:off x="1540947" y="575056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eddike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FB7C3D97-E67F-4341-B6F7-7B3D16732DE1}"/>
              </a:ext>
            </a:extLst>
          </p:cNvPr>
          <p:cNvSpPr txBox="1"/>
          <p:nvPr/>
        </p:nvSpPr>
        <p:spPr>
          <a:xfrm>
            <a:off x="4103147" y="5811520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natriumhydroxid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121DB9A-8CB9-4288-9433-14123BD4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53</a:t>
            </a:fld>
            <a:endParaRPr lang="en-US"/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6CC2F3AE-07B1-42E7-9181-ACBB34646CBF}"/>
              </a:ext>
            </a:extLst>
          </p:cNvPr>
          <p:cNvSpPr txBox="1"/>
          <p:nvPr/>
        </p:nvSpPr>
        <p:spPr>
          <a:xfrm>
            <a:off x="8204570" y="5626854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Indikator</a:t>
            </a:r>
          </a:p>
        </p:txBody>
      </p:sp>
    </p:spTree>
    <p:extLst>
      <p:ext uri="{BB962C8B-B14F-4D97-AF65-F5344CB8AC3E}">
        <p14:creationId xmlns:p14="http://schemas.microsoft.com/office/powerpoint/2010/main" val="36670731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97DBE-3F97-4511-81F4-3412C035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Den eksperimentelle del: Udførsel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164A68-6449-46A0-9CF0-4DD88EA32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6858000" cy="4160520"/>
          </a:xfrm>
        </p:spPr>
        <p:txBody>
          <a:bodyPr/>
          <a:lstStyle/>
          <a:p>
            <a:r>
              <a:rPr lang="da-DK" dirty="0"/>
              <a:t>Der afmåles 10,0 </a:t>
            </a:r>
            <a:r>
              <a:rPr lang="da-DK" dirty="0" err="1"/>
              <a:t>mL</a:t>
            </a:r>
            <a:r>
              <a:rPr lang="da-DK" dirty="0"/>
              <a:t> eddike med måleglas</a:t>
            </a:r>
          </a:p>
          <a:p>
            <a:r>
              <a:rPr lang="da-DK" dirty="0"/>
              <a:t>Eddiken overføres til den koniske kolbe</a:t>
            </a:r>
          </a:p>
          <a:p>
            <a:r>
              <a:rPr lang="da-DK" dirty="0"/>
              <a:t>I kolben tilsættes nogle dråber indikator (</a:t>
            </a:r>
            <a:r>
              <a:rPr lang="da-DK" dirty="0" err="1"/>
              <a:t>phenolphtalein</a:t>
            </a:r>
            <a:r>
              <a:rPr lang="da-DK" dirty="0"/>
              <a:t>)</a:t>
            </a:r>
          </a:p>
          <a:p>
            <a:r>
              <a:rPr lang="da-DK" dirty="0"/>
              <a:t>Der lægges en magnet i kolben</a:t>
            </a:r>
          </a:p>
          <a:p>
            <a:r>
              <a:rPr lang="da-DK" dirty="0"/>
              <a:t>Buretten fyldes med natriumhydroxid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BE92CC3-588A-4B99-A1D8-5BEF83398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577" y="1798320"/>
            <a:ext cx="2775903" cy="4469674"/>
          </a:xfrm>
          <a:prstGeom prst="rect">
            <a:avLst/>
          </a:prstGeom>
        </p:spPr>
      </p:pic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393DBC9-5983-4375-BD11-AB8603CA2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468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97DBE-3F97-4511-81F4-3412C035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Den eksperimentelle del: Udførsel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164A68-6449-46A0-9CF0-4DD88EA32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6858000" cy="4160520"/>
          </a:xfrm>
        </p:spPr>
        <p:txBody>
          <a:bodyPr/>
          <a:lstStyle/>
          <a:p>
            <a:r>
              <a:rPr lang="da-DK" dirty="0"/>
              <a:t>Kolben sættes på magnetomrøreren og denne tændes</a:t>
            </a:r>
          </a:p>
          <a:p>
            <a:r>
              <a:rPr lang="da-DK" dirty="0"/>
              <a:t>Der tilsættes natriumhydroxid fra buretten indtil indikatoren skifter farve (farveløs ⟶ rød)</a:t>
            </a:r>
          </a:p>
          <a:p>
            <a:r>
              <a:rPr lang="da-DK" dirty="0"/>
              <a:t>Det forbrugte volumen af natriumhydroxid aflæses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BE92CC3-588A-4B99-A1D8-5BEF83398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577" y="1798320"/>
            <a:ext cx="2775903" cy="4469674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70C26AA-E121-48DD-926D-48BF1FC5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58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E35031-D479-42F6-9020-27EA2DB5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Den eksperimentelle del: Forsøgsresultater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CA5F27-7452-4B87-BB23-1585E8A00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skal kende tre tal efter forsøget:</a:t>
            </a:r>
          </a:p>
          <a:p>
            <a:r>
              <a:rPr lang="da-DK" dirty="0"/>
              <a:t>Volumen af eddike: </a:t>
            </a:r>
            <a:r>
              <a:rPr lang="da-DK" dirty="0" err="1"/>
              <a:t>V</a:t>
            </a:r>
            <a:r>
              <a:rPr lang="da-DK" baseline="-25000" dirty="0" err="1"/>
              <a:t>s</a:t>
            </a:r>
            <a:r>
              <a:rPr lang="da-DK" dirty="0"/>
              <a:t> = 10,0 </a:t>
            </a:r>
            <a:r>
              <a:rPr lang="da-DK" dirty="0" err="1"/>
              <a:t>mL</a:t>
            </a:r>
            <a:endParaRPr lang="da-DK" dirty="0"/>
          </a:p>
          <a:p>
            <a:r>
              <a:rPr lang="da-DK" dirty="0"/>
              <a:t>Stofmængedekoncentrationen af natriumhydroxid: </a:t>
            </a:r>
            <a:r>
              <a:rPr lang="da-DK" dirty="0" err="1"/>
              <a:t>c</a:t>
            </a:r>
            <a:r>
              <a:rPr lang="da-DK" baseline="-25000" dirty="0" err="1"/>
              <a:t>b</a:t>
            </a:r>
            <a:r>
              <a:rPr lang="da-DK" dirty="0"/>
              <a:t> = 0,50 mol/L (står på flasken)</a:t>
            </a:r>
          </a:p>
          <a:p>
            <a:r>
              <a:rPr lang="da-DK" dirty="0"/>
              <a:t>Volumen af natriumhydroxid: </a:t>
            </a:r>
            <a:r>
              <a:rPr lang="da-DK" dirty="0" err="1"/>
              <a:t>V</a:t>
            </a:r>
            <a:r>
              <a:rPr lang="da-DK" baseline="-25000" dirty="0" err="1"/>
              <a:t>b</a:t>
            </a:r>
            <a:r>
              <a:rPr lang="da-DK" dirty="0"/>
              <a:t> = 15,9 </a:t>
            </a:r>
            <a:r>
              <a:rPr lang="da-DK" dirty="0" err="1"/>
              <a:t>mL</a:t>
            </a:r>
            <a:r>
              <a:rPr lang="da-DK" dirty="0"/>
              <a:t> (aflæses på buretten efter farveskift)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25B174C-631C-4200-8737-6AFA8F5F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642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0844F0-0ADC-41B7-9C50-7B8474AC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Beregninger: Ækvivalenspunkt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BA8D02E-BCB5-4D1D-9FDD-A4B408707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Når indikatoren skifter farve, har vi nået ækvivalenspunktet</a:t>
            </a:r>
          </a:p>
          <a:p>
            <a:r>
              <a:rPr lang="da-DK" dirty="0"/>
              <a:t>Ved ækvivalenspunktet har man tilsæt lige så meget base (natriumhydroxid) fra buretten som der oprindeligt var syre (ethansyre) i kolben</a:t>
            </a:r>
          </a:p>
          <a:p>
            <a:r>
              <a:rPr lang="da-DK" dirty="0"/>
              <a:t>Med ”lige meget” menes ”lige så stor stofmængde”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1F992D0-E568-4740-A7CA-5306C7B1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807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156DB-050E-490D-9A88-0FE56F3E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Beregninger: Formler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B65A526-4D82-4BF5-8DE8-4EE9AA8DCF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Vi skal bruge formlen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da-DK" b="0" dirty="0"/>
              </a:p>
              <a:p>
                <a:r>
                  <a:rPr lang="da-DK" dirty="0"/>
                  <a:t>der kan omformes til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da-DK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da-DK" dirty="0"/>
                  <a:t>c: stofmængdekoncentration (mol/L)</a:t>
                </a:r>
              </a:p>
              <a:p>
                <a:r>
                  <a:rPr lang="da-DK" dirty="0"/>
                  <a:t>n: stofmængde (mol)</a:t>
                </a:r>
              </a:p>
              <a:p>
                <a:r>
                  <a:rPr lang="da-DK" dirty="0"/>
                  <a:t>V: volumen (L)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B65A526-4D82-4BF5-8DE8-4EE9AA8DC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3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2B92AF3-F2AE-45E2-A642-9DC7BC3D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25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7CF38-945A-4D51-A183-9FEA22EC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Beregninger: De tre skridt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4E01E09-6BBE-4403-B663-6A8878C42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beregningsdelen er der tre skridt:</a:t>
            </a:r>
          </a:p>
          <a:p>
            <a:r>
              <a:rPr lang="da-DK" dirty="0">
                <a:solidFill>
                  <a:srgbClr val="FF0000"/>
                </a:solidFill>
              </a:rPr>
              <a:t>1. Beregn hvor stor en stofmængde af base der er tilsat:</a:t>
            </a:r>
          </a:p>
          <a:p>
            <a:r>
              <a:rPr lang="da-DK" dirty="0"/>
              <a:t>n</a:t>
            </a:r>
            <a:r>
              <a:rPr lang="da-DK" baseline="-25000" dirty="0"/>
              <a:t>b</a:t>
            </a:r>
            <a:r>
              <a:rPr lang="da-DK" dirty="0"/>
              <a:t> = </a:t>
            </a:r>
            <a:r>
              <a:rPr lang="da-DK" dirty="0" err="1"/>
              <a:t>c</a:t>
            </a:r>
            <a:r>
              <a:rPr lang="da-DK" baseline="-25000" dirty="0" err="1"/>
              <a:t>b</a:t>
            </a:r>
            <a:r>
              <a:rPr lang="da-DK" dirty="0" err="1"/>
              <a:t>∙V</a:t>
            </a:r>
            <a:r>
              <a:rPr lang="da-DK" baseline="-25000" dirty="0" err="1"/>
              <a:t>b</a:t>
            </a:r>
            <a:r>
              <a:rPr lang="da-DK" dirty="0"/>
              <a:t> = 0,50 mol/L∙15,9 </a:t>
            </a:r>
            <a:r>
              <a:rPr lang="da-DK" dirty="0" err="1"/>
              <a:t>mL</a:t>
            </a:r>
            <a:r>
              <a:rPr lang="da-DK" dirty="0"/>
              <a:t> = 7,95 </a:t>
            </a:r>
            <a:r>
              <a:rPr lang="da-DK" b="1" dirty="0"/>
              <a:t>m</a:t>
            </a:r>
            <a:r>
              <a:rPr lang="da-DK" dirty="0"/>
              <a:t>mol</a:t>
            </a:r>
          </a:p>
          <a:p>
            <a:r>
              <a:rPr lang="da-DK" dirty="0">
                <a:solidFill>
                  <a:srgbClr val="FF0000"/>
                </a:solidFill>
              </a:rPr>
              <a:t>2. Omsæt til stofmængde af syren:</a:t>
            </a:r>
          </a:p>
          <a:p>
            <a:r>
              <a:rPr lang="da-DK" dirty="0"/>
              <a:t>Ifølge reaktionsskemaet reagerer syre og base i forholdet 1:1, derfor vil stofmængden af syre være den samme</a:t>
            </a:r>
          </a:p>
          <a:p>
            <a:r>
              <a:rPr lang="da-DK" dirty="0"/>
              <a:t>n</a:t>
            </a:r>
            <a:r>
              <a:rPr lang="da-DK" baseline="-25000" dirty="0"/>
              <a:t>s</a:t>
            </a:r>
            <a:r>
              <a:rPr lang="da-DK" dirty="0"/>
              <a:t> = n</a:t>
            </a:r>
            <a:r>
              <a:rPr lang="da-DK" baseline="-25000" dirty="0"/>
              <a:t>b</a:t>
            </a:r>
            <a:r>
              <a:rPr lang="da-DK" dirty="0"/>
              <a:t> = 7,95 mmol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A23FCDA-F133-4D7C-911A-2A21DCA9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676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80E417-792F-4F3A-A59C-08F4DD46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Beregninger: De tre skridt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03E8910-73A2-4C98-A4AD-89A5DBB103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>
                    <a:solidFill>
                      <a:srgbClr val="FF0000"/>
                    </a:solidFill>
                  </a:rPr>
                  <a:t>3. Beregn stofmængdekoncentrationen af syre: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7,95 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𝑚𝑚𝑜𝑙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10,0 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=0,795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𝑚𝑜𝑙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03E8910-73A2-4C98-A4AD-89A5DBB103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6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7D75200-93B9-4BD7-A209-CC4BAE93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366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62999-C91E-D521-5870-07533695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Omregning til masseprocent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F62B3B-F4BE-BAD7-0014-2D573A2F8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Enheden mol/L (mol pr. liter) er praktisk i kemi</a:t>
            </a:r>
          </a:p>
          <a:p>
            <a:r>
              <a:rPr lang="da-DK" dirty="0"/>
              <a:t>Men i dagligdagen er det mere praktisk at regne i masseprocent (det forstås af ”almindelige mennesker”)</a:t>
            </a:r>
          </a:p>
          <a:p>
            <a:r>
              <a:rPr lang="da-DK" dirty="0"/>
              <a:t>Omregning fra enheden mol/L til masseprocent foregår i tre skridt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B41378A-2B03-D5A1-9858-8ABFEB64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38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E09CBC-6B52-3C04-BE6F-242287FF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Omregning til masseprocent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DDE8FDD-F57A-33AE-8F09-E025C4B18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Første skridt: </a:t>
            </a:r>
            <a:r>
              <a:rPr lang="da-DK" dirty="0"/>
              <a:t>beregn molarmassen</a:t>
            </a:r>
          </a:p>
          <a:p>
            <a:r>
              <a:rPr lang="da-DK" dirty="0"/>
              <a:t>Vi kender stoffets formel: CH</a:t>
            </a:r>
            <a:r>
              <a:rPr lang="da-DK" baseline="-25000" dirty="0"/>
              <a:t>3</a:t>
            </a:r>
            <a:r>
              <a:rPr lang="da-DK" dirty="0"/>
              <a:t>COOH</a:t>
            </a:r>
          </a:p>
          <a:p>
            <a:r>
              <a:rPr lang="da-DK" dirty="0"/>
              <a:t>Vi omsætter til en molekylformel: C</a:t>
            </a:r>
            <a:r>
              <a:rPr lang="da-DK" baseline="-25000" dirty="0"/>
              <a:t>2</a:t>
            </a:r>
            <a:r>
              <a:rPr lang="da-DK" dirty="0"/>
              <a:t>H</a:t>
            </a:r>
            <a:r>
              <a:rPr lang="da-DK" baseline="-25000" dirty="0"/>
              <a:t>4</a:t>
            </a:r>
            <a:r>
              <a:rPr lang="da-DK" dirty="0"/>
              <a:t>O</a:t>
            </a:r>
            <a:r>
              <a:rPr lang="da-DK" baseline="-25000" dirty="0"/>
              <a:t>2</a:t>
            </a:r>
          </a:p>
          <a:p>
            <a:r>
              <a:rPr lang="da-DK" dirty="0"/>
              <a:t>Vi kan nu finde </a:t>
            </a:r>
            <a:r>
              <a:rPr lang="da-DK" dirty="0">
                <a:solidFill>
                  <a:srgbClr val="0070C0"/>
                </a:solidFill>
              </a:rPr>
              <a:t>molarmasserne</a:t>
            </a:r>
            <a:r>
              <a:rPr lang="da-DK" dirty="0"/>
              <a:t> for C, H og O i det periodiske system og beregne molarmassen:</a:t>
            </a:r>
          </a:p>
          <a:p>
            <a:r>
              <a:rPr lang="da-DK" dirty="0"/>
              <a:t>M = 2∙</a:t>
            </a:r>
            <a:r>
              <a:rPr lang="da-DK" dirty="0">
                <a:solidFill>
                  <a:srgbClr val="0070C0"/>
                </a:solidFill>
              </a:rPr>
              <a:t>12,01 g/mol </a:t>
            </a:r>
            <a:r>
              <a:rPr lang="da-DK" dirty="0"/>
              <a:t>+ 4∙</a:t>
            </a:r>
            <a:r>
              <a:rPr lang="da-DK" dirty="0">
                <a:solidFill>
                  <a:srgbClr val="0070C0"/>
                </a:solidFill>
              </a:rPr>
              <a:t>1,01 g/mol </a:t>
            </a:r>
            <a:r>
              <a:rPr lang="da-DK" dirty="0"/>
              <a:t>+ 2∙</a:t>
            </a:r>
            <a:r>
              <a:rPr lang="da-DK" dirty="0">
                <a:solidFill>
                  <a:srgbClr val="0070C0"/>
                </a:solidFill>
              </a:rPr>
              <a:t>16,00 g/mol</a:t>
            </a:r>
          </a:p>
          <a:p>
            <a:r>
              <a:rPr lang="da-DK" dirty="0"/>
              <a:t>M = 60,06 g/mol</a:t>
            </a:r>
          </a:p>
          <a:p>
            <a:r>
              <a:rPr lang="da-DK" dirty="0"/>
              <a:t>(tallene med blåt er fundet i det periodiske system)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18CF67B-A9AE-6931-39B5-F92E43A9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916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A0C8-5314-C594-D55D-0830C29F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Omregning til masseprocent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C557D2-A717-F4F4-1674-F65403853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solidFill>
                  <a:srgbClr val="FF0000"/>
                </a:solidFill>
              </a:rPr>
              <a:t>Andet skridt: </a:t>
            </a:r>
            <a:r>
              <a:rPr lang="da-DK" dirty="0"/>
              <a:t>gang stofmængdekoncentration og molarmasse</a:t>
            </a:r>
          </a:p>
          <a:p>
            <a:r>
              <a:rPr lang="da-DK" dirty="0" err="1"/>
              <a:t>c∙M</a:t>
            </a:r>
            <a:r>
              <a:rPr lang="da-DK" dirty="0"/>
              <a:t> = 0,795 mol/L∙60,06 g/mol = 47,7 g/L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A97114A-638A-C3F2-6F4C-463DA896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762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144825-E581-AA47-B6BC-0D971C66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10. Syre-base-titrering</a:t>
            </a:r>
            <a:br>
              <a:rPr lang="da-DK" dirty="0"/>
            </a:br>
            <a:r>
              <a:rPr lang="da-DK" dirty="0"/>
              <a:t>Omregning til masseprocent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E95F6F1-7250-660E-A82C-E8F7F2F840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>
                    <a:solidFill>
                      <a:srgbClr val="FF0000"/>
                    </a:solidFill>
                  </a:rPr>
                  <a:t>Tredje skridt: </a:t>
                </a:r>
                <a:r>
                  <a:rPr lang="da-DK" dirty="0"/>
                  <a:t>beregn masseprocenten</a:t>
                </a:r>
              </a:p>
              <a:p>
                <a:r>
                  <a:rPr lang="da-DK" dirty="0"/>
                  <a:t>Vi regner med at en liter opløsning vejer ca. det samme som en liter vand, dvs. 1000 g</a:t>
                </a:r>
              </a:p>
              <a:p>
                <a:r>
                  <a:rPr lang="da-DK" dirty="0"/>
                  <a:t>Af de 1000 g er 47,7 g ethansyre (se forrige side)</a:t>
                </a:r>
              </a:p>
              <a:p>
                <a:r>
                  <a:rPr lang="da-DK"/>
                  <a:t>Vi benytter </a:t>
                </a:r>
                <a:r>
                  <a:rPr lang="da-DK" dirty="0" err="1"/>
                  <a:t>c</a:t>
                </a:r>
                <a:r>
                  <a:rPr lang="da-DK" baseline="-25000" dirty="0" err="1"/>
                  <a:t>masse</a:t>
                </a:r>
                <a:r>
                  <a:rPr lang="da-DK" baseline="-25000" dirty="0"/>
                  <a:t>%</a:t>
                </a:r>
                <a:r>
                  <a:rPr lang="da-DK" dirty="0"/>
                  <a:t> som symbol for masseprocent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%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47,7 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1000 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∙100 %=4,77 %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E95F6F1-7250-660E-A82C-E8F7F2F84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6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C42452B-147F-95FA-117F-A8BD00C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50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84F7DAB-CEAE-54BC-6AAB-0DAE722C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C40B34A-37AF-C338-6A26-8BC7BAD02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75841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EF595C2-26A1-21EA-9810-A5D51905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65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96329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D03BE-F591-A5FE-2556-8848DB67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16600D1-8B4D-2106-0024-4F547ED4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Eksempler på syrer og baser</a:t>
            </a:r>
          </a:p>
          <a:p>
            <a:r>
              <a:rPr lang="da-DK" dirty="0" err="1"/>
              <a:t>Hydron</a:t>
            </a:r>
            <a:r>
              <a:rPr lang="da-DK" dirty="0"/>
              <a:t> = </a:t>
            </a:r>
            <a:r>
              <a:rPr lang="da-DK" dirty="0" err="1"/>
              <a:t>hydrogenion</a:t>
            </a:r>
            <a:r>
              <a:rPr lang="da-DK" dirty="0"/>
              <a:t> = H</a:t>
            </a:r>
            <a:r>
              <a:rPr lang="da-DK" baseline="30000" dirty="0"/>
              <a:t>+</a:t>
            </a:r>
          </a:p>
          <a:p>
            <a:r>
              <a:rPr lang="da-DK" dirty="0"/>
              <a:t>Definition på syre: afgive </a:t>
            </a:r>
            <a:r>
              <a:rPr lang="da-DK" dirty="0" err="1"/>
              <a:t>hydron</a:t>
            </a:r>
            <a:endParaRPr lang="da-DK" dirty="0"/>
          </a:p>
          <a:p>
            <a:r>
              <a:rPr lang="da-DK" dirty="0"/>
              <a:t>Definition på base: optage </a:t>
            </a:r>
            <a:r>
              <a:rPr lang="da-DK" dirty="0" err="1"/>
              <a:t>hydron</a:t>
            </a:r>
            <a:endParaRPr lang="da-DK" dirty="0"/>
          </a:p>
          <a:p>
            <a:r>
              <a:rPr lang="da-DK" dirty="0"/>
              <a:t>Syrer og baser i vand</a:t>
            </a:r>
          </a:p>
          <a:p>
            <a:r>
              <a:rPr lang="da-DK" dirty="0"/>
              <a:t>Sure og basiske opløsninger</a:t>
            </a:r>
          </a:p>
          <a:p>
            <a:r>
              <a:rPr lang="da-DK" dirty="0"/>
              <a:t>pH og koncentration af </a:t>
            </a:r>
            <a:r>
              <a:rPr lang="da-DK" dirty="0" err="1"/>
              <a:t>oxonium</a:t>
            </a:r>
            <a:endParaRPr lang="da-DK" dirty="0"/>
          </a:p>
          <a:p>
            <a:r>
              <a:rPr lang="da-DK" dirty="0"/>
              <a:t>pH-skalaen</a:t>
            </a:r>
          </a:p>
          <a:p>
            <a:r>
              <a:rPr lang="da-DK" dirty="0"/>
              <a:t>Måling af pH: indikator og pH-meter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02242C7-DF50-ABD2-0F57-7B5597D6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66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803437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157EE-CC87-769F-1791-D673FA2D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61CD4D-D33D-5BCB-6BDA-29A4CACB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Neutralisation</a:t>
            </a:r>
          </a:p>
          <a:p>
            <a:r>
              <a:rPr lang="da-DK" dirty="0"/>
              <a:t>Titrering</a:t>
            </a:r>
          </a:p>
          <a:p>
            <a:r>
              <a:rPr lang="da-DK" dirty="0"/>
              <a:t>Omregning </a:t>
            </a:r>
            <a:r>
              <a:rPr lang="da-DK"/>
              <a:t>til masseprocent</a:t>
            </a:r>
          </a:p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60A67C6-00EA-F8C8-BB19-9DEF059E7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896F-7BA8-4DFC-8A33-8127FC27EDB6}" type="slidenum">
              <a:rPr lang="da-DK" smtClean="0"/>
              <a:t>67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36469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280</TotalTime>
  <Words>2897</Words>
  <Application>Microsoft Office PowerPoint</Application>
  <PresentationFormat>Widescreen</PresentationFormat>
  <Paragraphs>490</Paragraphs>
  <Slides>67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67</vt:i4>
      </vt:variant>
    </vt:vector>
  </HeadingPairs>
  <TitlesOfParts>
    <vt:vector size="73" baseType="lpstr">
      <vt:lpstr>Aptos</vt:lpstr>
      <vt:lpstr>Arial</vt:lpstr>
      <vt:lpstr>Cambria Math</vt:lpstr>
      <vt:lpstr>Trebuchet MS</vt:lpstr>
      <vt:lpstr>Wingdings 3</vt:lpstr>
      <vt:lpstr>Facet</vt:lpstr>
      <vt:lpstr>Syrer og baser</vt:lpstr>
      <vt:lpstr>Oversigt</vt:lpstr>
      <vt:lpstr>1. Eksempler på syrer</vt:lpstr>
      <vt:lpstr>1. Eksempler på syrer</vt:lpstr>
      <vt:lpstr>1. Eksempler på syrer</vt:lpstr>
      <vt:lpstr>1. Eksempler på syrer</vt:lpstr>
      <vt:lpstr>1. Eksempler på syrer</vt:lpstr>
      <vt:lpstr>1. Eksempler på syrer</vt:lpstr>
      <vt:lpstr>2. Eksempler på baser</vt:lpstr>
      <vt:lpstr>2. Eksempler på baser</vt:lpstr>
      <vt:lpstr>2. Eksempler på baser</vt:lpstr>
      <vt:lpstr>2. Eksempler på baser</vt:lpstr>
      <vt:lpstr>Opgaver</vt:lpstr>
      <vt:lpstr>3. Definition på syre og en base</vt:lpstr>
      <vt:lpstr>3. Definition på syre og en base</vt:lpstr>
      <vt:lpstr>3. Definitionen på syre og base</vt:lpstr>
      <vt:lpstr>4. Syrers reaktion med vand</vt:lpstr>
      <vt:lpstr>4. Syrers reaktion med vand</vt:lpstr>
      <vt:lpstr>Opgaver</vt:lpstr>
      <vt:lpstr>5. Basers reaktion med vand</vt:lpstr>
      <vt:lpstr>Opgaver</vt:lpstr>
      <vt:lpstr>6. Amfolyt</vt:lpstr>
      <vt:lpstr>7. Sure og basiske opløsninger</vt:lpstr>
      <vt:lpstr>Opgaver</vt:lpstr>
      <vt:lpstr>8. pH Logaritme (en matematisk parentes)</vt:lpstr>
      <vt:lpstr>8. pH og koncentration af oxonium</vt:lpstr>
      <vt:lpstr>8. pH og koncentration af oxonium</vt:lpstr>
      <vt:lpstr>8. pH Beregningseksempel</vt:lpstr>
      <vt:lpstr>8. pH Flere eksempler</vt:lpstr>
      <vt:lpstr>8. pH og koncentration af oxonium</vt:lpstr>
      <vt:lpstr>pH-beregning</vt:lpstr>
      <vt:lpstr>8. pH pH-skalaen</vt:lpstr>
      <vt:lpstr>8. pH</vt:lpstr>
      <vt:lpstr>8. pH Måling af pH</vt:lpstr>
      <vt:lpstr>8. pH Indikator</vt:lpstr>
      <vt:lpstr>8. pH Indikator</vt:lpstr>
      <vt:lpstr>8. pH Indikator</vt:lpstr>
      <vt:lpstr>8. pH pH-meter</vt:lpstr>
      <vt:lpstr>8. pH</vt:lpstr>
      <vt:lpstr>Opgaver</vt:lpstr>
      <vt:lpstr>9. Neutralisation Syrer  og baser i vand</vt:lpstr>
      <vt:lpstr>9. Neutralisation Hydroxid</vt:lpstr>
      <vt:lpstr>9. Neutralisation</vt:lpstr>
      <vt:lpstr>9. Neutralisation</vt:lpstr>
      <vt:lpstr>9. Neutralisation Metalhydroxider</vt:lpstr>
      <vt:lpstr>9. Neutralisation Syre og metalhydroxider</vt:lpstr>
      <vt:lpstr>Opgaver</vt:lpstr>
      <vt:lpstr>10. Syre-base-titrering</vt:lpstr>
      <vt:lpstr>10. Syre-base-titrering Ethansyre</vt:lpstr>
      <vt:lpstr>10. Syre-base-titrering Ethansyres reaktion med natriumhydroxid</vt:lpstr>
      <vt:lpstr>10. Syre-base-titrering</vt:lpstr>
      <vt:lpstr>10. Syre-base-titrering Den eksperimentelle del: Udstyr</vt:lpstr>
      <vt:lpstr>10. Syre-base-titrering Den eksperimentelle del: Kemikalier</vt:lpstr>
      <vt:lpstr>10. Syre-base-titrering Den eksperimentelle del: Udførsel</vt:lpstr>
      <vt:lpstr>10. Syre-base-titrering Den eksperimentelle del: Udførsel</vt:lpstr>
      <vt:lpstr>10. Syre-base-titrering Den eksperimentelle del: Forsøgsresultater</vt:lpstr>
      <vt:lpstr>10. Syre-base-titrering Beregninger: Ækvivalenspunkt</vt:lpstr>
      <vt:lpstr>10. Syre-base-titrering Beregninger: Formler</vt:lpstr>
      <vt:lpstr>10. Syre-base-titrering Beregninger: De tre skridt</vt:lpstr>
      <vt:lpstr>10. Syre-base-titrering Beregninger: De tre skridt</vt:lpstr>
      <vt:lpstr>10. Syre-base-titrering Omregning til masseprocent</vt:lpstr>
      <vt:lpstr>10. Syre-base-titrering Omregning til masseprocent</vt:lpstr>
      <vt:lpstr>10. Syre-base-titrering Omregning til masseprocent</vt:lpstr>
      <vt:lpstr>10. Syre-base-titrering Omregning til masseprocent</vt:lpstr>
      <vt:lpstr>Opgaver</vt:lpstr>
      <vt:lpstr>Oversigt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Syrer og baser</dc:title>
  <dc:creator>Henry Valdemar Vest</dc:creator>
  <cp:lastModifiedBy>Henry Valdemar Vest</cp:lastModifiedBy>
  <cp:revision>4</cp:revision>
  <dcterms:created xsi:type="dcterms:W3CDTF">2023-02-20T06:45:20Z</dcterms:created>
  <dcterms:modified xsi:type="dcterms:W3CDTF">2026-10-06T08:24:11Z</dcterms:modified>
</cp:coreProperties>
</file>