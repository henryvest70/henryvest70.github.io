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62" r:id="rId3"/>
    <p:sldId id="263" r:id="rId4"/>
    <p:sldId id="266" r:id="rId5"/>
    <p:sldId id="267" r:id="rId6"/>
    <p:sldId id="268" r:id="rId7"/>
    <p:sldId id="269" r:id="rId8"/>
    <p:sldId id="270" r:id="rId9"/>
    <p:sldId id="265" r:id="rId10"/>
    <p:sldId id="257" r:id="rId11"/>
    <p:sldId id="271" r:id="rId12"/>
    <p:sldId id="259" r:id="rId13"/>
    <p:sldId id="260" r:id="rId14"/>
    <p:sldId id="273" r:id="rId15"/>
    <p:sldId id="274" r:id="rId16"/>
    <p:sldId id="272" r:id="rId17"/>
    <p:sldId id="258" r:id="rId18"/>
    <p:sldId id="261" r:id="rId19"/>
    <p:sldId id="275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64" r:id="rId28"/>
    <p:sldId id="284" r:id="rId29"/>
    <p:sldId id="285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5A25DD-8288-42EF-BAB0-52D1C6A53F91}" v="22" dt="2026-09-28T07:17:37.4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emlayout 2 - Markerin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7" d="100"/>
          <a:sy n="57" d="100"/>
        </p:scale>
        <p:origin x="3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 Valdemar Vest" userId="f5b1f0ec-4051-405f-83b3-0c678f78df49" providerId="ADAL" clId="{0B671710-12AA-4A9C-8982-6D6CBD054718}"/>
    <pc:docChg chg="undo custSel addSld delSld modSld sldOrd">
      <pc:chgData name="Henry Valdemar Vest" userId="f5b1f0ec-4051-405f-83b3-0c678f78df49" providerId="ADAL" clId="{0B671710-12AA-4A9C-8982-6D6CBD054718}" dt="2026-09-28T07:18:48.110" v="4797" actId="5793"/>
      <pc:docMkLst>
        <pc:docMk/>
      </pc:docMkLst>
      <pc:sldChg chg="ord">
        <pc:chgData name="Henry Valdemar Vest" userId="f5b1f0ec-4051-405f-83b3-0c678f78df49" providerId="ADAL" clId="{0B671710-12AA-4A9C-8982-6D6CBD054718}" dt="2026-09-28T06:46:22.152" v="3500"/>
        <pc:sldMkLst>
          <pc:docMk/>
          <pc:sldMk cId="3663835026" sldId="258"/>
        </pc:sldMkLst>
      </pc:sldChg>
      <pc:sldChg chg="modSp mod">
        <pc:chgData name="Henry Valdemar Vest" userId="f5b1f0ec-4051-405f-83b3-0c678f78df49" providerId="ADAL" clId="{0B671710-12AA-4A9C-8982-6D6CBD054718}" dt="2026-09-28T06:45:15.048" v="3498" actId="20577"/>
        <pc:sldMkLst>
          <pc:docMk/>
          <pc:sldMk cId="2098822931" sldId="259"/>
        </pc:sldMkLst>
        <pc:spChg chg="mod">
          <ac:chgData name="Henry Valdemar Vest" userId="f5b1f0ec-4051-405f-83b3-0c678f78df49" providerId="ADAL" clId="{0B671710-12AA-4A9C-8982-6D6CBD054718}" dt="2026-09-28T06:45:15.048" v="3498" actId="20577"/>
          <ac:spMkLst>
            <pc:docMk/>
            <pc:sldMk cId="2098822931" sldId="259"/>
            <ac:spMk id="3" creationId="{59317603-E8B6-7207-C049-7EEA6822390B}"/>
          </ac:spMkLst>
        </pc:spChg>
      </pc:sldChg>
      <pc:sldChg chg="del">
        <pc:chgData name="Henry Valdemar Vest" userId="f5b1f0ec-4051-405f-83b3-0c678f78df49" providerId="ADAL" clId="{0B671710-12AA-4A9C-8982-6D6CBD054718}" dt="2026-09-28T06:42:57.099" v="3408" actId="2696"/>
        <pc:sldMkLst>
          <pc:docMk/>
          <pc:sldMk cId="1669658222" sldId="264"/>
        </pc:sldMkLst>
      </pc:sldChg>
      <pc:sldChg chg="delSp add setBg delDesignElem">
        <pc:chgData name="Henry Valdemar Vest" userId="f5b1f0ec-4051-405f-83b3-0c678f78df49" providerId="ADAL" clId="{0B671710-12AA-4A9C-8982-6D6CBD054718}" dt="2026-09-28T07:11:31.577" v="4526"/>
        <pc:sldMkLst>
          <pc:docMk/>
          <pc:sldMk cId="4169182113" sldId="264"/>
        </pc:sldMkLst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4169182113" sldId="264"/>
            <ac:spMk id="9" creationId="{655AE6B0-AC9E-4167-806F-E9DB135FC46B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4169182113" sldId="264"/>
            <ac:spMk id="22" creationId="{87BD1F4E-A66D-4C06-86DA-8D56CA7A3B41}"/>
          </ac:spMkLst>
        </pc:spChg>
        <pc:grpChg chg="del">
          <ac:chgData name="Henry Valdemar Vest" userId="f5b1f0ec-4051-405f-83b3-0c678f78df49" providerId="ADAL" clId="{0B671710-12AA-4A9C-8982-6D6CBD054718}" dt="2026-09-28T07:11:31.577" v="4526"/>
          <ac:grpSpMkLst>
            <pc:docMk/>
            <pc:sldMk cId="4169182113" sldId="264"/>
            <ac:grpSpMk id="11" creationId="{3523416A-383B-4FDC-B4C9-D8EDDFE9C043}"/>
          </ac:grpSpMkLst>
        </pc:grpChg>
      </pc:sldChg>
      <pc:sldChg chg="addSp modSp new mod">
        <pc:chgData name="Henry Valdemar Vest" userId="f5b1f0ec-4051-405f-83b3-0c678f78df49" providerId="ADAL" clId="{0B671710-12AA-4A9C-8982-6D6CBD054718}" dt="2026-09-28T06:37:33.459" v="3385" actId="207"/>
        <pc:sldMkLst>
          <pc:docMk/>
          <pc:sldMk cId="1002579703" sldId="266"/>
        </pc:sldMkLst>
        <pc:spChg chg="mod">
          <ac:chgData name="Henry Valdemar Vest" userId="f5b1f0ec-4051-405f-83b3-0c678f78df49" providerId="ADAL" clId="{0B671710-12AA-4A9C-8982-6D6CBD054718}" dt="2026-09-28T06:00:55.088" v="956" actId="20577"/>
          <ac:spMkLst>
            <pc:docMk/>
            <pc:sldMk cId="1002579703" sldId="266"/>
            <ac:spMk id="2" creationId="{18E05320-2717-61F0-6A3A-507913CF9EEF}"/>
          </ac:spMkLst>
        </pc:spChg>
        <pc:spChg chg="mod">
          <ac:chgData name="Henry Valdemar Vest" userId="f5b1f0ec-4051-405f-83b3-0c678f78df49" providerId="ADAL" clId="{0B671710-12AA-4A9C-8982-6D6CBD054718}" dt="2026-09-28T06:37:33.459" v="3385" actId="207"/>
          <ac:spMkLst>
            <pc:docMk/>
            <pc:sldMk cId="1002579703" sldId="266"/>
            <ac:spMk id="3" creationId="{0E039650-6964-830E-1737-0A1573CE4E2B}"/>
          </ac:spMkLst>
        </pc:spChg>
        <pc:picChg chg="add mod">
          <ac:chgData name="Henry Valdemar Vest" userId="f5b1f0ec-4051-405f-83b3-0c678f78df49" providerId="ADAL" clId="{0B671710-12AA-4A9C-8982-6D6CBD054718}" dt="2026-09-28T06:09:39.564" v="1411" actId="14100"/>
          <ac:picMkLst>
            <pc:docMk/>
            <pc:sldMk cId="1002579703" sldId="266"/>
            <ac:picMk id="5" creationId="{916F265A-EAE3-D58E-22AC-1BFB3D8F56A3}"/>
          </ac:picMkLst>
        </pc:picChg>
      </pc:sldChg>
      <pc:sldChg chg="modSp new mod">
        <pc:chgData name="Henry Valdemar Vest" userId="f5b1f0ec-4051-405f-83b3-0c678f78df49" providerId="ADAL" clId="{0B671710-12AA-4A9C-8982-6D6CBD054718}" dt="2026-09-28T06:13:56.295" v="1997" actId="20577"/>
        <pc:sldMkLst>
          <pc:docMk/>
          <pc:sldMk cId="3712646029" sldId="267"/>
        </pc:sldMkLst>
        <pc:spChg chg="mod">
          <ac:chgData name="Henry Valdemar Vest" userId="f5b1f0ec-4051-405f-83b3-0c678f78df49" providerId="ADAL" clId="{0B671710-12AA-4A9C-8982-6D6CBD054718}" dt="2026-09-28T06:13:09.539" v="1860" actId="20577"/>
          <ac:spMkLst>
            <pc:docMk/>
            <pc:sldMk cId="3712646029" sldId="267"/>
            <ac:spMk id="2" creationId="{20B4AA85-B331-653C-55B5-CA8A82A50850}"/>
          </ac:spMkLst>
        </pc:spChg>
        <pc:spChg chg="mod">
          <ac:chgData name="Henry Valdemar Vest" userId="f5b1f0ec-4051-405f-83b3-0c678f78df49" providerId="ADAL" clId="{0B671710-12AA-4A9C-8982-6D6CBD054718}" dt="2026-09-28T06:13:56.295" v="1997" actId="20577"/>
          <ac:spMkLst>
            <pc:docMk/>
            <pc:sldMk cId="3712646029" sldId="267"/>
            <ac:spMk id="3" creationId="{93101DBA-0E87-C1B8-E7E1-B9F85F304A38}"/>
          </ac:spMkLst>
        </pc:spChg>
      </pc:sldChg>
      <pc:sldChg chg="addSp modSp new mod">
        <pc:chgData name="Henry Valdemar Vest" userId="f5b1f0ec-4051-405f-83b3-0c678f78df49" providerId="ADAL" clId="{0B671710-12AA-4A9C-8982-6D6CBD054718}" dt="2026-09-28T06:23:55.282" v="2454" actId="20577"/>
        <pc:sldMkLst>
          <pc:docMk/>
          <pc:sldMk cId="4157946671" sldId="268"/>
        </pc:sldMkLst>
        <pc:spChg chg="mod">
          <ac:chgData name="Henry Valdemar Vest" userId="f5b1f0ec-4051-405f-83b3-0c678f78df49" providerId="ADAL" clId="{0B671710-12AA-4A9C-8982-6D6CBD054718}" dt="2026-09-28T06:14:13.978" v="2021" actId="20577"/>
          <ac:spMkLst>
            <pc:docMk/>
            <pc:sldMk cId="4157946671" sldId="268"/>
            <ac:spMk id="2" creationId="{EA5E5DD4-6DAB-AD7B-3AD2-5C59EF8A16CB}"/>
          </ac:spMkLst>
        </pc:spChg>
        <pc:spChg chg="mod">
          <ac:chgData name="Henry Valdemar Vest" userId="f5b1f0ec-4051-405f-83b3-0c678f78df49" providerId="ADAL" clId="{0B671710-12AA-4A9C-8982-6D6CBD054718}" dt="2026-09-28T06:23:55.282" v="2454" actId="20577"/>
          <ac:spMkLst>
            <pc:docMk/>
            <pc:sldMk cId="4157946671" sldId="268"/>
            <ac:spMk id="3" creationId="{C69B18EC-3AE8-3D38-E7E4-4E7D3342ED62}"/>
          </ac:spMkLst>
        </pc:spChg>
        <pc:graphicFrameChg chg="add mod modGraphic">
          <ac:chgData name="Henry Valdemar Vest" userId="f5b1f0ec-4051-405f-83b3-0c678f78df49" providerId="ADAL" clId="{0B671710-12AA-4A9C-8982-6D6CBD054718}" dt="2026-09-28T06:16:40.306" v="2198" actId="20577"/>
          <ac:graphicFrameMkLst>
            <pc:docMk/>
            <pc:sldMk cId="4157946671" sldId="268"/>
            <ac:graphicFrameMk id="4" creationId="{B4B46FB2-1FFA-071F-0F4F-F3B98DF8425B}"/>
          </ac:graphicFrameMkLst>
        </pc:graphicFrameChg>
      </pc:sldChg>
      <pc:sldChg chg="addSp modSp new mod">
        <pc:chgData name="Henry Valdemar Vest" userId="f5b1f0ec-4051-405f-83b3-0c678f78df49" providerId="ADAL" clId="{0B671710-12AA-4A9C-8982-6D6CBD054718}" dt="2026-09-28T06:38:31.593" v="3399" actId="20577"/>
        <pc:sldMkLst>
          <pc:docMk/>
          <pc:sldMk cId="4145145107" sldId="269"/>
        </pc:sldMkLst>
        <pc:spChg chg="mod">
          <ac:chgData name="Henry Valdemar Vest" userId="f5b1f0ec-4051-405f-83b3-0c678f78df49" providerId="ADAL" clId="{0B671710-12AA-4A9C-8982-6D6CBD054718}" dt="2026-09-28T06:24:05.833" v="2456"/>
          <ac:spMkLst>
            <pc:docMk/>
            <pc:sldMk cId="4145145107" sldId="269"/>
            <ac:spMk id="2" creationId="{961A0D83-2BBB-1A74-13C7-06BFFC380FDA}"/>
          </ac:spMkLst>
        </pc:spChg>
        <pc:spChg chg="mod">
          <ac:chgData name="Henry Valdemar Vest" userId="f5b1f0ec-4051-405f-83b3-0c678f78df49" providerId="ADAL" clId="{0B671710-12AA-4A9C-8982-6D6CBD054718}" dt="2026-09-28T06:38:31.593" v="3399" actId="20577"/>
          <ac:spMkLst>
            <pc:docMk/>
            <pc:sldMk cId="4145145107" sldId="269"/>
            <ac:spMk id="3" creationId="{0A1F81D7-4798-FA1C-2D41-6539987804A9}"/>
          </ac:spMkLst>
        </pc:spChg>
        <pc:picChg chg="add mod">
          <ac:chgData name="Henry Valdemar Vest" userId="f5b1f0ec-4051-405f-83b3-0c678f78df49" providerId="ADAL" clId="{0B671710-12AA-4A9C-8982-6D6CBD054718}" dt="2026-09-28T06:27:57.557" v="2688" actId="14100"/>
          <ac:picMkLst>
            <pc:docMk/>
            <pc:sldMk cId="4145145107" sldId="269"/>
            <ac:picMk id="5" creationId="{018E8AF5-6EA6-1A61-AA95-D7A92451843F}"/>
          </ac:picMkLst>
        </pc:picChg>
      </pc:sldChg>
      <pc:sldChg chg="modSp new mod">
        <pc:chgData name="Henry Valdemar Vest" userId="f5b1f0ec-4051-405f-83b3-0c678f78df49" providerId="ADAL" clId="{0B671710-12AA-4A9C-8982-6D6CBD054718}" dt="2026-09-28T06:39:11.185" v="3400" actId="207"/>
        <pc:sldMkLst>
          <pc:docMk/>
          <pc:sldMk cId="3437006200" sldId="270"/>
        </pc:sldMkLst>
        <pc:spChg chg="mod">
          <ac:chgData name="Henry Valdemar Vest" userId="f5b1f0ec-4051-405f-83b3-0c678f78df49" providerId="ADAL" clId="{0B671710-12AA-4A9C-8982-6D6CBD054718}" dt="2026-09-28T06:29:50.732" v="2817" actId="20577"/>
          <ac:spMkLst>
            <pc:docMk/>
            <pc:sldMk cId="3437006200" sldId="270"/>
            <ac:spMk id="2" creationId="{599B7E6D-27D3-F99B-03CD-8202E19FFC0A}"/>
          </ac:spMkLst>
        </pc:spChg>
        <pc:spChg chg="mod">
          <ac:chgData name="Henry Valdemar Vest" userId="f5b1f0ec-4051-405f-83b3-0c678f78df49" providerId="ADAL" clId="{0B671710-12AA-4A9C-8982-6D6CBD054718}" dt="2026-09-28T06:39:11.185" v="3400" actId="207"/>
          <ac:spMkLst>
            <pc:docMk/>
            <pc:sldMk cId="3437006200" sldId="270"/>
            <ac:spMk id="3" creationId="{97DDF2B2-F343-C908-F279-D0E4769CB72E}"/>
          </ac:spMkLst>
        </pc:spChg>
      </pc:sldChg>
      <pc:sldChg chg="addSp delSp modSp new mod ord setBg">
        <pc:chgData name="Henry Valdemar Vest" userId="f5b1f0ec-4051-405f-83b3-0c678f78df49" providerId="ADAL" clId="{0B671710-12AA-4A9C-8982-6D6CBD054718}" dt="2026-09-28T06:42:41.093" v="3407"/>
        <pc:sldMkLst>
          <pc:docMk/>
          <pc:sldMk cId="3090054450" sldId="271"/>
        </pc:sldMkLst>
        <pc:spChg chg="mod">
          <ac:chgData name="Henry Valdemar Vest" userId="f5b1f0ec-4051-405f-83b3-0c678f78df49" providerId="ADAL" clId="{0B671710-12AA-4A9C-8982-6D6CBD054718}" dt="2026-09-28T06:36:33.090" v="3384" actId="26606"/>
          <ac:spMkLst>
            <pc:docMk/>
            <pc:sldMk cId="3090054450" sldId="271"/>
            <ac:spMk id="2" creationId="{D3E08D1C-2229-506E-E2D4-50B6C16ACD30}"/>
          </ac:spMkLst>
        </pc:spChg>
        <pc:spChg chg="del mod">
          <ac:chgData name="Henry Valdemar Vest" userId="f5b1f0ec-4051-405f-83b3-0c678f78df49" providerId="ADAL" clId="{0B671710-12AA-4A9C-8982-6D6CBD054718}" dt="2026-09-28T06:36:33.090" v="3384" actId="26606"/>
          <ac:spMkLst>
            <pc:docMk/>
            <pc:sldMk cId="3090054450" sldId="271"/>
            <ac:spMk id="3" creationId="{7D349A68-D23F-922F-7036-D18655735A19}"/>
          </ac:spMkLst>
        </pc:spChg>
        <pc:spChg chg="add">
          <ac:chgData name="Henry Valdemar Vest" userId="f5b1f0ec-4051-405f-83b3-0c678f78df49" providerId="ADAL" clId="{0B671710-12AA-4A9C-8982-6D6CBD054718}" dt="2026-09-28T06:36:33.090" v="3384" actId="26606"/>
          <ac:spMkLst>
            <pc:docMk/>
            <pc:sldMk cId="3090054450" sldId="271"/>
            <ac:spMk id="9" creationId="{655AE6B0-AC9E-4167-806F-E9DB135FC46B}"/>
          </ac:spMkLst>
        </pc:spChg>
        <pc:spChg chg="add">
          <ac:chgData name="Henry Valdemar Vest" userId="f5b1f0ec-4051-405f-83b3-0c678f78df49" providerId="ADAL" clId="{0B671710-12AA-4A9C-8982-6D6CBD054718}" dt="2026-09-28T06:36:33.090" v="3384" actId="26606"/>
          <ac:spMkLst>
            <pc:docMk/>
            <pc:sldMk cId="3090054450" sldId="271"/>
            <ac:spMk id="22" creationId="{87BD1F4E-A66D-4C06-86DA-8D56CA7A3B41}"/>
          </ac:spMkLst>
        </pc:spChg>
        <pc:grpChg chg="add">
          <ac:chgData name="Henry Valdemar Vest" userId="f5b1f0ec-4051-405f-83b3-0c678f78df49" providerId="ADAL" clId="{0B671710-12AA-4A9C-8982-6D6CBD054718}" dt="2026-09-28T06:36:33.090" v="3384" actId="26606"/>
          <ac:grpSpMkLst>
            <pc:docMk/>
            <pc:sldMk cId="3090054450" sldId="271"/>
            <ac:grpSpMk id="11" creationId="{3523416A-383B-4FDC-B4C9-D8EDDFE9C043}"/>
          </ac:grpSpMkLst>
        </pc:grpChg>
        <pc:graphicFrameChg chg="add modGraphic">
          <ac:chgData name="Henry Valdemar Vest" userId="f5b1f0ec-4051-405f-83b3-0c678f78df49" providerId="ADAL" clId="{0B671710-12AA-4A9C-8982-6D6CBD054718}" dt="2026-09-28T06:41:43.215" v="3405" actId="20577"/>
          <ac:graphicFrameMkLst>
            <pc:docMk/>
            <pc:sldMk cId="3090054450" sldId="271"/>
            <ac:graphicFrameMk id="5" creationId="{CCAB2244-0C3A-5039-8398-DEDAA50CFB8F}"/>
          </ac:graphicFrameMkLst>
        </pc:graphicFrameChg>
      </pc:sldChg>
      <pc:sldChg chg="addSp modSp new mod">
        <pc:chgData name="Henry Valdemar Vest" userId="f5b1f0ec-4051-405f-83b3-0c678f78df49" providerId="ADAL" clId="{0B671710-12AA-4A9C-8982-6D6CBD054718}" dt="2026-09-28T06:52:13.148" v="4003" actId="20577"/>
        <pc:sldMkLst>
          <pc:docMk/>
          <pc:sldMk cId="1781978237" sldId="272"/>
        </pc:sldMkLst>
        <pc:spChg chg="mod">
          <ac:chgData name="Henry Valdemar Vest" userId="f5b1f0ec-4051-405f-83b3-0c678f78df49" providerId="ADAL" clId="{0B671710-12AA-4A9C-8982-6D6CBD054718}" dt="2026-09-28T06:48:18.955" v="3587" actId="20577"/>
          <ac:spMkLst>
            <pc:docMk/>
            <pc:sldMk cId="1781978237" sldId="272"/>
            <ac:spMk id="2" creationId="{A10BB927-57C1-1201-FE84-813D651AC57E}"/>
          </ac:spMkLst>
        </pc:spChg>
        <pc:spChg chg="mod">
          <ac:chgData name="Henry Valdemar Vest" userId="f5b1f0ec-4051-405f-83b3-0c678f78df49" providerId="ADAL" clId="{0B671710-12AA-4A9C-8982-6D6CBD054718}" dt="2026-09-28T06:49:30.473" v="3778" actId="20577"/>
          <ac:spMkLst>
            <pc:docMk/>
            <pc:sldMk cId="1781978237" sldId="272"/>
            <ac:spMk id="3" creationId="{B85990AB-261B-BAC7-830A-73B9F8DE0FA1}"/>
          </ac:spMkLst>
        </pc:spChg>
        <pc:graphicFrameChg chg="add mod modGraphic">
          <ac:chgData name="Henry Valdemar Vest" userId="f5b1f0ec-4051-405f-83b3-0c678f78df49" providerId="ADAL" clId="{0B671710-12AA-4A9C-8982-6D6CBD054718}" dt="2026-09-28T06:52:13.148" v="4003" actId="20577"/>
          <ac:graphicFrameMkLst>
            <pc:docMk/>
            <pc:sldMk cId="1781978237" sldId="272"/>
            <ac:graphicFrameMk id="5" creationId="{35432B1F-236C-3677-94E7-6E07EE6B681A}"/>
          </ac:graphicFrameMkLst>
        </pc:graphicFrameChg>
      </pc:sldChg>
      <pc:sldChg chg="addSp modSp new mod ord">
        <pc:chgData name="Henry Valdemar Vest" userId="f5b1f0ec-4051-405f-83b3-0c678f78df49" providerId="ADAL" clId="{0B671710-12AA-4A9C-8982-6D6CBD054718}" dt="2026-09-28T07:01:07.814" v="4439" actId="14100"/>
        <pc:sldMkLst>
          <pc:docMk/>
          <pc:sldMk cId="3751772568" sldId="273"/>
        </pc:sldMkLst>
        <pc:spChg chg="mod">
          <ac:chgData name="Henry Valdemar Vest" userId="f5b1f0ec-4051-405f-83b3-0c678f78df49" providerId="ADAL" clId="{0B671710-12AA-4A9C-8982-6D6CBD054718}" dt="2026-09-28T06:53:05.119" v="4029" actId="20577"/>
          <ac:spMkLst>
            <pc:docMk/>
            <pc:sldMk cId="3751772568" sldId="273"/>
            <ac:spMk id="2" creationId="{59891679-0CB2-B171-80B5-43ACB9722E7B}"/>
          </ac:spMkLst>
        </pc:spChg>
        <pc:spChg chg="mod">
          <ac:chgData name="Henry Valdemar Vest" userId="f5b1f0ec-4051-405f-83b3-0c678f78df49" providerId="ADAL" clId="{0B671710-12AA-4A9C-8982-6D6CBD054718}" dt="2026-09-28T06:57:10.307" v="4434" actId="207"/>
          <ac:spMkLst>
            <pc:docMk/>
            <pc:sldMk cId="3751772568" sldId="273"/>
            <ac:spMk id="3" creationId="{19C8998B-74E2-A9E9-363E-FFD08090328C}"/>
          </ac:spMkLst>
        </pc:spChg>
        <pc:picChg chg="add mod">
          <ac:chgData name="Henry Valdemar Vest" userId="f5b1f0ec-4051-405f-83b3-0c678f78df49" providerId="ADAL" clId="{0B671710-12AA-4A9C-8982-6D6CBD054718}" dt="2026-09-28T07:01:07.814" v="4439" actId="14100"/>
          <ac:picMkLst>
            <pc:docMk/>
            <pc:sldMk cId="3751772568" sldId="273"/>
            <ac:picMk id="6" creationId="{05F717B6-1AFB-77B1-FD70-9CD5D2303341}"/>
          </ac:picMkLst>
        </pc:picChg>
      </pc:sldChg>
      <pc:sldChg chg="addSp delSp modSp new mod setBg">
        <pc:chgData name="Henry Valdemar Vest" userId="f5b1f0ec-4051-405f-83b3-0c678f78df49" providerId="ADAL" clId="{0B671710-12AA-4A9C-8982-6D6CBD054718}" dt="2026-09-28T07:04:35.232" v="4477" actId="20577"/>
        <pc:sldMkLst>
          <pc:docMk/>
          <pc:sldMk cId="1674080148" sldId="274"/>
        </pc:sldMkLst>
        <pc:spChg chg="mod">
          <ac:chgData name="Henry Valdemar Vest" userId="f5b1f0ec-4051-405f-83b3-0c678f78df49" providerId="ADAL" clId="{0B671710-12AA-4A9C-8982-6D6CBD054718}" dt="2026-09-28T07:02:04.251" v="4467" actId="26606"/>
          <ac:spMkLst>
            <pc:docMk/>
            <pc:sldMk cId="1674080148" sldId="274"/>
            <ac:spMk id="2" creationId="{7D1510CE-265C-5DCD-366F-866F149A5436}"/>
          </ac:spMkLst>
        </pc:spChg>
        <pc:spChg chg="del mod">
          <ac:chgData name="Henry Valdemar Vest" userId="f5b1f0ec-4051-405f-83b3-0c678f78df49" providerId="ADAL" clId="{0B671710-12AA-4A9C-8982-6D6CBD054718}" dt="2026-09-28T07:02:04.251" v="4467" actId="26606"/>
          <ac:spMkLst>
            <pc:docMk/>
            <pc:sldMk cId="1674080148" sldId="274"/>
            <ac:spMk id="3" creationId="{4E26497D-9276-ABDA-25B9-65BFF82E8B58}"/>
          </ac:spMkLst>
        </pc:spChg>
        <pc:spChg chg="mod">
          <ac:chgData name="Henry Valdemar Vest" userId="f5b1f0ec-4051-405f-83b3-0c678f78df49" providerId="ADAL" clId="{0B671710-12AA-4A9C-8982-6D6CBD054718}" dt="2026-09-28T07:02:04.251" v="4467" actId="26606"/>
          <ac:spMkLst>
            <pc:docMk/>
            <pc:sldMk cId="1674080148" sldId="274"/>
            <ac:spMk id="4" creationId="{233A6EA2-422B-BE1C-73F3-182A828F8BCB}"/>
          </ac:spMkLst>
        </pc:spChg>
        <pc:spChg chg="add">
          <ac:chgData name="Henry Valdemar Vest" userId="f5b1f0ec-4051-405f-83b3-0c678f78df49" providerId="ADAL" clId="{0B671710-12AA-4A9C-8982-6D6CBD054718}" dt="2026-09-28T07:02:04.251" v="4467" actId="26606"/>
          <ac:spMkLst>
            <pc:docMk/>
            <pc:sldMk cId="1674080148" sldId="274"/>
            <ac:spMk id="10" creationId="{9F4444CE-BC8D-4D61-B303-4C05614E62AB}"/>
          </ac:spMkLst>
        </pc:spChg>
        <pc:spChg chg="add">
          <ac:chgData name="Henry Valdemar Vest" userId="f5b1f0ec-4051-405f-83b3-0c678f78df49" providerId="ADAL" clId="{0B671710-12AA-4A9C-8982-6D6CBD054718}" dt="2026-09-28T07:02:04.251" v="4467" actId="26606"/>
          <ac:spMkLst>
            <pc:docMk/>
            <pc:sldMk cId="1674080148" sldId="274"/>
            <ac:spMk id="12" creationId="{73772B81-181F-48B7-8826-4D9686D15DF5}"/>
          </ac:spMkLst>
        </pc:spChg>
        <pc:spChg chg="add">
          <ac:chgData name="Henry Valdemar Vest" userId="f5b1f0ec-4051-405f-83b3-0c678f78df49" providerId="ADAL" clId="{0B671710-12AA-4A9C-8982-6D6CBD054718}" dt="2026-09-28T07:02:04.251" v="4467" actId="26606"/>
          <ac:spMkLst>
            <pc:docMk/>
            <pc:sldMk cId="1674080148" sldId="274"/>
            <ac:spMk id="14" creationId="{B2205F6E-03C6-4E92-877C-E2482F6599AA}"/>
          </ac:spMkLst>
        </pc:spChg>
        <pc:graphicFrameChg chg="add modGraphic">
          <ac:chgData name="Henry Valdemar Vest" userId="f5b1f0ec-4051-405f-83b3-0c678f78df49" providerId="ADAL" clId="{0B671710-12AA-4A9C-8982-6D6CBD054718}" dt="2026-09-28T07:04:35.232" v="4477" actId="20577"/>
          <ac:graphicFrameMkLst>
            <pc:docMk/>
            <pc:sldMk cId="1674080148" sldId="274"/>
            <ac:graphicFrameMk id="6" creationId="{227157D7-A267-E452-8E0A-0F6310F63825}"/>
          </ac:graphicFrameMkLst>
        </pc:graphicFrameChg>
      </pc:sldChg>
      <pc:sldChg chg="addSp delSp modSp new mod setBg">
        <pc:chgData name="Henry Valdemar Vest" userId="f5b1f0ec-4051-405f-83b3-0c678f78df49" providerId="ADAL" clId="{0B671710-12AA-4A9C-8982-6D6CBD054718}" dt="2026-09-28T07:11:42.762" v="4527" actId="26606"/>
        <pc:sldMkLst>
          <pc:docMk/>
          <pc:sldMk cId="2469493624" sldId="275"/>
        </pc:sldMkLst>
        <pc:spChg chg="mod">
          <ac:chgData name="Henry Valdemar Vest" userId="f5b1f0ec-4051-405f-83b3-0c678f78df49" providerId="ADAL" clId="{0B671710-12AA-4A9C-8982-6D6CBD054718}" dt="2026-09-28T07:11:42.762" v="4527" actId="26606"/>
          <ac:spMkLst>
            <pc:docMk/>
            <pc:sldMk cId="2469493624" sldId="275"/>
            <ac:spMk id="2" creationId="{BA046FF4-D47A-4661-7F7C-0E15E59CDA19}"/>
          </ac:spMkLst>
        </pc:spChg>
        <pc:spChg chg="del mod">
          <ac:chgData name="Henry Valdemar Vest" userId="f5b1f0ec-4051-405f-83b3-0c678f78df49" providerId="ADAL" clId="{0B671710-12AA-4A9C-8982-6D6CBD054718}" dt="2026-09-28T07:11:42.762" v="4527" actId="26606"/>
          <ac:spMkLst>
            <pc:docMk/>
            <pc:sldMk cId="2469493624" sldId="275"/>
            <ac:spMk id="3" creationId="{2BFABBFE-8AF3-D030-863C-AC23EC1692AC}"/>
          </ac:spMkLst>
        </pc:spChg>
        <pc:spChg chg="mod">
          <ac:chgData name="Henry Valdemar Vest" userId="f5b1f0ec-4051-405f-83b3-0c678f78df49" providerId="ADAL" clId="{0B671710-12AA-4A9C-8982-6D6CBD054718}" dt="2026-09-28T07:11:42.762" v="4527" actId="26606"/>
          <ac:spMkLst>
            <pc:docMk/>
            <pc:sldMk cId="2469493624" sldId="275"/>
            <ac:spMk id="4" creationId="{F0907908-7441-13A1-513B-BD3F7B96D025}"/>
          </ac:spMkLst>
        </pc:spChg>
        <pc:spChg chg="add">
          <ac:chgData name="Henry Valdemar Vest" userId="f5b1f0ec-4051-405f-83b3-0c678f78df49" providerId="ADAL" clId="{0B671710-12AA-4A9C-8982-6D6CBD054718}" dt="2026-09-28T07:11:42.762" v="4527" actId="26606"/>
          <ac:spMkLst>
            <pc:docMk/>
            <pc:sldMk cId="2469493624" sldId="275"/>
            <ac:spMk id="10" creationId="{9F4444CE-BC8D-4D61-B303-4C05614E62AB}"/>
          </ac:spMkLst>
        </pc:spChg>
        <pc:spChg chg="add">
          <ac:chgData name="Henry Valdemar Vest" userId="f5b1f0ec-4051-405f-83b3-0c678f78df49" providerId="ADAL" clId="{0B671710-12AA-4A9C-8982-6D6CBD054718}" dt="2026-09-28T07:11:42.762" v="4527" actId="26606"/>
          <ac:spMkLst>
            <pc:docMk/>
            <pc:sldMk cId="2469493624" sldId="275"/>
            <ac:spMk id="12" creationId="{73772B81-181F-48B7-8826-4D9686D15DF5}"/>
          </ac:spMkLst>
        </pc:spChg>
        <pc:spChg chg="add">
          <ac:chgData name="Henry Valdemar Vest" userId="f5b1f0ec-4051-405f-83b3-0c678f78df49" providerId="ADAL" clId="{0B671710-12AA-4A9C-8982-6D6CBD054718}" dt="2026-09-28T07:11:42.762" v="4527" actId="26606"/>
          <ac:spMkLst>
            <pc:docMk/>
            <pc:sldMk cId="2469493624" sldId="275"/>
            <ac:spMk id="14" creationId="{B2205F6E-03C6-4E92-877C-E2482F6599AA}"/>
          </ac:spMkLst>
        </pc:spChg>
        <pc:graphicFrameChg chg="add">
          <ac:chgData name="Henry Valdemar Vest" userId="f5b1f0ec-4051-405f-83b3-0c678f78df49" providerId="ADAL" clId="{0B671710-12AA-4A9C-8982-6D6CBD054718}" dt="2026-09-28T07:11:42.762" v="4527" actId="26606"/>
          <ac:graphicFrameMkLst>
            <pc:docMk/>
            <pc:sldMk cId="2469493624" sldId="275"/>
            <ac:graphicFrameMk id="6" creationId="{4B4AAEA1-36E7-5FDE-7095-BD6C69E22AA1}"/>
          </ac:graphicFrameMkLst>
        </pc:graphicFrameChg>
      </pc:sldChg>
      <pc:sldChg chg="modSp new del mod">
        <pc:chgData name="Henry Valdemar Vest" userId="f5b1f0ec-4051-405f-83b3-0c678f78df49" providerId="ADAL" clId="{0B671710-12AA-4A9C-8982-6D6CBD054718}" dt="2026-09-28T07:11:49.777" v="4528" actId="2696"/>
        <pc:sldMkLst>
          <pc:docMk/>
          <pc:sldMk cId="1841878381" sldId="276"/>
        </pc:sldMkLst>
        <pc:spChg chg="mod">
          <ac:chgData name="Henry Valdemar Vest" userId="f5b1f0ec-4051-405f-83b3-0c678f78df49" providerId="ADAL" clId="{0B671710-12AA-4A9C-8982-6D6CBD054718}" dt="2026-09-28T07:08:16.501" v="4519" actId="20577"/>
          <ac:spMkLst>
            <pc:docMk/>
            <pc:sldMk cId="1841878381" sldId="276"/>
            <ac:spMk id="2" creationId="{31A1A4CA-F7E0-8A9E-A595-F3DB0F3E3566}"/>
          </ac:spMkLst>
        </pc:spChg>
      </pc:sldChg>
      <pc:sldChg chg="delSp modSp add mod setBg delDesignElem">
        <pc:chgData name="Henry Valdemar Vest" userId="f5b1f0ec-4051-405f-83b3-0c678f78df49" providerId="ADAL" clId="{0B671710-12AA-4A9C-8982-6D6CBD054718}" dt="2026-09-28T07:12:06.800" v="4536" actId="20577"/>
        <pc:sldMkLst>
          <pc:docMk/>
          <pc:sldMk cId="1762389996" sldId="277"/>
        </pc:sldMkLst>
        <pc:spChg chg="mod">
          <ac:chgData name="Henry Valdemar Vest" userId="f5b1f0ec-4051-405f-83b3-0c678f78df49" providerId="ADAL" clId="{0B671710-12AA-4A9C-8982-6D6CBD054718}" dt="2026-09-28T07:12:06.800" v="4536" actId="20577"/>
          <ac:spMkLst>
            <pc:docMk/>
            <pc:sldMk cId="1762389996" sldId="277"/>
            <ac:spMk id="2" creationId="{B7EC0437-29B5-42F9-9755-2573118050A7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1762389996" sldId="277"/>
            <ac:spMk id="9" creationId="{655AE6B0-AC9E-4167-806F-E9DB135FC46B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1762389996" sldId="277"/>
            <ac:spMk id="22" creationId="{87BD1F4E-A66D-4C06-86DA-8D56CA7A3B41}"/>
          </ac:spMkLst>
        </pc:spChg>
        <pc:grpChg chg="del">
          <ac:chgData name="Henry Valdemar Vest" userId="f5b1f0ec-4051-405f-83b3-0c678f78df49" providerId="ADAL" clId="{0B671710-12AA-4A9C-8982-6D6CBD054718}" dt="2026-09-28T07:11:31.577" v="4526"/>
          <ac:grpSpMkLst>
            <pc:docMk/>
            <pc:sldMk cId="1762389996" sldId="277"/>
            <ac:grpSpMk id="11" creationId="{3523416A-383B-4FDC-B4C9-D8EDDFE9C043}"/>
          </ac:grpSpMkLst>
        </pc:grpChg>
      </pc:sldChg>
      <pc:sldChg chg="delSp add setBg delDesignElem">
        <pc:chgData name="Henry Valdemar Vest" userId="f5b1f0ec-4051-405f-83b3-0c678f78df49" providerId="ADAL" clId="{0B671710-12AA-4A9C-8982-6D6CBD054718}" dt="2026-09-28T07:11:31.577" v="4526"/>
        <pc:sldMkLst>
          <pc:docMk/>
          <pc:sldMk cId="3324023146" sldId="278"/>
        </pc:sldMkLst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3324023146" sldId="278"/>
            <ac:spMk id="13" creationId="{3F088236-D655-4F88-B238-E16762358025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3324023146" sldId="278"/>
            <ac:spMk id="15" creationId="{3DAC0C92-199E-475C-9390-119A9B027276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3324023146" sldId="278"/>
            <ac:spMk id="17" creationId="{C4CFB339-0ED8-4FE2-9EF1-6D1375B8499B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3324023146" sldId="278"/>
            <ac:spMk id="19" creationId="{31896C80-2069-4431-9C19-83B913734490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3324023146" sldId="278"/>
            <ac:spMk id="21" creationId="{BF120A21-0841-4823-B0C4-28AEBCEF9B78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3324023146" sldId="278"/>
            <ac:spMk id="23" creationId="{DBB05BAE-BBD3-4289-899F-A6851503C6B0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3324023146" sldId="278"/>
            <ac:spMk id="25" creationId="{9874D11C-36F5-4BBE-A490-019A54E953B0}"/>
          </ac:spMkLst>
        </pc:spChg>
        <pc:cxnChg chg="del">
          <ac:chgData name="Henry Valdemar Vest" userId="f5b1f0ec-4051-405f-83b3-0c678f78df49" providerId="ADAL" clId="{0B671710-12AA-4A9C-8982-6D6CBD054718}" dt="2026-09-28T07:11:31.577" v="4526"/>
          <ac:cxnSpMkLst>
            <pc:docMk/>
            <pc:sldMk cId="3324023146" sldId="278"/>
            <ac:cxnSpMk id="9" creationId="{64FA5DFF-7FE6-4855-84E6-DFA78EE978BD}"/>
          </ac:cxnSpMkLst>
        </pc:cxnChg>
        <pc:cxnChg chg="del">
          <ac:chgData name="Henry Valdemar Vest" userId="f5b1f0ec-4051-405f-83b3-0c678f78df49" providerId="ADAL" clId="{0B671710-12AA-4A9C-8982-6D6CBD054718}" dt="2026-09-28T07:11:31.577" v="4526"/>
          <ac:cxnSpMkLst>
            <pc:docMk/>
            <pc:sldMk cId="3324023146" sldId="278"/>
            <ac:cxnSpMk id="11" creationId="{2AFD8CBA-54A3-4363-991B-B9C631BBFA74}"/>
          </ac:cxnSpMkLst>
        </pc:cxnChg>
      </pc:sldChg>
      <pc:sldChg chg="delSp add setBg delDesignElem">
        <pc:chgData name="Henry Valdemar Vest" userId="f5b1f0ec-4051-405f-83b3-0c678f78df49" providerId="ADAL" clId="{0B671710-12AA-4A9C-8982-6D6CBD054718}" dt="2026-09-28T07:11:31.577" v="4526"/>
        <pc:sldMkLst>
          <pc:docMk/>
          <pc:sldMk cId="1480251659" sldId="279"/>
        </pc:sldMkLst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1480251659" sldId="279"/>
            <ac:spMk id="18" creationId="{655AE6B0-AC9E-4167-806F-E9DB135FC46B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1480251659" sldId="279"/>
            <ac:spMk id="31" creationId="{87BD1F4E-A66D-4C06-86DA-8D56CA7A3B41}"/>
          </ac:spMkLst>
        </pc:spChg>
        <pc:grpChg chg="del">
          <ac:chgData name="Henry Valdemar Vest" userId="f5b1f0ec-4051-405f-83b3-0c678f78df49" providerId="ADAL" clId="{0B671710-12AA-4A9C-8982-6D6CBD054718}" dt="2026-09-28T07:11:31.577" v="4526"/>
          <ac:grpSpMkLst>
            <pc:docMk/>
            <pc:sldMk cId="1480251659" sldId="279"/>
            <ac:grpSpMk id="20" creationId="{3523416A-383B-4FDC-B4C9-D8EDDFE9C043}"/>
          </ac:grpSpMkLst>
        </pc:grpChg>
      </pc:sldChg>
      <pc:sldChg chg="delSp add setBg delDesignElem">
        <pc:chgData name="Henry Valdemar Vest" userId="f5b1f0ec-4051-405f-83b3-0c678f78df49" providerId="ADAL" clId="{0B671710-12AA-4A9C-8982-6D6CBD054718}" dt="2026-09-28T07:11:31.577" v="4526"/>
        <pc:sldMkLst>
          <pc:docMk/>
          <pc:sldMk cId="3323022986" sldId="280"/>
        </pc:sldMkLst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3323022986" sldId="280"/>
            <ac:spMk id="9" creationId="{655AE6B0-AC9E-4167-806F-E9DB135FC46B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3323022986" sldId="280"/>
            <ac:spMk id="22" creationId="{87BD1F4E-A66D-4C06-86DA-8D56CA7A3B41}"/>
          </ac:spMkLst>
        </pc:spChg>
        <pc:grpChg chg="del">
          <ac:chgData name="Henry Valdemar Vest" userId="f5b1f0ec-4051-405f-83b3-0c678f78df49" providerId="ADAL" clId="{0B671710-12AA-4A9C-8982-6D6CBD054718}" dt="2026-09-28T07:11:31.577" v="4526"/>
          <ac:grpSpMkLst>
            <pc:docMk/>
            <pc:sldMk cId="3323022986" sldId="280"/>
            <ac:grpSpMk id="11" creationId="{3523416A-383B-4FDC-B4C9-D8EDDFE9C043}"/>
          </ac:grpSpMkLst>
        </pc:grpChg>
      </pc:sldChg>
      <pc:sldChg chg="addSp delSp modSp add mod setBg delDesignElem">
        <pc:chgData name="Henry Valdemar Vest" userId="f5b1f0ec-4051-405f-83b3-0c678f78df49" providerId="ADAL" clId="{0B671710-12AA-4A9C-8982-6D6CBD054718}" dt="2026-09-28T07:14:52.862" v="4544" actId="14100"/>
        <pc:sldMkLst>
          <pc:docMk/>
          <pc:sldMk cId="896835684" sldId="281"/>
        </pc:sldMkLst>
        <pc:spChg chg="del">
          <ac:chgData name="Henry Valdemar Vest" userId="f5b1f0ec-4051-405f-83b3-0c678f78df49" providerId="ADAL" clId="{0B671710-12AA-4A9C-8982-6D6CBD054718}" dt="2026-09-28T07:14:34.224" v="4540" actId="478"/>
          <ac:spMkLst>
            <pc:docMk/>
            <pc:sldMk cId="896835684" sldId="281"/>
            <ac:spMk id="3" creationId="{9A5F80D8-BB4E-4E53-816E-C2852F2334FB}"/>
          </ac:spMkLst>
        </pc:spChg>
        <pc:spChg chg="add del mod">
          <ac:chgData name="Henry Valdemar Vest" userId="f5b1f0ec-4051-405f-83b3-0c678f78df49" providerId="ADAL" clId="{0B671710-12AA-4A9C-8982-6D6CBD054718}" dt="2026-09-28T07:14:39.622" v="4541" actId="478"/>
          <ac:spMkLst>
            <pc:docMk/>
            <pc:sldMk cId="896835684" sldId="281"/>
            <ac:spMk id="6" creationId="{3E59566F-9D35-24CB-7757-F2BD03BE49FD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896835684" sldId="281"/>
            <ac:spMk id="21" creationId="{A65AC7D1-EAA9-48F5-B509-60A7F50BF703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896835684" sldId="281"/>
            <ac:spMk id="23" creationId="{D6320AF9-619A-4175-865B-5663E1AEF4C5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896835684" sldId="281"/>
            <ac:spMk id="29" creationId="{7E018740-5C2B-4A41-AC1A-7E68D1EC1954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896835684" sldId="281"/>
            <ac:spMk id="31" creationId="{166F75A4-C475-4941-8EE2-B80A06A2C1BB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896835684" sldId="281"/>
            <ac:spMk id="33" creationId="{A032553A-72E8-4B0D-8405-FF9771C9AF05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896835684" sldId="281"/>
            <ac:spMk id="35" creationId="{765800AC-C3B9-498E-87BC-29FAE4C76B21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896835684" sldId="281"/>
            <ac:spMk id="37" creationId="{1F9D6ACB-2FF4-49F9-978A-E0D5327FC635}"/>
          </ac:spMkLst>
        </pc:spChg>
        <pc:spChg chg="del">
          <ac:chgData name="Henry Valdemar Vest" userId="f5b1f0ec-4051-405f-83b3-0c678f78df49" providerId="ADAL" clId="{0B671710-12AA-4A9C-8982-6D6CBD054718}" dt="2026-09-28T07:11:31.577" v="4526"/>
          <ac:spMkLst>
            <pc:docMk/>
            <pc:sldMk cId="896835684" sldId="281"/>
            <ac:spMk id="39" creationId="{A5EC319D-0FEA-4B95-A3EA-01E35672C95B}"/>
          </ac:spMkLst>
        </pc:spChg>
        <pc:picChg chg="mod">
          <ac:chgData name="Henry Valdemar Vest" userId="f5b1f0ec-4051-405f-83b3-0c678f78df49" providerId="ADAL" clId="{0B671710-12AA-4A9C-8982-6D6CBD054718}" dt="2026-09-28T07:14:52.862" v="4544" actId="14100"/>
          <ac:picMkLst>
            <pc:docMk/>
            <pc:sldMk cId="896835684" sldId="281"/>
            <ac:picMk id="5" creationId="{71506254-1E13-4B2D-9687-FD78D558A777}"/>
          </ac:picMkLst>
        </pc:picChg>
        <pc:cxnChg chg="del">
          <ac:chgData name="Henry Valdemar Vest" userId="f5b1f0ec-4051-405f-83b3-0c678f78df49" providerId="ADAL" clId="{0B671710-12AA-4A9C-8982-6D6CBD054718}" dt="2026-09-28T07:11:31.577" v="4526"/>
          <ac:cxnSpMkLst>
            <pc:docMk/>
            <pc:sldMk cId="896835684" sldId="281"/>
            <ac:cxnSpMk id="25" creationId="{063B6EC6-D752-4EE7-908B-F8F19E8C7FEA}"/>
          </ac:cxnSpMkLst>
        </pc:cxnChg>
        <pc:cxnChg chg="del">
          <ac:chgData name="Henry Valdemar Vest" userId="f5b1f0ec-4051-405f-83b3-0c678f78df49" providerId="ADAL" clId="{0B671710-12AA-4A9C-8982-6D6CBD054718}" dt="2026-09-28T07:11:31.577" v="4526"/>
          <ac:cxnSpMkLst>
            <pc:docMk/>
            <pc:sldMk cId="896835684" sldId="281"/>
            <ac:cxnSpMk id="27" creationId="{EFECD4E8-AD3E-4228-82A2-9461958EA94D}"/>
          </ac:cxnSpMkLst>
        </pc:cxnChg>
      </pc:sldChg>
      <pc:sldChg chg="modSp add mod">
        <pc:chgData name="Henry Valdemar Vest" userId="f5b1f0ec-4051-405f-83b3-0c678f78df49" providerId="ADAL" clId="{0B671710-12AA-4A9C-8982-6D6CBD054718}" dt="2026-09-28T07:15:43.364" v="4547" actId="692"/>
        <pc:sldMkLst>
          <pc:docMk/>
          <pc:sldMk cId="3952631161" sldId="282"/>
        </pc:sldMkLst>
        <pc:spChg chg="mod">
          <ac:chgData name="Henry Valdemar Vest" userId="f5b1f0ec-4051-405f-83b3-0c678f78df49" providerId="ADAL" clId="{0B671710-12AA-4A9C-8982-6D6CBD054718}" dt="2026-09-28T07:15:29.939" v="4545" actId="207"/>
          <ac:spMkLst>
            <pc:docMk/>
            <pc:sldMk cId="3952631161" sldId="282"/>
            <ac:spMk id="4" creationId="{0A73B596-D141-40AC-A24D-094F60626669}"/>
          </ac:spMkLst>
        </pc:spChg>
        <pc:cxnChg chg="mod">
          <ac:chgData name="Henry Valdemar Vest" userId="f5b1f0ec-4051-405f-83b3-0c678f78df49" providerId="ADAL" clId="{0B671710-12AA-4A9C-8982-6D6CBD054718}" dt="2026-09-28T07:15:43.364" v="4547" actId="692"/>
          <ac:cxnSpMkLst>
            <pc:docMk/>
            <pc:sldMk cId="3952631161" sldId="282"/>
            <ac:cxnSpMk id="6" creationId="{6178CE8E-4B3A-4D0F-8F8C-46A69C1A4E21}"/>
          </ac:cxnSpMkLst>
        </pc:cxnChg>
      </pc:sldChg>
      <pc:sldChg chg="add">
        <pc:chgData name="Henry Valdemar Vest" userId="f5b1f0ec-4051-405f-83b3-0c678f78df49" providerId="ADAL" clId="{0B671710-12AA-4A9C-8982-6D6CBD054718}" dt="2026-09-28T07:11:31.577" v="4526"/>
        <pc:sldMkLst>
          <pc:docMk/>
          <pc:sldMk cId="1636295182" sldId="283"/>
        </pc:sldMkLst>
      </pc:sldChg>
      <pc:sldChg chg="addSp delSp modSp new mod">
        <pc:chgData name="Henry Valdemar Vest" userId="f5b1f0ec-4051-405f-83b3-0c678f78df49" providerId="ADAL" clId="{0B671710-12AA-4A9C-8982-6D6CBD054718}" dt="2026-09-28T07:17:01.026" v="4579" actId="26606"/>
        <pc:sldMkLst>
          <pc:docMk/>
          <pc:sldMk cId="3298393032" sldId="284"/>
        </pc:sldMkLst>
        <pc:spChg chg="mod">
          <ac:chgData name="Henry Valdemar Vest" userId="f5b1f0ec-4051-405f-83b3-0c678f78df49" providerId="ADAL" clId="{0B671710-12AA-4A9C-8982-6D6CBD054718}" dt="2026-09-28T07:16:35.420" v="4555" actId="20577"/>
          <ac:spMkLst>
            <pc:docMk/>
            <pc:sldMk cId="3298393032" sldId="284"/>
            <ac:spMk id="2" creationId="{AC8D4A99-A304-B506-E160-DF0CD3617834}"/>
          </ac:spMkLst>
        </pc:spChg>
        <pc:spChg chg="del mod">
          <ac:chgData name="Henry Valdemar Vest" userId="f5b1f0ec-4051-405f-83b3-0c678f78df49" providerId="ADAL" clId="{0B671710-12AA-4A9C-8982-6D6CBD054718}" dt="2026-09-28T07:17:01.026" v="4579" actId="26606"/>
          <ac:spMkLst>
            <pc:docMk/>
            <pc:sldMk cId="3298393032" sldId="284"/>
            <ac:spMk id="3" creationId="{889C750B-E583-E2EA-9FAA-F99218D6D5B4}"/>
          </ac:spMkLst>
        </pc:spChg>
        <pc:graphicFrameChg chg="add">
          <ac:chgData name="Henry Valdemar Vest" userId="f5b1f0ec-4051-405f-83b3-0c678f78df49" providerId="ADAL" clId="{0B671710-12AA-4A9C-8982-6D6CBD054718}" dt="2026-09-28T07:17:01.026" v="4579" actId="26606"/>
          <ac:graphicFrameMkLst>
            <pc:docMk/>
            <pc:sldMk cId="3298393032" sldId="284"/>
            <ac:graphicFrameMk id="6" creationId="{852B4D31-C6CC-6B3D-9F9F-AC024A9D2669}"/>
          </ac:graphicFrameMkLst>
        </pc:graphicFrameChg>
      </pc:sldChg>
      <pc:sldChg chg="modSp new mod">
        <pc:chgData name="Henry Valdemar Vest" userId="f5b1f0ec-4051-405f-83b3-0c678f78df49" providerId="ADAL" clId="{0B671710-12AA-4A9C-8982-6D6CBD054718}" dt="2026-09-28T07:18:48.110" v="4797" actId="5793"/>
        <pc:sldMkLst>
          <pc:docMk/>
          <pc:sldMk cId="2717015768" sldId="285"/>
        </pc:sldMkLst>
        <pc:spChg chg="mod">
          <ac:chgData name="Henry Valdemar Vest" userId="f5b1f0ec-4051-405f-83b3-0c678f78df49" providerId="ADAL" clId="{0B671710-12AA-4A9C-8982-6D6CBD054718}" dt="2026-09-28T07:17:09.477" v="4588" actId="20577"/>
          <ac:spMkLst>
            <pc:docMk/>
            <pc:sldMk cId="2717015768" sldId="285"/>
            <ac:spMk id="2" creationId="{F47F86D0-9D0A-739A-4450-E4358CCDCF37}"/>
          </ac:spMkLst>
        </pc:spChg>
        <pc:spChg chg="mod">
          <ac:chgData name="Henry Valdemar Vest" userId="f5b1f0ec-4051-405f-83b3-0c678f78df49" providerId="ADAL" clId="{0B671710-12AA-4A9C-8982-6D6CBD054718}" dt="2026-09-28T07:18:48.110" v="4797" actId="5793"/>
          <ac:spMkLst>
            <pc:docMk/>
            <pc:sldMk cId="2717015768" sldId="285"/>
            <ac:spMk id="3" creationId="{75756411-5180-FE89-6AC2-FB52DEA15D52}"/>
          </ac:spMkLst>
        </pc:sp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#10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#1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#1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#1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7DA1AF-28E7-450D-ABA5-8065AE07A264}" type="doc">
      <dgm:prSet loTypeId="urn:microsoft.com/office/officeart/2005/8/layout/orgChart1" loCatId="hierarchy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da-DK"/>
        </a:p>
      </dgm:t>
    </dgm:pt>
    <dgm:pt modelId="{24360804-9E0F-499B-ADCC-F2F4D056EFD7}">
      <dgm:prSet phldrT="[Tekst]" phldr="0"/>
      <dgm:spPr/>
      <dgm:t>
        <a:bodyPr/>
        <a:lstStyle/>
        <a:p>
          <a:r>
            <a:rPr lang="da-DK" dirty="0"/>
            <a:t>Kemiske forbind.</a:t>
          </a:r>
        </a:p>
      </dgm:t>
    </dgm:pt>
    <dgm:pt modelId="{C4A8CC5E-630B-4102-8276-7BC63521A277}" type="parTrans" cxnId="{EB4DCBE0-C27F-448C-9B8D-B3A52B89B128}">
      <dgm:prSet/>
      <dgm:spPr/>
      <dgm:t>
        <a:bodyPr/>
        <a:lstStyle/>
        <a:p>
          <a:endParaRPr lang="da-DK"/>
        </a:p>
      </dgm:t>
    </dgm:pt>
    <dgm:pt modelId="{841B7CD5-8815-408D-BBD4-00357148D7BE}" type="sibTrans" cxnId="{EB4DCBE0-C27F-448C-9B8D-B3A52B89B128}">
      <dgm:prSet/>
      <dgm:spPr/>
      <dgm:t>
        <a:bodyPr/>
        <a:lstStyle/>
        <a:p>
          <a:endParaRPr lang="da-DK"/>
        </a:p>
      </dgm:t>
    </dgm:pt>
    <dgm:pt modelId="{BFD3B7DB-132B-4ED2-AA06-8B58285A8884}">
      <dgm:prSet phldrT="[Tekst]" phldr="0"/>
      <dgm:spPr/>
      <dgm:t>
        <a:bodyPr/>
        <a:lstStyle/>
        <a:p>
          <a:r>
            <a:rPr lang="da-DK" dirty="0" err="1"/>
            <a:t>Ionforb</a:t>
          </a:r>
          <a:r>
            <a:rPr lang="da-DK" dirty="0"/>
            <a:t>.</a:t>
          </a:r>
        </a:p>
        <a:p>
          <a:r>
            <a:rPr lang="da-DK" dirty="0"/>
            <a:t>M+IM</a:t>
          </a:r>
        </a:p>
        <a:p>
          <a:r>
            <a:rPr lang="da-DK" dirty="0"/>
            <a:t>Fx NaCl</a:t>
          </a:r>
        </a:p>
      </dgm:t>
    </dgm:pt>
    <dgm:pt modelId="{43A2AAD6-6D3F-4362-94AE-76D3587C2662}" type="parTrans" cxnId="{B19269EB-89DA-45B7-BD7F-0086675CCD48}">
      <dgm:prSet/>
      <dgm:spPr/>
      <dgm:t>
        <a:bodyPr/>
        <a:lstStyle/>
        <a:p>
          <a:endParaRPr lang="da-DK"/>
        </a:p>
      </dgm:t>
    </dgm:pt>
    <dgm:pt modelId="{BED6FC6F-53CB-4396-BBFF-E8C25737450A}" type="sibTrans" cxnId="{B19269EB-89DA-45B7-BD7F-0086675CCD48}">
      <dgm:prSet/>
      <dgm:spPr/>
      <dgm:t>
        <a:bodyPr/>
        <a:lstStyle/>
        <a:p>
          <a:endParaRPr lang="da-DK"/>
        </a:p>
      </dgm:t>
    </dgm:pt>
    <dgm:pt modelId="{B0D5AE15-6F29-48BF-B711-BE8563F2F3E2}">
      <dgm:prSet phldrT="[Tekst]" phldr="0"/>
      <dgm:spPr/>
      <dgm:t>
        <a:bodyPr/>
        <a:lstStyle/>
        <a:p>
          <a:r>
            <a:rPr lang="da-DK" dirty="0" err="1"/>
            <a:t>Molekylforb</a:t>
          </a:r>
          <a:r>
            <a:rPr lang="da-DK" dirty="0"/>
            <a:t>.</a:t>
          </a:r>
        </a:p>
        <a:p>
          <a:r>
            <a:rPr lang="da-DK" dirty="0"/>
            <a:t>IM+IM</a:t>
          </a:r>
        </a:p>
        <a:p>
          <a:r>
            <a:rPr lang="da-DK" dirty="0"/>
            <a:t>Fx H</a:t>
          </a:r>
          <a:r>
            <a:rPr lang="da-DK" baseline="-25000" dirty="0"/>
            <a:t>2</a:t>
          </a:r>
          <a:r>
            <a:rPr lang="da-DK" dirty="0"/>
            <a:t>O</a:t>
          </a:r>
        </a:p>
      </dgm:t>
    </dgm:pt>
    <dgm:pt modelId="{47246237-D573-4634-BD65-FEE5B217FC4B}" type="parTrans" cxnId="{69AB080D-FD7C-4F9D-8DEB-2BA91F646409}">
      <dgm:prSet/>
      <dgm:spPr/>
      <dgm:t>
        <a:bodyPr/>
        <a:lstStyle/>
        <a:p>
          <a:endParaRPr lang="da-DK"/>
        </a:p>
      </dgm:t>
    </dgm:pt>
    <dgm:pt modelId="{8A57836D-D0C7-4B60-AF05-CF78DAAC8FF0}" type="sibTrans" cxnId="{69AB080D-FD7C-4F9D-8DEB-2BA91F646409}">
      <dgm:prSet/>
      <dgm:spPr/>
      <dgm:t>
        <a:bodyPr/>
        <a:lstStyle/>
        <a:p>
          <a:endParaRPr lang="da-DK"/>
        </a:p>
      </dgm:t>
    </dgm:pt>
    <dgm:pt modelId="{9F204E08-57E9-43BE-BFB5-B6DFD54047CC}">
      <dgm:prSet phldrT="[Tekst]" phldr="0"/>
      <dgm:spPr>
        <a:solidFill>
          <a:srgbClr val="00B0F0"/>
        </a:solidFill>
      </dgm:spPr>
      <dgm:t>
        <a:bodyPr/>
        <a:lstStyle/>
        <a:p>
          <a:r>
            <a:rPr lang="da-DK" dirty="0" err="1"/>
            <a:t>Metalforb</a:t>
          </a:r>
          <a:r>
            <a:rPr lang="da-DK" dirty="0"/>
            <a:t>.</a:t>
          </a:r>
        </a:p>
        <a:p>
          <a:r>
            <a:rPr lang="da-DK" dirty="0"/>
            <a:t>M+IM</a:t>
          </a:r>
        </a:p>
        <a:p>
          <a:r>
            <a:rPr lang="da-DK" dirty="0"/>
            <a:t>Fx </a:t>
          </a:r>
          <a:r>
            <a:rPr lang="da-DK" dirty="0" err="1"/>
            <a:t>CuZn</a:t>
          </a:r>
          <a:endParaRPr lang="da-DK" dirty="0"/>
        </a:p>
      </dgm:t>
    </dgm:pt>
    <dgm:pt modelId="{7E223A8C-1680-40D5-9701-E851A948E385}" type="parTrans" cxnId="{F3B9F88D-C2A0-4D25-B7FC-056F97FFE661}">
      <dgm:prSet/>
      <dgm:spPr/>
      <dgm:t>
        <a:bodyPr/>
        <a:lstStyle/>
        <a:p>
          <a:endParaRPr lang="da-DK"/>
        </a:p>
      </dgm:t>
    </dgm:pt>
    <dgm:pt modelId="{56C336B9-B117-4BE7-882D-97AB0F8645A3}" type="sibTrans" cxnId="{F3B9F88D-C2A0-4D25-B7FC-056F97FFE661}">
      <dgm:prSet/>
      <dgm:spPr/>
      <dgm:t>
        <a:bodyPr/>
        <a:lstStyle/>
        <a:p>
          <a:endParaRPr lang="da-DK"/>
        </a:p>
      </dgm:t>
    </dgm:pt>
    <dgm:pt modelId="{113F53A5-39A6-400F-AC4C-B5EAEA69BBB4}" type="pres">
      <dgm:prSet presAssocID="{717DA1AF-28E7-450D-ABA5-8065AE07A26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18B45D1-8D51-48B2-B20C-545298879564}" type="pres">
      <dgm:prSet presAssocID="{24360804-9E0F-499B-ADCC-F2F4D056EFD7}" presName="hierRoot1" presStyleCnt="0">
        <dgm:presLayoutVars>
          <dgm:hierBranch val="init"/>
        </dgm:presLayoutVars>
      </dgm:prSet>
      <dgm:spPr/>
    </dgm:pt>
    <dgm:pt modelId="{02B7B04A-7799-4AD9-AF34-EB6905B8F4F8}" type="pres">
      <dgm:prSet presAssocID="{24360804-9E0F-499B-ADCC-F2F4D056EFD7}" presName="rootComposite1" presStyleCnt="0"/>
      <dgm:spPr/>
    </dgm:pt>
    <dgm:pt modelId="{94CAF7A7-AA55-4C6D-952D-9E0C0235A8EF}" type="pres">
      <dgm:prSet presAssocID="{24360804-9E0F-499B-ADCC-F2F4D056EFD7}" presName="rootText1" presStyleLbl="node0" presStyleIdx="0" presStyleCnt="1">
        <dgm:presLayoutVars>
          <dgm:chPref val="3"/>
        </dgm:presLayoutVars>
      </dgm:prSet>
      <dgm:spPr/>
    </dgm:pt>
    <dgm:pt modelId="{36616A68-1DDF-4D53-B6D1-14BDB1DA420C}" type="pres">
      <dgm:prSet presAssocID="{24360804-9E0F-499B-ADCC-F2F4D056EFD7}" presName="rootConnector1" presStyleLbl="node1" presStyleIdx="0" presStyleCnt="0"/>
      <dgm:spPr/>
    </dgm:pt>
    <dgm:pt modelId="{32E43FFD-9709-4F32-8830-CA33CB30DBAF}" type="pres">
      <dgm:prSet presAssocID="{24360804-9E0F-499B-ADCC-F2F4D056EFD7}" presName="hierChild2" presStyleCnt="0"/>
      <dgm:spPr/>
    </dgm:pt>
    <dgm:pt modelId="{42426CE8-6A05-4D2F-A44C-77EFA9C39E49}" type="pres">
      <dgm:prSet presAssocID="{43A2AAD6-6D3F-4362-94AE-76D3587C2662}" presName="Name37" presStyleLbl="parChTrans1D2" presStyleIdx="0" presStyleCnt="3"/>
      <dgm:spPr/>
    </dgm:pt>
    <dgm:pt modelId="{C5206CAA-23DB-4F56-BC23-7B37CB389C22}" type="pres">
      <dgm:prSet presAssocID="{BFD3B7DB-132B-4ED2-AA06-8B58285A8884}" presName="hierRoot2" presStyleCnt="0">
        <dgm:presLayoutVars>
          <dgm:hierBranch val="init"/>
        </dgm:presLayoutVars>
      </dgm:prSet>
      <dgm:spPr/>
    </dgm:pt>
    <dgm:pt modelId="{3EDE5B32-5CDE-4A4F-8D36-52C35CF5DF47}" type="pres">
      <dgm:prSet presAssocID="{BFD3B7DB-132B-4ED2-AA06-8B58285A8884}" presName="rootComposite" presStyleCnt="0"/>
      <dgm:spPr/>
    </dgm:pt>
    <dgm:pt modelId="{4E42AFA4-D9E6-4351-8694-4ABA550BC046}" type="pres">
      <dgm:prSet presAssocID="{BFD3B7DB-132B-4ED2-AA06-8B58285A8884}" presName="rootText" presStyleLbl="node2" presStyleIdx="0" presStyleCnt="3">
        <dgm:presLayoutVars>
          <dgm:chPref val="3"/>
        </dgm:presLayoutVars>
      </dgm:prSet>
      <dgm:spPr/>
    </dgm:pt>
    <dgm:pt modelId="{C2300F01-7C6B-4C58-B5C0-50DCC38EBF49}" type="pres">
      <dgm:prSet presAssocID="{BFD3B7DB-132B-4ED2-AA06-8B58285A8884}" presName="rootConnector" presStyleLbl="node2" presStyleIdx="0" presStyleCnt="3"/>
      <dgm:spPr/>
    </dgm:pt>
    <dgm:pt modelId="{714828D4-60B4-414A-9FA3-963C4373D3DD}" type="pres">
      <dgm:prSet presAssocID="{BFD3B7DB-132B-4ED2-AA06-8B58285A8884}" presName="hierChild4" presStyleCnt="0"/>
      <dgm:spPr/>
    </dgm:pt>
    <dgm:pt modelId="{7E00EFE4-3FF2-44F5-86B9-C3C47917C36E}" type="pres">
      <dgm:prSet presAssocID="{BFD3B7DB-132B-4ED2-AA06-8B58285A8884}" presName="hierChild5" presStyleCnt="0"/>
      <dgm:spPr/>
    </dgm:pt>
    <dgm:pt modelId="{2FFB4136-491F-435F-802F-DFD21090495E}" type="pres">
      <dgm:prSet presAssocID="{47246237-D573-4634-BD65-FEE5B217FC4B}" presName="Name37" presStyleLbl="parChTrans1D2" presStyleIdx="1" presStyleCnt="3"/>
      <dgm:spPr/>
    </dgm:pt>
    <dgm:pt modelId="{FFD4B7CA-E12D-4706-95CA-457CFFB86727}" type="pres">
      <dgm:prSet presAssocID="{B0D5AE15-6F29-48BF-B711-BE8563F2F3E2}" presName="hierRoot2" presStyleCnt="0">
        <dgm:presLayoutVars>
          <dgm:hierBranch val="init"/>
        </dgm:presLayoutVars>
      </dgm:prSet>
      <dgm:spPr/>
    </dgm:pt>
    <dgm:pt modelId="{804F8EC5-FD49-4A06-B80A-BEAF154256EC}" type="pres">
      <dgm:prSet presAssocID="{B0D5AE15-6F29-48BF-B711-BE8563F2F3E2}" presName="rootComposite" presStyleCnt="0"/>
      <dgm:spPr/>
    </dgm:pt>
    <dgm:pt modelId="{CAE4C1CC-1BD4-4FF9-B822-3E969AE449B5}" type="pres">
      <dgm:prSet presAssocID="{B0D5AE15-6F29-48BF-B711-BE8563F2F3E2}" presName="rootText" presStyleLbl="node2" presStyleIdx="1" presStyleCnt="3">
        <dgm:presLayoutVars>
          <dgm:chPref val="3"/>
        </dgm:presLayoutVars>
      </dgm:prSet>
      <dgm:spPr/>
    </dgm:pt>
    <dgm:pt modelId="{A830605C-2C43-4074-B904-63ACA8C7005E}" type="pres">
      <dgm:prSet presAssocID="{B0D5AE15-6F29-48BF-B711-BE8563F2F3E2}" presName="rootConnector" presStyleLbl="node2" presStyleIdx="1" presStyleCnt="3"/>
      <dgm:spPr/>
    </dgm:pt>
    <dgm:pt modelId="{74EC399B-8D40-4448-945D-16959912944D}" type="pres">
      <dgm:prSet presAssocID="{B0D5AE15-6F29-48BF-B711-BE8563F2F3E2}" presName="hierChild4" presStyleCnt="0"/>
      <dgm:spPr/>
    </dgm:pt>
    <dgm:pt modelId="{4F27083B-7BD8-4B67-B511-BCB224707B83}" type="pres">
      <dgm:prSet presAssocID="{B0D5AE15-6F29-48BF-B711-BE8563F2F3E2}" presName="hierChild5" presStyleCnt="0"/>
      <dgm:spPr/>
    </dgm:pt>
    <dgm:pt modelId="{06F32C55-9428-4901-A1DA-6917C685A089}" type="pres">
      <dgm:prSet presAssocID="{7E223A8C-1680-40D5-9701-E851A948E385}" presName="Name37" presStyleLbl="parChTrans1D2" presStyleIdx="2" presStyleCnt="3"/>
      <dgm:spPr/>
    </dgm:pt>
    <dgm:pt modelId="{0BF7E11C-EF38-4770-8714-1F155DA80F8F}" type="pres">
      <dgm:prSet presAssocID="{9F204E08-57E9-43BE-BFB5-B6DFD54047CC}" presName="hierRoot2" presStyleCnt="0">
        <dgm:presLayoutVars>
          <dgm:hierBranch val="init"/>
        </dgm:presLayoutVars>
      </dgm:prSet>
      <dgm:spPr/>
    </dgm:pt>
    <dgm:pt modelId="{DFDA4ED9-650F-4244-8009-9D5825D53093}" type="pres">
      <dgm:prSet presAssocID="{9F204E08-57E9-43BE-BFB5-B6DFD54047CC}" presName="rootComposite" presStyleCnt="0"/>
      <dgm:spPr/>
    </dgm:pt>
    <dgm:pt modelId="{0B919A68-51B8-428C-92F7-EE1C107FEA84}" type="pres">
      <dgm:prSet presAssocID="{9F204E08-57E9-43BE-BFB5-B6DFD54047CC}" presName="rootText" presStyleLbl="node2" presStyleIdx="2" presStyleCnt="3">
        <dgm:presLayoutVars>
          <dgm:chPref val="3"/>
        </dgm:presLayoutVars>
      </dgm:prSet>
      <dgm:spPr/>
    </dgm:pt>
    <dgm:pt modelId="{DFA4D0E2-08E8-4B0B-9F23-206545962A6D}" type="pres">
      <dgm:prSet presAssocID="{9F204E08-57E9-43BE-BFB5-B6DFD54047CC}" presName="rootConnector" presStyleLbl="node2" presStyleIdx="2" presStyleCnt="3"/>
      <dgm:spPr/>
    </dgm:pt>
    <dgm:pt modelId="{D606B87A-B5D6-48A1-B4E5-0CCCF83D51F2}" type="pres">
      <dgm:prSet presAssocID="{9F204E08-57E9-43BE-BFB5-B6DFD54047CC}" presName="hierChild4" presStyleCnt="0"/>
      <dgm:spPr/>
    </dgm:pt>
    <dgm:pt modelId="{571A9F0F-8E53-4730-B97A-62725F029BA2}" type="pres">
      <dgm:prSet presAssocID="{9F204E08-57E9-43BE-BFB5-B6DFD54047CC}" presName="hierChild5" presStyleCnt="0"/>
      <dgm:spPr/>
    </dgm:pt>
    <dgm:pt modelId="{C5486A4B-A34B-48D0-B915-84BC6D66E37D}" type="pres">
      <dgm:prSet presAssocID="{24360804-9E0F-499B-ADCC-F2F4D056EFD7}" presName="hierChild3" presStyleCnt="0"/>
      <dgm:spPr/>
    </dgm:pt>
  </dgm:ptLst>
  <dgm:cxnLst>
    <dgm:cxn modelId="{FCAC1F06-AFBE-4C64-ABC7-0CF04815A548}" type="presOf" srcId="{24360804-9E0F-499B-ADCC-F2F4D056EFD7}" destId="{94CAF7A7-AA55-4C6D-952D-9E0C0235A8EF}" srcOrd="0" destOrd="0" presId="urn:microsoft.com/office/officeart/2005/8/layout/orgChart1"/>
    <dgm:cxn modelId="{69AB080D-FD7C-4F9D-8DEB-2BA91F646409}" srcId="{24360804-9E0F-499B-ADCC-F2F4D056EFD7}" destId="{B0D5AE15-6F29-48BF-B711-BE8563F2F3E2}" srcOrd="1" destOrd="0" parTransId="{47246237-D573-4634-BD65-FEE5B217FC4B}" sibTransId="{8A57836D-D0C7-4B60-AF05-CF78DAAC8FF0}"/>
    <dgm:cxn modelId="{4838C765-B291-4D3E-9C60-B2117783CCE5}" type="presOf" srcId="{43A2AAD6-6D3F-4362-94AE-76D3587C2662}" destId="{42426CE8-6A05-4D2F-A44C-77EFA9C39E49}" srcOrd="0" destOrd="0" presId="urn:microsoft.com/office/officeart/2005/8/layout/orgChart1"/>
    <dgm:cxn modelId="{0596D44D-3F57-4E57-83BC-7F89ED775E73}" type="presOf" srcId="{9F204E08-57E9-43BE-BFB5-B6DFD54047CC}" destId="{0B919A68-51B8-428C-92F7-EE1C107FEA84}" srcOrd="0" destOrd="0" presId="urn:microsoft.com/office/officeart/2005/8/layout/orgChart1"/>
    <dgm:cxn modelId="{5572114F-21C0-47B1-9EFD-D0FDF152345C}" type="presOf" srcId="{7E223A8C-1680-40D5-9701-E851A948E385}" destId="{06F32C55-9428-4901-A1DA-6917C685A089}" srcOrd="0" destOrd="0" presId="urn:microsoft.com/office/officeart/2005/8/layout/orgChart1"/>
    <dgm:cxn modelId="{772BB46F-0201-4EC8-A5D0-01929491AB1E}" type="presOf" srcId="{B0D5AE15-6F29-48BF-B711-BE8563F2F3E2}" destId="{A830605C-2C43-4074-B904-63ACA8C7005E}" srcOrd="1" destOrd="0" presId="urn:microsoft.com/office/officeart/2005/8/layout/orgChart1"/>
    <dgm:cxn modelId="{F214438D-C094-4911-BAB2-036304175173}" type="presOf" srcId="{9F204E08-57E9-43BE-BFB5-B6DFD54047CC}" destId="{DFA4D0E2-08E8-4B0B-9F23-206545962A6D}" srcOrd="1" destOrd="0" presId="urn:microsoft.com/office/officeart/2005/8/layout/orgChart1"/>
    <dgm:cxn modelId="{F3B9F88D-C2A0-4D25-B7FC-056F97FFE661}" srcId="{24360804-9E0F-499B-ADCC-F2F4D056EFD7}" destId="{9F204E08-57E9-43BE-BFB5-B6DFD54047CC}" srcOrd="2" destOrd="0" parTransId="{7E223A8C-1680-40D5-9701-E851A948E385}" sibTransId="{56C336B9-B117-4BE7-882D-97AB0F8645A3}"/>
    <dgm:cxn modelId="{B506F4A5-66D8-4817-8BB0-B40BE8C86941}" type="presOf" srcId="{B0D5AE15-6F29-48BF-B711-BE8563F2F3E2}" destId="{CAE4C1CC-1BD4-4FF9-B822-3E969AE449B5}" srcOrd="0" destOrd="0" presId="urn:microsoft.com/office/officeart/2005/8/layout/orgChart1"/>
    <dgm:cxn modelId="{292E99BB-1806-4AD5-9374-113E83DFB16E}" type="presOf" srcId="{717DA1AF-28E7-450D-ABA5-8065AE07A264}" destId="{113F53A5-39A6-400F-AC4C-B5EAEA69BBB4}" srcOrd="0" destOrd="0" presId="urn:microsoft.com/office/officeart/2005/8/layout/orgChart1"/>
    <dgm:cxn modelId="{E0D3B7C7-3553-472F-9CF6-E3912DFC75E7}" type="presOf" srcId="{BFD3B7DB-132B-4ED2-AA06-8B58285A8884}" destId="{4E42AFA4-D9E6-4351-8694-4ABA550BC046}" srcOrd="0" destOrd="0" presId="urn:microsoft.com/office/officeart/2005/8/layout/orgChart1"/>
    <dgm:cxn modelId="{A382C3D2-BF03-46E3-96C6-482CA1B828A4}" type="presOf" srcId="{24360804-9E0F-499B-ADCC-F2F4D056EFD7}" destId="{36616A68-1DDF-4D53-B6D1-14BDB1DA420C}" srcOrd="1" destOrd="0" presId="urn:microsoft.com/office/officeart/2005/8/layout/orgChart1"/>
    <dgm:cxn modelId="{C45595D4-D1D0-468A-A440-062A6CE7FF87}" type="presOf" srcId="{47246237-D573-4634-BD65-FEE5B217FC4B}" destId="{2FFB4136-491F-435F-802F-DFD21090495E}" srcOrd="0" destOrd="0" presId="urn:microsoft.com/office/officeart/2005/8/layout/orgChart1"/>
    <dgm:cxn modelId="{C9EB2EDA-6728-42B2-B944-E2B9A5EBBCA5}" type="presOf" srcId="{BFD3B7DB-132B-4ED2-AA06-8B58285A8884}" destId="{C2300F01-7C6B-4C58-B5C0-50DCC38EBF49}" srcOrd="1" destOrd="0" presId="urn:microsoft.com/office/officeart/2005/8/layout/orgChart1"/>
    <dgm:cxn modelId="{EB4DCBE0-C27F-448C-9B8D-B3A52B89B128}" srcId="{717DA1AF-28E7-450D-ABA5-8065AE07A264}" destId="{24360804-9E0F-499B-ADCC-F2F4D056EFD7}" srcOrd="0" destOrd="0" parTransId="{C4A8CC5E-630B-4102-8276-7BC63521A277}" sibTransId="{841B7CD5-8815-408D-BBD4-00357148D7BE}"/>
    <dgm:cxn modelId="{B19269EB-89DA-45B7-BD7F-0086675CCD48}" srcId="{24360804-9E0F-499B-ADCC-F2F4D056EFD7}" destId="{BFD3B7DB-132B-4ED2-AA06-8B58285A8884}" srcOrd="0" destOrd="0" parTransId="{43A2AAD6-6D3F-4362-94AE-76D3587C2662}" sibTransId="{BED6FC6F-53CB-4396-BBFF-E8C25737450A}"/>
    <dgm:cxn modelId="{2D73AF22-C494-4647-9B96-CB3F5EEE0E5A}" type="presParOf" srcId="{113F53A5-39A6-400F-AC4C-B5EAEA69BBB4}" destId="{618B45D1-8D51-48B2-B20C-545298879564}" srcOrd="0" destOrd="0" presId="urn:microsoft.com/office/officeart/2005/8/layout/orgChart1"/>
    <dgm:cxn modelId="{7C7ECD59-E6BA-4D58-80E9-B086421C1EE8}" type="presParOf" srcId="{618B45D1-8D51-48B2-B20C-545298879564}" destId="{02B7B04A-7799-4AD9-AF34-EB6905B8F4F8}" srcOrd="0" destOrd="0" presId="urn:microsoft.com/office/officeart/2005/8/layout/orgChart1"/>
    <dgm:cxn modelId="{936A932A-2102-4F98-92D5-79A6BFDCBC8A}" type="presParOf" srcId="{02B7B04A-7799-4AD9-AF34-EB6905B8F4F8}" destId="{94CAF7A7-AA55-4C6D-952D-9E0C0235A8EF}" srcOrd="0" destOrd="0" presId="urn:microsoft.com/office/officeart/2005/8/layout/orgChart1"/>
    <dgm:cxn modelId="{939FD8BB-DDE0-4FDA-9741-97EC95AB9C59}" type="presParOf" srcId="{02B7B04A-7799-4AD9-AF34-EB6905B8F4F8}" destId="{36616A68-1DDF-4D53-B6D1-14BDB1DA420C}" srcOrd="1" destOrd="0" presId="urn:microsoft.com/office/officeart/2005/8/layout/orgChart1"/>
    <dgm:cxn modelId="{761F0AA3-6BD4-4D44-9F4E-94E8D40C521E}" type="presParOf" srcId="{618B45D1-8D51-48B2-B20C-545298879564}" destId="{32E43FFD-9709-4F32-8830-CA33CB30DBAF}" srcOrd="1" destOrd="0" presId="urn:microsoft.com/office/officeart/2005/8/layout/orgChart1"/>
    <dgm:cxn modelId="{CEBF3A96-5FBB-46DE-8912-3C42E55AC411}" type="presParOf" srcId="{32E43FFD-9709-4F32-8830-CA33CB30DBAF}" destId="{42426CE8-6A05-4D2F-A44C-77EFA9C39E49}" srcOrd="0" destOrd="0" presId="urn:microsoft.com/office/officeart/2005/8/layout/orgChart1"/>
    <dgm:cxn modelId="{8BE90E82-C40F-4689-8779-35BB37A8F4CE}" type="presParOf" srcId="{32E43FFD-9709-4F32-8830-CA33CB30DBAF}" destId="{C5206CAA-23DB-4F56-BC23-7B37CB389C22}" srcOrd="1" destOrd="0" presId="urn:microsoft.com/office/officeart/2005/8/layout/orgChart1"/>
    <dgm:cxn modelId="{7D639CEF-B4A6-4A21-BF3B-C6D3E2F8E578}" type="presParOf" srcId="{C5206CAA-23DB-4F56-BC23-7B37CB389C22}" destId="{3EDE5B32-5CDE-4A4F-8D36-52C35CF5DF47}" srcOrd="0" destOrd="0" presId="urn:microsoft.com/office/officeart/2005/8/layout/orgChart1"/>
    <dgm:cxn modelId="{E74FFDE7-0BD6-4C80-978F-BB14708CE8AB}" type="presParOf" srcId="{3EDE5B32-5CDE-4A4F-8D36-52C35CF5DF47}" destId="{4E42AFA4-D9E6-4351-8694-4ABA550BC046}" srcOrd="0" destOrd="0" presId="urn:microsoft.com/office/officeart/2005/8/layout/orgChart1"/>
    <dgm:cxn modelId="{0CBC5731-D6B0-4BBB-9750-BA79046573E9}" type="presParOf" srcId="{3EDE5B32-5CDE-4A4F-8D36-52C35CF5DF47}" destId="{C2300F01-7C6B-4C58-B5C0-50DCC38EBF49}" srcOrd="1" destOrd="0" presId="urn:microsoft.com/office/officeart/2005/8/layout/orgChart1"/>
    <dgm:cxn modelId="{A822A97D-A5AD-453A-9487-D40D8F70886B}" type="presParOf" srcId="{C5206CAA-23DB-4F56-BC23-7B37CB389C22}" destId="{714828D4-60B4-414A-9FA3-963C4373D3DD}" srcOrd="1" destOrd="0" presId="urn:microsoft.com/office/officeart/2005/8/layout/orgChart1"/>
    <dgm:cxn modelId="{153636BC-40FB-429E-BE31-5D5422E4AE97}" type="presParOf" srcId="{C5206CAA-23DB-4F56-BC23-7B37CB389C22}" destId="{7E00EFE4-3FF2-44F5-86B9-C3C47917C36E}" srcOrd="2" destOrd="0" presId="urn:microsoft.com/office/officeart/2005/8/layout/orgChart1"/>
    <dgm:cxn modelId="{4F195A01-1133-4317-8727-3AB89DC42BA8}" type="presParOf" srcId="{32E43FFD-9709-4F32-8830-CA33CB30DBAF}" destId="{2FFB4136-491F-435F-802F-DFD21090495E}" srcOrd="2" destOrd="0" presId="urn:microsoft.com/office/officeart/2005/8/layout/orgChart1"/>
    <dgm:cxn modelId="{75C59A3A-F9CD-411F-8714-9D878427AF1B}" type="presParOf" srcId="{32E43FFD-9709-4F32-8830-CA33CB30DBAF}" destId="{FFD4B7CA-E12D-4706-95CA-457CFFB86727}" srcOrd="3" destOrd="0" presId="urn:microsoft.com/office/officeart/2005/8/layout/orgChart1"/>
    <dgm:cxn modelId="{5363C162-DBAB-4DDD-BBC3-E8D1D7F3CFB6}" type="presParOf" srcId="{FFD4B7CA-E12D-4706-95CA-457CFFB86727}" destId="{804F8EC5-FD49-4A06-B80A-BEAF154256EC}" srcOrd="0" destOrd="0" presId="urn:microsoft.com/office/officeart/2005/8/layout/orgChart1"/>
    <dgm:cxn modelId="{F50FFC5C-B4E5-4A13-A7FC-40359EC37F81}" type="presParOf" srcId="{804F8EC5-FD49-4A06-B80A-BEAF154256EC}" destId="{CAE4C1CC-1BD4-4FF9-B822-3E969AE449B5}" srcOrd="0" destOrd="0" presId="urn:microsoft.com/office/officeart/2005/8/layout/orgChart1"/>
    <dgm:cxn modelId="{2535D698-9BAA-4861-98BC-D5A669375ECD}" type="presParOf" srcId="{804F8EC5-FD49-4A06-B80A-BEAF154256EC}" destId="{A830605C-2C43-4074-B904-63ACA8C7005E}" srcOrd="1" destOrd="0" presId="urn:microsoft.com/office/officeart/2005/8/layout/orgChart1"/>
    <dgm:cxn modelId="{63809B42-1E06-4779-97DD-142A0B8C7B93}" type="presParOf" srcId="{FFD4B7CA-E12D-4706-95CA-457CFFB86727}" destId="{74EC399B-8D40-4448-945D-16959912944D}" srcOrd="1" destOrd="0" presId="urn:microsoft.com/office/officeart/2005/8/layout/orgChart1"/>
    <dgm:cxn modelId="{ACFB0630-8398-40AA-96EB-25EB50B96CA4}" type="presParOf" srcId="{FFD4B7CA-E12D-4706-95CA-457CFFB86727}" destId="{4F27083B-7BD8-4B67-B511-BCB224707B83}" srcOrd="2" destOrd="0" presId="urn:microsoft.com/office/officeart/2005/8/layout/orgChart1"/>
    <dgm:cxn modelId="{FDA26B8F-BE91-4029-A8A3-92B967AC5151}" type="presParOf" srcId="{32E43FFD-9709-4F32-8830-CA33CB30DBAF}" destId="{06F32C55-9428-4901-A1DA-6917C685A089}" srcOrd="4" destOrd="0" presId="urn:microsoft.com/office/officeart/2005/8/layout/orgChart1"/>
    <dgm:cxn modelId="{EF4DA4F5-B312-41BD-BCC2-024241020871}" type="presParOf" srcId="{32E43FFD-9709-4F32-8830-CA33CB30DBAF}" destId="{0BF7E11C-EF38-4770-8714-1F155DA80F8F}" srcOrd="5" destOrd="0" presId="urn:microsoft.com/office/officeart/2005/8/layout/orgChart1"/>
    <dgm:cxn modelId="{A88AA59F-F502-4DDC-A758-30C6D9FC28D2}" type="presParOf" srcId="{0BF7E11C-EF38-4770-8714-1F155DA80F8F}" destId="{DFDA4ED9-650F-4244-8009-9D5825D53093}" srcOrd="0" destOrd="0" presId="urn:microsoft.com/office/officeart/2005/8/layout/orgChart1"/>
    <dgm:cxn modelId="{0456527C-134D-4F8F-AB29-036531F28F2A}" type="presParOf" srcId="{DFDA4ED9-650F-4244-8009-9D5825D53093}" destId="{0B919A68-51B8-428C-92F7-EE1C107FEA84}" srcOrd="0" destOrd="0" presId="urn:microsoft.com/office/officeart/2005/8/layout/orgChart1"/>
    <dgm:cxn modelId="{631D617C-3AD9-4B3D-8488-A1F6F604CB05}" type="presParOf" srcId="{DFDA4ED9-650F-4244-8009-9D5825D53093}" destId="{DFA4D0E2-08E8-4B0B-9F23-206545962A6D}" srcOrd="1" destOrd="0" presId="urn:microsoft.com/office/officeart/2005/8/layout/orgChart1"/>
    <dgm:cxn modelId="{9E6B5336-F41A-4F92-B020-B6E58562EF1D}" type="presParOf" srcId="{0BF7E11C-EF38-4770-8714-1F155DA80F8F}" destId="{D606B87A-B5D6-48A1-B4E5-0CCCF83D51F2}" srcOrd="1" destOrd="0" presId="urn:microsoft.com/office/officeart/2005/8/layout/orgChart1"/>
    <dgm:cxn modelId="{4268B15A-2773-4C57-B55B-46389F250B0D}" type="presParOf" srcId="{0BF7E11C-EF38-4770-8714-1F155DA80F8F}" destId="{571A9F0F-8E53-4730-B97A-62725F029BA2}" srcOrd="2" destOrd="0" presId="urn:microsoft.com/office/officeart/2005/8/layout/orgChart1"/>
    <dgm:cxn modelId="{6130254E-70F3-4CA5-8259-B7446B511C22}" type="presParOf" srcId="{618B45D1-8D51-48B2-B20C-545298879564}" destId="{C5486A4B-A34B-48D0-B915-84BC6D66E37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5CA72FF-86BD-4222-908F-FD7AF6977384}" type="doc">
      <dgm:prSet loTypeId="urn:microsoft.com/office/officeart/2005/8/layout/orgChart1" loCatId="hierarchy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da-DK"/>
        </a:p>
      </dgm:t>
    </dgm:pt>
    <dgm:pt modelId="{7FABD66A-6E47-4169-82E0-97EEA59D6F9C}">
      <dgm:prSet phldrT="[Tekst]" phldr="0"/>
      <dgm:spPr>
        <a:solidFill>
          <a:srgbClr val="FFC000"/>
        </a:solidFill>
      </dgm:spPr>
      <dgm:t>
        <a:bodyPr/>
        <a:lstStyle/>
        <a:p>
          <a:r>
            <a:rPr lang="da-DK" dirty="0"/>
            <a:t>Kemiske forbindelser</a:t>
          </a:r>
        </a:p>
      </dgm:t>
    </dgm:pt>
    <dgm:pt modelId="{41107AF8-B6F7-4D78-A09A-7C13EBB97996}" type="parTrans" cxnId="{65B3E4F1-1057-4E3E-8A4F-42005F8814B1}">
      <dgm:prSet/>
      <dgm:spPr/>
      <dgm:t>
        <a:bodyPr/>
        <a:lstStyle/>
        <a:p>
          <a:endParaRPr lang="da-DK"/>
        </a:p>
      </dgm:t>
    </dgm:pt>
    <dgm:pt modelId="{42C79100-83B9-4B23-8932-24447A895EA2}" type="sibTrans" cxnId="{65B3E4F1-1057-4E3E-8A4F-42005F8814B1}">
      <dgm:prSet/>
      <dgm:spPr/>
      <dgm:t>
        <a:bodyPr/>
        <a:lstStyle/>
        <a:p>
          <a:endParaRPr lang="da-DK"/>
        </a:p>
      </dgm:t>
    </dgm:pt>
    <dgm:pt modelId="{4AD57F48-5AB4-46EE-ACBE-2881A7129E35}">
      <dgm:prSet phldrT="[Tekst]" phldr="0"/>
      <dgm:spPr/>
      <dgm:t>
        <a:bodyPr/>
        <a:lstStyle/>
        <a:p>
          <a:r>
            <a:rPr lang="da-DK" dirty="0" err="1"/>
            <a:t>Upolære</a:t>
          </a:r>
          <a:r>
            <a:rPr lang="da-DK" dirty="0"/>
            <a:t> molekylforbindelser</a:t>
          </a:r>
        </a:p>
        <a:p>
          <a:r>
            <a:rPr lang="da-DK" dirty="0"/>
            <a:t>IM+IM</a:t>
          </a:r>
        </a:p>
        <a:p>
          <a:r>
            <a:rPr lang="da-DK" dirty="0">
              <a:latin typeface="Trebuchet MS" panose="020B0603020202020204" pitchFamily="34" charset="0"/>
            </a:rPr>
            <a:t>∆EN &lt; 0,5</a:t>
          </a:r>
          <a:endParaRPr lang="da-DK" dirty="0"/>
        </a:p>
      </dgm:t>
    </dgm:pt>
    <dgm:pt modelId="{0FA0E83C-AE10-4B58-9EFB-ED661E37511D}" type="parTrans" cxnId="{F9BA47F4-D3F4-44C7-A832-52DA0FA07492}">
      <dgm:prSet/>
      <dgm:spPr/>
      <dgm:t>
        <a:bodyPr/>
        <a:lstStyle/>
        <a:p>
          <a:endParaRPr lang="da-DK"/>
        </a:p>
      </dgm:t>
    </dgm:pt>
    <dgm:pt modelId="{D3C5AE01-B112-4697-8A7B-85E19DD47F75}" type="sibTrans" cxnId="{F9BA47F4-D3F4-44C7-A832-52DA0FA07492}">
      <dgm:prSet/>
      <dgm:spPr/>
      <dgm:t>
        <a:bodyPr/>
        <a:lstStyle/>
        <a:p>
          <a:endParaRPr lang="da-DK"/>
        </a:p>
      </dgm:t>
    </dgm:pt>
    <dgm:pt modelId="{25A45214-E38F-450D-A603-612BF633A001}">
      <dgm:prSet phldrT="[Tekst]"/>
      <dgm:spPr>
        <a:solidFill>
          <a:srgbClr val="92D050"/>
        </a:solidFill>
      </dgm:spPr>
      <dgm:t>
        <a:bodyPr/>
        <a:lstStyle/>
        <a:p>
          <a:r>
            <a:rPr lang="da-DK" dirty="0"/>
            <a:t>Polære molekylforbindelser</a:t>
          </a:r>
        </a:p>
        <a:p>
          <a:r>
            <a:rPr lang="da-DK" dirty="0"/>
            <a:t>IM+IM</a:t>
          </a:r>
        </a:p>
        <a:p>
          <a:r>
            <a:rPr lang="da-DK" dirty="0">
              <a:latin typeface="Trebuchet MS" panose="020B0603020202020204" pitchFamily="34" charset="0"/>
            </a:rPr>
            <a:t>∆EN &gt; 0,5</a:t>
          </a:r>
          <a:endParaRPr lang="da-DK" dirty="0"/>
        </a:p>
      </dgm:t>
    </dgm:pt>
    <dgm:pt modelId="{0F96BEB9-62C3-486B-AA3C-1499E75C3D6E}" type="parTrans" cxnId="{9E39B7CC-FAC1-4528-8D93-3E5754CF6414}">
      <dgm:prSet/>
      <dgm:spPr/>
      <dgm:t>
        <a:bodyPr/>
        <a:lstStyle/>
        <a:p>
          <a:endParaRPr lang="da-DK"/>
        </a:p>
      </dgm:t>
    </dgm:pt>
    <dgm:pt modelId="{79F58A5D-EB58-4029-B857-E1D16AB0EC8C}" type="sibTrans" cxnId="{9E39B7CC-FAC1-4528-8D93-3E5754CF6414}">
      <dgm:prSet/>
      <dgm:spPr/>
      <dgm:t>
        <a:bodyPr/>
        <a:lstStyle/>
        <a:p>
          <a:endParaRPr lang="da-DK"/>
        </a:p>
      </dgm:t>
    </dgm:pt>
    <dgm:pt modelId="{15FD8B6A-4114-4167-8A4A-9CE40276138F}">
      <dgm:prSet phldrT="[Tekst]" phldr="0"/>
      <dgm:spPr>
        <a:solidFill>
          <a:srgbClr val="00B0F0"/>
        </a:solidFill>
      </dgm:spPr>
      <dgm:t>
        <a:bodyPr/>
        <a:lstStyle/>
        <a:p>
          <a:r>
            <a:rPr lang="da-DK" dirty="0"/>
            <a:t>Ionforbindelser</a:t>
          </a:r>
        </a:p>
        <a:p>
          <a:r>
            <a:rPr lang="da-DK" dirty="0"/>
            <a:t>M+IM</a:t>
          </a:r>
        </a:p>
        <a:p>
          <a:r>
            <a:rPr lang="da-DK" dirty="0">
              <a:latin typeface="Trebuchet MS" panose="020B0603020202020204" pitchFamily="34" charset="0"/>
            </a:rPr>
            <a:t>∆EN &gt; 1,8</a:t>
          </a:r>
          <a:endParaRPr lang="da-DK" dirty="0"/>
        </a:p>
      </dgm:t>
    </dgm:pt>
    <dgm:pt modelId="{67483319-1EC3-4A1F-A133-7FB5DFE9DC4F}" type="parTrans" cxnId="{1F0089F9-D472-4B48-84CC-DE855B6CDB71}">
      <dgm:prSet/>
      <dgm:spPr/>
      <dgm:t>
        <a:bodyPr/>
        <a:lstStyle/>
        <a:p>
          <a:endParaRPr lang="da-DK"/>
        </a:p>
      </dgm:t>
    </dgm:pt>
    <dgm:pt modelId="{CE2DD21D-F927-4686-A6D0-FBAF17B3D475}" type="sibTrans" cxnId="{1F0089F9-D472-4B48-84CC-DE855B6CDB71}">
      <dgm:prSet/>
      <dgm:spPr/>
      <dgm:t>
        <a:bodyPr/>
        <a:lstStyle/>
        <a:p>
          <a:endParaRPr lang="da-DK"/>
        </a:p>
      </dgm:t>
    </dgm:pt>
    <dgm:pt modelId="{4ED7DF8F-1C22-449A-8A21-0392BE879B52}" type="pres">
      <dgm:prSet presAssocID="{85CA72FF-86BD-4222-908F-FD7AF697738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9ACD48C-D873-41B4-A076-26D48BF74DBC}" type="pres">
      <dgm:prSet presAssocID="{7FABD66A-6E47-4169-82E0-97EEA59D6F9C}" presName="hierRoot1" presStyleCnt="0">
        <dgm:presLayoutVars>
          <dgm:hierBranch val="init"/>
        </dgm:presLayoutVars>
      </dgm:prSet>
      <dgm:spPr/>
    </dgm:pt>
    <dgm:pt modelId="{D74E93A5-5874-4A55-A1DA-C0FC0093DB15}" type="pres">
      <dgm:prSet presAssocID="{7FABD66A-6E47-4169-82E0-97EEA59D6F9C}" presName="rootComposite1" presStyleCnt="0"/>
      <dgm:spPr/>
    </dgm:pt>
    <dgm:pt modelId="{2CF357A2-16A5-4AC2-B11E-48137CA3A256}" type="pres">
      <dgm:prSet presAssocID="{7FABD66A-6E47-4169-82E0-97EEA59D6F9C}" presName="rootText1" presStyleLbl="node0" presStyleIdx="0" presStyleCnt="1">
        <dgm:presLayoutVars>
          <dgm:chPref val="3"/>
        </dgm:presLayoutVars>
      </dgm:prSet>
      <dgm:spPr/>
    </dgm:pt>
    <dgm:pt modelId="{BE2C4C5C-C873-406F-B4D7-1BAC3338B510}" type="pres">
      <dgm:prSet presAssocID="{7FABD66A-6E47-4169-82E0-97EEA59D6F9C}" presName="rootConnector1" presStyleLbl="node1" presStyleIdx="0" presStyleCnt="0"/>
      <dgm:spPr/>
    </dgm:pt>
    <dgm:pt modelId="{AFB2CE35-FC3D-42E0-8320-1FBED0661CCF}" type="pres">
      <dgm:prSet presAssocID="{7FABD66A-6E47-4169-82E0-97EEA59D6F9C}" presName="hierChild2" presStyleCnt="0"/>
      <dgm:spPr/>
    </dgm:pt>
    <dgm:pt modelId="{73D5C545-344A-4FB4-9C95-1B5BEF43FE34}" type="pres">
      <dgm:prSet presAssocID="{0FA0E83C-AE10-4B58-9EFB-ED661E37511D}" presName="Name37" presStyleLbl="parChTrans1D2" presStyleIdx="0" presStyleCnt="3"/>
      <dgm:spPr/>
    </dgm:pt>
    <dgm:pt modelId="{F752C399-BA27-4EBC-8E8E-FBAB5C0BA915}" type="pres">
      <dgm:prSet presAssocID="{4AD57F48-5AB4-46EE-ACBE-2881A7129E35}" presName="hierRoot2" presStyleCnt="0">
        <dgm:presLayoutVars>
          <dgm:hierBranch val="init"/>
        </dgm:presLayoutVars>
      </dgm:prSet>
      <dgm:spPr/>
    </dgm:pt>
    <dgm:pt modelId="{9BDB4CA6-299C-476A-AB2C-FC8DB5933813}" type="pres">
      <dgm:prSet presAssocID="{4AD57F48-5AB4-46EE-ACBE-2881A7129E35}" presName="rootComposite" presStyleCnt="0"/>
      <dgm:spPr/>
    </dgm:pt>
    <dgm:pt modelId="{DAC989B8-D4F2-4607-8473-9ABDFE113004}" type="pres">
      <dgm:prSet presAssocID="{4AD57F48-5AB4-46EE-ACBE-2881A7129E35}" presName="rootText" presStyleLbl="node2" presStyleIdx="0" presStyleCnt="3">
        <dgm:presLayoutVars>
          <dgm:chPref val="3"/>
        </dgm:presLayoutVars>
      </dgm:prSet>
      <dgm:spPr/>
    </dgm:pt>
    <dgm:pt modelId="{76CD911D-4621-4BC3-8816-98762B059A30}" type="pres">
      <dgm:prSet presAssocID="{4AD57F48-5AB4-46EE-ACBE-2881A7129E35}" presName="rootConnector" presStyleLbl="node2" presStyleIdx="0" presStyleCnt="3"/>
      <dgm:spPr/>
    </dgm:pt>
    <dgm:pt modelId="{A608E452-6501-485F-B2A0-01D54966E4B2}" type="pres">
      <dgm:prSet presAssocID="{4AD57F48-5AB4-46EE-ACBE-2881A7129E35}" presName="hierChild4" presStyleCnt="0"/>
      <dgm:spPr/>
    </dgm:pt>
    <dgm:pt modelId="{97646A05-4715-442E-802A-1DE6BD90BDB7}" type="pres">
      <dgm:prSet presAssocID="{4AD57F48-5AB4-46EE-ACBE-2881A7129E35}" presName="hierChild5" presStyleCnt="0"/>
      <dgm:spPr/>
    </dgm:pt>
    <dgm:pt modelId="{F5710426-7494-481D-B341-B37CAFA8A544}" type="pres">
      <dgm:prSet presAssocID="{0F96BEB9-62C3-486B-AA3C-1499E75C3D6E}" presName="Name37" presStyleLbl="parChTrans1D2" presStyleIdx="1" presStyleCnt="3"/>
      <dgm:spPr/>
    </dgm:pt>
    <dgm:pt modelId="{633F7CBF-B63F-4963-827A-097919B6F59C}" type="pres">
      <dgm:prSet presAssocID="{25A45214-E38F-450D-A603-612BF633A001}" presName="hierRoot2" presStyleCnt="0">
        <dgm:presLayoutVars>
          <dgm:hierBranch val="init"/>
        </dgm:presLayoutVars>
      </dgm:prSet>
      <dgm:spPr/>
    </dgm:pt>
    <dgm:pt modelId="{A64AECDC-B54A-4582-8BBB-9BC62036E5E9}" type="pres">
      <dgm:prSet presAssocID="{25A45214-E38F-450D-A603-612BF633A001}" presName="rootComposite" presStyleCnt="0"/>
      <dgm:spPr/>
    </dgm:pt>
    <dgm:pt modelId="{DE055A1B-23CF-4077-9932-9C11FA92C09E}" type="pres">
      <dgm:prSet presAssocID="{25A45214-E38F-450D-A603-612BF633A001}" presName="rootText" presStyleLbl="node2" presStyleIdx="1" presStyleCnt="3">
        <dgm:presLayoutVars>
          <dgm:chPref val="3"/>
        </dgm:presLayoutVars>
      </dgm:prSet>
      <dgm:spPr/>
    </dgm:pt>
    <dgm:pt modelId="{1E5B63D5-E8B7-4DB6-B274-8B4704EAA8DD}" type="pres">
      <dgm:prSet presAssocID="{25A45214-E38F-450D-A603-612BF633A001}" presName="rootConnector" presStyleLbl="node2" presStyleIdx="1" presStyleCnt="3"/>
      <dgm:spPr/>
    </dgm:pt>
    <dgm:pt modelId="{1DBC3282-330D-4B1B-9CC6-EE6CB305DF5B}" type="pres">
      <dgm:prSet presAssocID="{25A45214-E38F-450D-A603-612BF633A001}" presName="hierChild4" presStyleCnt="0"/>
      <dgm:spPr/>
    </dgm:pt>
    <dgm:pt modelId="{A1F385ED-E90C-43F5-966A-1CF4293852F3}" type="pres">
      <dgm:prSet presAssocID="{25A45214-E38F-450D-A603-612BF633A001}" presName="hierChild5" presStyleCnt="0"/>
      <dgm:spPr/>
    </dgm:pt>
    <dgm:pt modelId="{F2C0B71D-6F8E-4C4B-982A-92CFE1474748}" type="pres">
      <dgm:prSet presAssocID="{67483319-1EC3-4A1F-A133-7FB5DFE9DC4F}" presName="Name37" presStyleLbl="parChTrans1D2" presStyleIdx="2" presStyleCnt="3"/>
      <dgm:spPr/>
    </dgm:pt>
    <dgm:pt modelId="{C6440745-076B-4767-8C23-CE431456B781}" type="pres">
      <dgm:prSet presAssocID="{15FD8B6A-4114-4167-8A4A-9CE40276138F}" presName="hierRoot2" presStyleCnt="0">
        <dgm:presLayoutVars>
          <dgm:hierBranch val="init"/>
        </dgm:presLayoutVars>
      </dgm:prSet>
      <dgm:spPr/>
    </dgm:pt>
    <dgm:pt modelId="{9BF293D6-B2B8-4754-A04C-120CA65E7B4A}" type="pres">
      <dgm:prSet presAssocID="{15FD8B6A-4114-4167-8A4A-9CE40276138F}" presName="rootComposite" presStyleCnt="0"/>
      <dgm:spPr/>
    </dgm:pt>
    <dgm:pt modelId="{308F2D09-4392-49B5-BBD8-25F407859720}" type="pres">
      <dgm:prSet presAssocID="{15FD8B6A-4114-4167-8A4A-9CE40276138F}" presName="rootText" presStyleLbl="node2" presStyleIdx="2" presStyleCnt="3">
        <dgm:presLayoutVars>
          <dgm:chPref val="3"/>
        </dgm:presLayoutVars>
      </dgm:prSet>
      <dgm:spPr/>
    </dgm:pt>
    <dgm:pt modelId="{7AEA032E-AFA8-4B88-B6A2-26FF82D43CBF}" type="pres">
      <dgm:prSet presAssocID="{15FD8B6A-4114-4167-8A4A-9CE40276138F}" presName="rootConnector" presStyleLbl="node2" presStyleIdx="2" presStyleCnt="3"/>
      <dgm:spPr/>
    </dgm:pt>
    <dgm:pt modelId="{D36D821C-C777-4FD1-B014-D5BF566084CB}" type="pres">
      <dgm:prSet presAssocID="{15FD8B6A-4114-4167-8A4A-9CE40276138F}" presName="hierChild4" presStyleCnt="0"/>
      <dgm:spPr/>
    </dgm:pt>
    <dgm:pt modelId="{D0353963-3E2D-40C2-905B-824A4E8A28FF}" type="pres">
      <dgm:prSet presAssocID="{15FD8B6A-4114-4167-8A4A-9CE40276138F}" presName="hierChild5" presStyleCnt="0"/>
      <dgm:spPr/>
    </dgm:pt>
    <dgm:pt modelId="{9AF92B2A-0BA5-4704-98D2-E946F08AC32C}" type="pres">
      <dgm:prSet presAssocID="{7FABD66A-6E47-4169-82E0-97EEA59D6F9C}" presName="hierChild3" presStyleCnt="0"/>
      <dgm:spPr/>
    </dgm:pt>
  </dgm:ptLst>
  <dgm:cxnLst>
    <dgm:cxn modelId="{64A1301F-F720-46E5-9846-DEE12373DA9B}" type="presOf" srcId="{7FABD66A-6E47-4169-82E0-97EEA59D6F9C}" destId="{BE2C4C5C-C873-406F-B4D7-1BAC3338B510}" srcOrd="1" destOrd="0" presId="urn:microsoft.com/office/officeart/2005/8/layout/orgChart1"/>
    <dgm:cxn modelId="{8BBDF022-EB3D-4469-8008-2D2DD256A688}" type="presOf" srcId="{4AD57F48-5AB4-46EE-ACBE-2881A7129E35}" destId="{DAC989B8-D4F2-4607-8473-9ABDFE113004}" srcOrd="0" destOrd="0" presId="urn:microsoft.com/office/officeart/2005/8/layout/orgChart1"/>
    <dgm:cxn modelId="{98AE9349-3EE8-45A6-95DC-E88F23718588}" type="presOf" srcId="{7FABD66A-6E47-4169-82E0-97EEA59D6F9C}" destId="{2CF357A2-16A5-4AC2-B11E-48137CA3A256}" srcOrd="0" destOrd="0" presId="urn:microsoft.com/office/officeart/2005/8/layout/orgChart1"/>
    <dgm:cxn modelId="{5FA5A469-9961-4F2A-B7F1-606228071851}" type="presOf" srcId="{0FA0E83C-AE10-4B58-9EFB-ED661E37511D}" destId="{73D5C545-344A-4FB4-9C95-1B5BEF43FE34}" srcOrd="0" destOrd="0" presId="urn:microsoft.com/office/officeart/2005/8/layout/orgChart1"/>
    <dgm:cxn modelId="{E74B4751-4693-4CF0-B4B6-1A6A32E5CDE9}" type="presOf" srcId="{25A45214-E38F-450D-A603-612BF633A001}" destId="{DE055A1B-23CF-4077-9932-9C11FA92C09E}" srcOrd="0" destOrd="0" presId="urn:microsoft.com/office/officeart/2005/8/layout/orgChart1"/>
    <dgm:cxn modelId="{B4DE5C57-3D6B-4E09-9B7A-6A44EFFE3077}" type="presOf" srcId="{25A45214-E38F-450D-A603-612BF633A001}" destId="{1E5B63D5-E8B7-4DB6-B274-8B4704EAA8DD}" srcOrd="1" destOrd="0" presId="urn:microsoft.com/office/officeart/2005/8/layout/orgChart1"/>
    <dgm:cxn modelId="{8141059C-597E-48F9-B88C-F11AA92B1F36}" type="presOf" srcId="{15FD8B6A-4114-4167-8A4A-9CE40276138F}" destId="{7AEA032E-AFA8-4B88-B6A2-26FF82D43CBF}" srcOrd="1" destOrd="0" presId="urn:microsoft.com/office/officeart/2005/8/layout/orgChart1"/>
    <dgm:cxn modelId="{39692CA7-A657-495C-9635-CE20CB57B953}" type="presOf" srcId="{0F96BEB9-62C3-486B-AA3C-1499E75C3D6E}" destId="{F5710426-7494-481D-B341-B37CAFA8A544}" srcOrd="0" destOrd="0" presId="urn:microsoft.com/office/officeart/2005/8/layout/orgChart1"/>
    <dgm:cxn modelId="{9E5472AD-7FE9-496A-B2BF-50FD50400518}" type="presOf" srcId="{15FD8B6A-4114-4167-8A4A-9CE40276138F}" destId="{308F2D09-4392-49B5-BBD8-25F407859720}" srcOrd="0" destOrd="0" presId="urn:microsoft.com/office/officeart/2005/8/layout/orgChart1"/>
    <dgm:cxn modelId="{D83714C6-BC52-457E-9E70-A369623F7072}" type="presOf" srcId="{4AD57F48-5AB4-46EE-ACBE-2881A7129E35}" destId="{76CD911D-4621-4BC3-8816-98762B059A30}" srcOrd="1" destOrd="0" presId="urn:microsoft.com/office/officeart/2005/8/layout/orgChart1"/>
    <dgm:cxn modelId="{9E39B7CC-FAC1-4528-8D93-3E5754CF6414}" srcId="{7FABD66A-6E47-4169-82E0-97EEA59D6F9C}" destId="{25A45214-E38F-450D-A603-612BF633A001}" srcOrd="1" destOrd="0" parTransId="{0F96BEB9-62C3-486B-AA3C-1499E75C3D6E}" sibTransId="{79F58A5D-EB58-4029-B857-E1D16AB0EC8C}"/>
    <dgm:cxn modelId="{C39D53CE-90B4-4B07-83C1-C1C77170226A}" type="presOf" srcId="{85CA72FF-86BD-4222-908F-FD7AF6977384}" destId="{4ED7DF8F-1C22-449A-8A21-0392BE879B52}" srcOrd="0" destOrd="0" presId="urn:microsoft.com/office/officeart/2005/8/layout/orgChart1"/>
    <dgm:cxn modelId="{7C0954E9-F849-40E0-AB20-7D59804C0492}" type="presOf" srcId="{67483319-1EC3-4A1F-A133-7FB5DFE9DC4F}" destId="{F2C0B71D-6F8E-4C4B-982A-92CFE1474748}" srcOrd="0" destOrd="0" presId="urn:microsoft.com/office/officeart/2005/8/layout/orgChart1"/>
    <dgm:cxn modelId="{65B3E4F1-1057-4E3E-8A4F-42005F8814B1}" srcId="{85CA72FF-86BD-4222-908F-FD7AF6977384}" destId="{7FABD66A-6E47-4169-82E0-97EEA59D6F9C}" srcOrd="0" destOrd="0" parTransId="{41107AF8-B6F7-4D78-A09A-7C13EBB97996}" sibTransId="{42C79100-83B9-4B23-8932-24447A895EA2}"/>
    <dgm:cxn modelId="{F9BA47F4-D3F4-44C7-A832-52DA0FA07492}" srcId="{7FABD66A-6E47-4169-82E0-97EEA59D6F9C}" destId="{4AD57F48-5AB4-46EE-ACBE-2881A7129E35}" srcOrd="0" destOrd="0" parTransId="{0FA0E83C-AE10-4B58-9EFB-ED661E37511D}" sibTransId="{D3C5AE01-B112-4697-8A7B-85E19DD47F75}"/>
    <dgm:cxn modelId="{1F0089F9-D472-4B48-84CC-DE855B6CDB71}" srcId="{7FABD66A-6E47-4169-82E0-97EEA59D6F9C}" destId="{15FD8B6A-4114-4167-8A4A-9CE40276138F}" srcOrd="2" destOrd="0" parTransId="{67483319-1EC3-4A1F-A133-7FB5DFE9DC4F}" sibTransId="{CE2DD21D-F927-4686-A6D0-FBAF17B3D475}"/>
    <dgm:cxn modelId="{8B26C28B-5288-449D-8484-6E63BAAD8476}" type="presParOf" srcId="{4ED7DF8F-1C22-449A-8A21-0392BE879B52}" destId="{F9ACD48C-D873-41B4-A076-26D48BF74DBC}" srcOrd="0" destOrd="0" presId="urn:microsoft.com/office/officeart/2005/8/layout/orgChart1"/>
    <dgm:cxn modelId="{189ADB0F-6683-46D8-9CBA-CE623EB562D9}" type="presParOf" srcId="{F9ACD48C-D873-41B4-A076-26D48BF74DBC}" destId="{D74E93A5-5874-4A55-A1DA-C0FC0093DB15}" srcOrd="0" destOrd="0" presId="urn:microsoft.com/office/officeart/2005/8/layout/orgChart1"/>
    <dgm:cxn modelId="{031A87A9-9CA2-4CC4-A3A0-34DE1252847E}" type="presParOf" srcId="{D74E93A5-5874-4A55-A1DA-C0FC0093DB15}" destId="{2CF357A2-16A5-4AC2-B11E-48137CA3A256}" srcOrd="0" destOrd="0" presId="urn:microsoft.com/office/officeart/2005/8/layout/orgChart1"/>
    <dgm:cxn modelId="{D290CCF3-3B4C-4831-8A26-F58B2AE18B97}" type="presParOf" srcId="{D74E93A5-5874-4A55-A1DA-C0FC0093DB15}" destId="{BE2C4C5C-C873-406F-B4D7-1BAC3338B510}" srcOrd="1" destOrd="0" presId="urn:microsoft.com/office/officeart/2005/8/layout/orgChart1"/>
    <dgm:cxn modelId="{EB546591-45C0-4470-8263-88D033C7D78F}" type="presParOf" srcId="{F9ACD48C-D873-41B4-A076-26D48BF74DBC}" destId="{AFB2CE35-FC3D-42E0-8320-1FBED0661CCF}" srcOrd="1" destOrd="0" presId="urn:microsoft.com/office/officeart/2005/8/layout/orgChart1"/>
    <dgm:cxn modelId="{9B16B2EE-7FE0-4818-9B1A-8FC7A18536B4}" type="presParOf" srcId="{AFB2CE35-FC3D-42E0-8320-1FBED0661CCF}" destId="{73D5C545-344A-4FB4-9C95-1B5BEF43FE34}" srcOrd="0" destOrd="0" presId="urn:microsoft.com/office/officeart/2005/8/layout/orgChart1"/>
    <dgm:cxn modelId="{010A93FC-7984-4E91-93EC-A85F29749F66}" type="presParOf" srcId="{AFB2CE35-FC3D-42E0-8320-1FBED0661CCF}" destId="{F752C399-BA27-4EBC-8E8E-FBAB5C0BA915}" srcOrd="1" destOrd="0" presId="urn:microsoft.com/office/officeart/2005/8/layout/orgChart1"/>
    <dgm:cxn modelId="{1CD90781-EF29-4832-9671-DA45FE4AAC24}" type="presParOf" srcId="{F752C399-BA27-4EBC-8E8E-FBAB5C0BA915}" destId="{9BDB4CA6-299C-476A-AB2C-FC8DB5933813}" srcOrd="0" destOrd="0" presId="urn:microsoft.com/office/officeart/2005/8/layout/orgChart1"/>
    <dgm:cxn modelId="{38FFB70A-43E3-4431-9094-FEDAD3EEDB29}" type="presParOf" srcId="{9BDB4CA6-299C-476A-AB2C-FC8DB5933813}" destId="{DAC989B8-D4F2-4607-8473-9ABDFE113004}" srcOrd="0" destOrd="0" presId="urn:microsoft.com/office/officeart/2005/8/layout/orgChart1"/>
    <dgm:cxn modelId="{69DA0F91-592C-4C67-951F-DB70A01666CF}" type="presParOf" srcId="{9BDB4CA6-299C-476A-AB2C-FC8DB5933813}" destId="{76CD911D-4621-4BC3-8816-98762B059A30}" srcOrd="1" destOrd="0" presId="urn:microsoft.com/office/officeart/2005/8/layout/orgChart1"/>
    <dgm:cxn modelId="{0332C589-7D47-41A0-BCDC-70566175001D}" type="presParOf" srcId="{F752C399-BA27-4EBC-8E8E-FBAB5C0BA915}" destId="{A608E452-6501-485F-B2A0-01D54966E4B2}" srcOrd="1" destOrd="0" presId="urn:microsoft.com/office/officeart/2005/8/layout/orgChart1"/>
    <dgm:cxn modelId="{AD03C420-FD43-46E7-920B-5EC55846E628}" type="presParOf" srcId="{F752C399-BA27-4EBC-8E8E-FBAB5C0BA915}" destId="{97646A05-4715-442E-802A-1DE6BD90BDB7}" srcOrd="2" destOrd="0" presId="urn:microsoft.com/office/officeart/2005/8/layout/orgChart1"/>
    <dgm:cxn modelId="{7F30A415-5DC4-4E39-998E-5C3C6082CE02}" type="presParOf" srcId="{AFB2CE35-FC3D-42E0-8320-1FBED0661CCF}" destId="{F5710426-7494-481D-B341-B37CAFA8A544}" srcOrd="2" destOrd="0" presId="urn:microsoft.com/office/officeart/2005/8/layout/orgChart1"/>
    <dgm:cxn modelId="{D6426D3D-74EA-4879-BC2A-78CBBAA493EB}" type="presParOf" srcId="{AFB2CE35-FC3D-42E0-8320-1FBED0661CCF}" destId="{633F7CBF-B63F-4963-827A-097919B6F59C}" srcOrd="3" destOrd="0" presId="urn:microsoft.com/office/officeart/2005/8/layout/orgChart1"/>
    <dgm:cxn modelId="{EDC26033-3A2D-4B3C-BE07-0513D305534C}" type="presParOf" srcId="{633F7CBF-B63F-4963-827A-097919B6F59C}" destId="{A64AECDC-B54A-4582-8BBB-9BC62036E5E9}" srcOrd="0" destOrd="0" presId="urn:microsoft.com/office/officeart/2005/8/layout/orgChart1"/>
    <dgm:cxn modelId="{7229724E-4590-4B0D-866E-89D92EE93B05}" type="presParOf" srcId="{A64AECDC-B54A-4582-8BBB-9BC62036E5E9}" destId="{DE055A1B-23CF-4077-9932-9C11FA92C09E}" srcOrd="0" destOrd="0" presId="urn:microsoft.com/office/officeart/2005/8/layout/orgChart1"/>
    <dgm:cxn modelId="{80C16590-D8DD-424C-AD9A-8F2BBEF5C139}" type="presParOf" srcId="{A64AECDC-B54A-4582-8BBB-9BC62036E5E9}" destId="{1E5B63D5-E8B7-4DB6-B274-8B4704EAA8DD}" srcOrd="1" destOrd="0" presId="urn:microsoft.com/office/officeart/2005/8/layout/orgChart1"/>
    <dgm:cxn modelId="{698C97BC-DDCF-4A07-9347-2A87D3420B0B}" type="presParOf" srcId="{633F7CBF-B63F-4963-827A-097919B6F59C}" destId="{1DBC3282-330D-4B1B-9CC6-EE6CB305DF5B}" srcOrd="1" destOrd="0" presId="urn:microsoft.com/office/officeart/2005/8/layout/orgChart1"/>
    <dgm:cxn modelId="{35849477-BCEE-4EF9-8428-1EE2AC739F94}" type="presParOf" srcId="{633F7CBF-B63F-4963-827A-097919B6F59C}" destId="{A1F385ED-E90C-43F5-966A-1CF4293852F3}" srcOrd="2" destOrd="0" presId="urn:microsoft.com/office/officeart/2005/8/layout/orgChart1"/>
    <dgm:cxn modelId="{B68B7443-8A82-4E39-93F2-0889459982B1}" type="presParOf" srcId="{AFB2CE35-FC3D-42E0-8320-1FBED0661CCF}" destId="{F2C0B71D-6F8E-4C4B-982A-92CFE1474748}" srcOrd="4" destOrd="0" presId="urn:microsoft.com/office/officeart/2005/8/layout/orgChart1"/>
    <dgm:cxn modelId="{B1614147-12BC-4D95-8B69-82BEA7ABB687}" type="presParOf" srcId="{AFB2CE35-FC3D-42E0-8320-1FBED0661CCF}" destId="{C6440745-076B-4767-8C23-CE431456B781}" srcOrd="5" destOrd="0" presId="urn:microsoft.com/office/officeart/2005/8/layout/orgChart1"/>
    <dgm:cxn modelId="{D1DE435A-B241-40C7-948B-41A8B2E374D3}" type="presParOf" srcId="{C6440745-076B-4767-8C23-CE431456B781}" destId="{9BF293D6-B2B8-4754-A04C-120CA65E7B4A}" srcOrd="0" destOrd="0" presId="urn:microsoft.com/office/officeart/2005/8/layout/orgChart1"/>
    <dgm:cxn modelId="{9774DC30-1469-49DE-AB62-96762F1F973E}" type="presParOf" srcId="{9BF293D6-B2B8-4754-A04C-120CA65E7B4A}" destId="{308F2D09-4392-49B5-BBD8-25F407859720}" srcOrd="0" destOrd="0" presId="urn:microsoft.com/office/officeart/2005/8/layout/orgChart1"/>
    <dgm:cxn modelId="{56BC7325-ED6E-4E39-88C9-45F3A58EB91F}" type="presParOf" srcId="{9BF293D6-B2B8-4754-A04C-120CA65E7B4A}" destId="{7AEA032E-AFA8-4B88-B6A2-26FF82D43CBF}" srcOrd="1" destOrd="0" presId="urn:microsoft.com/office/officeart/2005/8/layout/orgChart1"/>
    <dgm:cxn modelId="{3E3A6605-0FE2-4494-A415-59B5E4B0293B}" type="presParOf" srcId="{C6440745-076B-4767-8C23-CE431456B781}" destId="{D36D821C-C777-4FD1-B014-D5BF566084CB}" srcOrd="1" destOrd="0" presId="urn:microsoft.com/office/officeart/2005/8/layout/orgChart1"/>
    <dgm:cxn modelId="{1E59CE9E-528F-4820-B327-63E9E62C65D4}" type="presParOf" srcId="{C6440745-076B-4767-8C23-CE431456B781}" destId="{D0353963-3E2D-40C2-905B-824A4E8A28FF}" srcOrd="2" destOrd="0" presId="urn:microsoft.com/office/officeart/2005/8/layout/orgChart1"/>
    <dgm:cxn modelId="{134F64CC-ECCE-4404-9EFD-F567C1DA262A}" type="presParOf" srcId="{F9ACD48C-D873-41B4-A076-26D48BF74DBC}" destId="{9AF92B2A-0BA5-4704-98D2-E946F08AC32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9994DC6-D523-498D-85D2-6CF8F9F61669}" type="doc">
      <dgm:prSet loTypeId="urn:microsoft.com/office/officeart/2005/8/layout/vList2" loCatId="list" qsTypeId="urn:microsoft.com/office/officeart/2005/8/quickstyle/simple4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D3038ADE-7647-4E92-8CE1-F1B33460260C}">
      <dgm:prSet/>
      <dgm:spPr/>
      <dgm:t>
        <a:bodyPr/>
        <a:lstStyle/>
        <a:p>
          <a:r>
            <a:rPr lang="da-DK"/>
            <a:t>Opgaveark: opgaver kapitel 06.docx</a:t>
          </a:r>
          <a:endParaRPr lang="en-US"/>
        </a:p>
      </dgm:t>
    </dgm:pt>
    <dgm:pt modelId="{98231D80-90F1-4AAF-87DD-341604354310}" type="parTrans" cxnId="{C93BA5EE-5257-429C-9254-9F2AF700D01F}">
      <dgm:prSet/>
      <dgm:spPr/>
      <dgm:t>
        <a:bodyPr/>
        <a:lstStyle/>
        <a:p>
          <a:endParaRPr lang="en-US"/>
        </a:p>
      </dgm:t>
    </dgm:pt>
    <dgm:pt modelId="{714B0E64-DB51-4048-8A4B-1FDB4D7AEFCB}" type="sibTrans" cxnId="{C93BA5EE-5257-429C-9254-9F2AF700D01F}">
      <dgm:prSet/>
      <dgm:spPr/>
      <dgm:t>
        <a:bodyPr/>
        <a:lstStyle/>
        <a:p>
          <a:endParaRPr lang="en-US"/>
        </a:p>
      </dgm:t>
    </dgm:pt>
    <dgm:pt modelId="{0EE4730E-AA60-4DB1-8A9D-5D8F4E501C4A}">
      <dgm:prSet/>
      <dgm:spPr/>
      <dgm:t>
        <a:bodyPr/>
        <a:lstStyle/>
        <a:p>
          <a:r>
            <a:rPr lang="da-DK" dirty="0"/>
            <a:t>Opgaver: 1-7</a:t>
          </a:r>
          <a:endParaRPr lang="en-US" dirty="0"/>
        </a:p>
      </dgm:t>
    </dgm:pt>
    <dgm:pt modelId="{D844FD2A-45DA-4314-9E50-052D0EC34870}" type="parTrans" cxnId="{27C2C7C1-B354-4A84-8065-ACF7DC511652}">
      <dgm:prSet/>
      <dgm:spPr/>
      <dgm:t>
        <a:bodyPr/>
        <a:lstStyle/>
        <a:p>
          <a:endParaRPr lang="en-US"/>
        </a:p>
      </dgm:t>
    </dgm:pt>
    <dgm:pt modelId="{B8F768C6-2F61-4B1B-835F-7459A39D6B18}" type="sibTrans" cxnId="{27C2C7C1-B354-4A84-8065-ACF7DC511652}">
      <dgm:prSet/>
      <dgm:spPr/>
      <dgm:t>
        <a:bodyPr/>
        <a:lstStyle/>
        <a:p>
          <a:endParaRPr lang="en-US"/>
        </a:p>
      </dgm:t>
    </dgm:pt>
    <dgm:pt modelId="{1EAC5AFD-A7D2-4EF3-9A96-35BB1CF8F30F}">
      <dgm:prSet/>
      <dgm:spPr/>
      <dgm:t>
        <a:bodyPr/>
        <a:lstStyle/>
        <a:p>
          <a:r>
            <a:rPr lang="da-DK" dirty="0"/>
            <a:t>30 min.</a:t>
          </a:r>
          <a:endParaRPr lang="en-US" dirty="0"/>
        </a:p>
      </dgm:t>
    </dgm:pt>
    <dgm:pt modelId="{9454B129-DD33-43E0-AE9F-20AD990C05A2}" type="parTrans" cxnId="{926693A7-DAC7-470C-B886-B0F46A98E452}">
      <dgm:prSet/>
      <dgm:spPr/>
      <dgm:t>
        <a:bodyPr/>
        <a:lstStyle/>
        <a:p>
          <a:endParaRPr lang="en-US"/>
        </a:p>
      </dgm:t>
    </dgm:pt>
    <dgm:pt modelId="{5C4F9BCE-0847-410F-A978-F7A2E5E53BC7}" type="sibTrans" cxnId="{926693A7-DAC7-470C-B886-B0F46A98E452}">
      <dgm:prSet/>
      <dgm:spPr/>
      <dgm:t>
        <a:bodyPr/>
        <a:lstStyle/>
        <a:p>
          <a:endParaRPr lang="en-US"/>
        </a:p>
      </dgm:t>
    </dgm:pt>
    <dgm:pt modelId="{C3B33406-D91B-4AF2-B38D-12964DE4DFE3}" type="pres">
      <dgm:prSet presAssocID="{59994DC6-D523-498D-85D2-6CF8F9F61669}" presName="linear" presStyleCnt="0">
        <dgm:presLayoutVars>
          <dgm:animLvl val="lvl"/>
          <dgm:resizeHandles val="exact"/>
        </dgm:presLayoutVars>
      </dgm:prSet>
      <dgm:spPr/>
    </dgm:pt>
    <dgm:pt modelId="{39B6CEAA-5C0D-4C77-8CE5-D8D323D76BFC}" type="pres">
      <dgm:prSet presAssocID="{D3038ADE-7647-4E92-8CE1-F1B33460260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849D6A5-27DF-4BB2-A8B3-80FCE5855D13}" type="pres">
      <dgm:prSet presAssocID="{714B0E64-DB51-4048-8A4B-1FDB4D7AEFCB}" presName="spacer" presStyleCnt="0"/>
      <dgm:spPr/>
    </dgm:pt>
    <dgm:pt modelId="{FE419306-8277-40C7-A270-F1754D3990AF}" type="pres">
      <dgm:prSet presAssocID="{0EE4730E-AA60-4DB1-8A9D-5D8F4E501C4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D7D3E4F-08A1-4D42-BCCF-0D4CA90BD86E}" type="pres">
      <dgm:prSet presAssocID="{B8F768C6-2F61-4B1B-835F-7459A39D6B18}" presName="spacer" presStyleCnt="0"/>
      <dgm:spPr/>
    </dgm:pt>
    <dgm:pt modelId="{E78C16E1-0F3A-41B6-A49E-1E49DE1B627D}" type="pres">
      <dgm:prSet presAssocID="{1EAC5AFD-A7D2-4EF3-9A96-35BB1CF8F30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D19F105-07EC-482C-B242-F47FAC00AB1C}" type="presOf" srcId="{59994DC6-D523-498D-85D2-6CF8F9F61669}" destId="{C3B33406-D91B-4AF2-B38D-12964DE4DFE3}" srcOrd="0" destOrd="0" presId="urn:microsoft.com/office/officeart/2005/8/layout/vList2"/>
    <dgm:cxn modelId="{3F38C442-F93B-4AC2-928B-51DDA6A2212A}" type="presOf" srcId="{D3038ADE-7647-4E92-8CE1-F1B33460260C}" destId="{39B6CEAA-5C0D-4C77-8CE5-D8D323D76BFC}" srcOrd="0" destOrd="0" presId="urn:microsoft.com/office/officeart/2005/8/layout/vList2"/>
    <dgm:cxn modelId="{926693A7-DAC7-470C-B886-B0F46A98E452}" srcId="{59994DC6-D523-498D-85D2-6CF8F9F61669}" destId="{1EAC5AFD-A7D2-4EF3-9A96-35BB1CF8F30F}" srcOrd="2" destOrd="0" parTransId="{9454B129-DD33-43E0-AE9F-20AD990C05A2}" sibTransId="{5C4F9BCE-0847-410F-A978-F7A2E5E53BC7}"/>
    <dgm:cxn modelId="{27C2C7C1-B354-4A84-8065-ACF7DC511652}" srcId="{59994DC6-D523-498D-85D2-6CF8F9F61669}" destId="{0EE4730E-AA60-4DB1-8A9D-5D8F4E501C4A}" srcOrd="1" destOrd="0" parTransId="{D844FD2A-45DA-4314-9E50-052D0EC34870}" sibTransId="{B8F768C6-2F61-4B1B-835F-7459A39D6B18}"/>
    <dgm:cxn modelId="{BD25A3C3-5176-4397-9FC2-C28F0AD943B0}" type="presOf" srcId="{1EAC5AFD-A7D2-4EF3-9A96-35BB1CF8F30F}" destId="{E78C16E1-0F3A-41B6-A49E-1E49DE1B627D}" srcOrd="0" destOrd="0" presId="urn:microsoft.com/office/officeart/2005/8/layout/vList2"/>
    <dgm:cxn modelId="{3A840AE3-BDD9-4B37-970F-231AE7AC6E66}" type="presOf" srcId="{0EE4730E-AA60-4DB1-8A9D-5D8F4E501C4A}" destId="{FE419306-8277-40C7-A270-F1754D3990AF}" srcOrd="0" destOrd="0" presId="urn:microsoft.com/office/officeart/2005/8/layout/vList2"/>
    <dgm:cxn modelId="{C93BA5EE-5257-429C-9254-9F2AF700D01F}" srcId="{59994DC6-D523-498D-85D2-6CF8F9F61669}" destId="{D3038ADE-7647-4E92-8CE1-F1B33460260C}" srcOrd="0" destOrd="0" parTransId="{98231D80-90F1-4AAF-87DD-341604354310}" sibTransId="{714B0E64-DB51-4048-8A4B-1FDB4D7AEFCB}"/>
    <dgm:cxn modelId="{9BC2B026-FE7B-4AAB-AC87-7FF0F6944FF9}" type="presParOf" srcId="{C3B33406-D91B-4AF2-B38D-12964DE4DFE3}" destId="{39B6CEAA-5C0D-4C77-8CE5-D8D323D76BFC}" srcOrd="0" destOrd="0" presId="urn:microsoft.com/office/officeart/2005/8/layout/vList2"/>
    <dgm:cxn modelId="{446A22C6-D9FA-4725-AB04-E53A2D3889FA}" type="presParOf" srcId="{C3B33406-D91B-4AF2-B38D-12964DE4DFE3}" destId="{A849D6A5-27DF-4BB2-A8B3-80FCE5855D13}" srcOrd="1" destOrd="0" presId="urn:microsoft.com/office/officeart/2005/8/layout/vList2"/>
    <dgm:cxn modelId="{313F1CF6-6096-4D24-B2F5-BCB2C2352D54}" type="presParOf" srcId="{C3B33406-D91B-4AF2-B38D-12964DE4DFE3}" destId="{FE419306-8277-40C7-A270-F1754D3990AF}" srcOrd="2" destOrd="0" presId="urn:microsoft.com/office/officeart/2005/8/layout/vList2"/>
    <dgm:cxn modelId="{69A97F0A-4B51-4390-A121-82077DB288B3}" type="presParOf" srcId="{C3B33406-D91B-4AF2-B38D-12964DE4DFE3}" destId="{AD7D3E4F-08A1-4D42-BCCF-0D4CA90BD86E}" srcOrd="3" destOrd="0" presId="urn:microsoft.com/office/officeart/2005/8/layout/vList2"/>
    <dgm:cxn modelId="{9E702880-0533-4562-8171-7F4FD1B82406}" type="presParOf" srcId="{C3B33406-D91B-4AF2-B38D-12964DE4DFE3}" destId="{E78C16E1-0F3A-41B6-A49E-1E49DE1B627D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6B78F36-1512-4F78-949C-9C6B1C2740A9}" type="doc">
      <dgm:prSet loTypeId="urn:microsoft.com/office/officeart/2018/2/layout/IconVerticalSolidList" loCatId="icon" qsTypeId="urn:microsoft.com/office/officeart/2005/8/quickstyle/simple1#1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8F653B2-DC3C-4037-B820-41CA332026BA}">
      <dgm:prSet/>
      <dgm:spPr/>
      <dgm:t>
        <a:bodyPr/>
        <a:lstStyle/>
        <a:p>
          <a:r>
            <a:rPr lang="da-DK" dirty="0"/>
            <a:t>Opgaver: 8-11</a:t>
          </a:r>
          <a:endParaRPr lang="en-US" dirty="0"/>
        </a:p>
      </dgm:t>
    </dgm:pt>
    <dgm:pt modelId="{74F7DA6A-E1CA-457B-804B-1EA3B31CF891}" type="parTrans" cxnId="{A19786EB-B377-4A17-9BF6-7935B0EDAB72}">
      <dgm:prSet/>
      <dgm:spPr/>
      <dgm:t>
        <a:bodyPr/>
        <a:lstStyle/>
        <a:p>
          <a:endParaRPr lang="en-US"/>
        </a:p>
      </dgm:t>
    </dgm:pt>
    <dgm:pt modelId="{4624D665-D222-487A-8EF1-8684118D8DD0}" type="sibTrans" cxnId="{A19786EB-B377-4A17-9BF6-7935B0EDAB72}">
      <dgm:prSet/>
      <dgm:spPr/>
      <dgm:t>
        <a:bodyPr/>
        <a:lstStyle/>
        <a:p>
          <a:endParaRPr lang="en-US"/>
        </a:p>
      </dgm:t>
    </dgm:pt>
    <dgm:pt modelId="{811D9F60-E109-49B6-8F04-7FDCDE7FF01E}">
      <dgm:prSet/>
      <dgm:spPr/>
      <dgm:t>
        <a:bodyPr/>
        <a:lstStyle/>
        <a:p>
          <a:r>
            <a:rPr lang="da-DK" dirty="0"/>
            <a:t>15 min.</a:t>
          </a:r>
          <a:endParaRPr lang="en-US" dirty="0"/>
        </a:p>
      </dgm:t>
    </dgm:pt>
    <dgm:pt modelId="{8D9D2C7C-858E-4F33-B7C3-1CF16982E1F2}" type="parTrans" cxnId="{6D52077F-6E3E-4C64-AF60-426586634E52}">
      <dgm:prSet/>
      <dgm:spPr/>
      <dgm:t>
        <a:bodyPr/>
        <a:lstStyle/>
        <a:p>
          <a:endParaRPr lang="en-US"/>
        </a:p>
      </dgm:t>
    </dgm:pt>
    <dgm:pt modelId="{886EED7B-E5B1-4713-8B04-84E7CCBF2990}" type="sibTrans" cxnId="{6D52077F-6E3E-4C64-AF60-426586634E52}">
      <dgm:prSet/>
      <dgm:spPr/>
      <dgm:t>
        <a:bodyPr/>
        <a:lstStyle/>
        <a:p>
          <a:endParaRPr lang="en-US"/>
        </a:p>
      </dgm:t>
    </dgm:pt>
    <dgm:pt modelId="{8C975B19-7AD3-4EA4-9C5E-C2B6705074C8}" type="pres">
      <dgm:prSet presAssocID="{56B78F36-1512-4F78-949C-9C6B1C2740A9}" presName="root" presStyleCnt="0">
        <dgm:presLayoutVars>
          <dgm:dir/>
          <dgm:resizeHandles val="exact"/>
        </dgm:presLayoutVars>
      </dgm:prSet>
      <dgm:spPr/>
    </dgm:pt>
    <dgm:pt modelId="{856F97AC-5AAF-4BC5-94AE-EE9BEECC5C2E}" type="pres">
      <dgm:prSet presAssocID="{28F653B2-DC3C-4037-B820-41CA332026BA}" presName="compNode" presStyleCnt="0"/>
      <dgm:spPr/>
    </dgm:pt>
    <dgm:pt modelId="{FC60456D-A59D-4C35-B19C-CB0669A5DAE3}" type="pres">
      <dgm:prSet presAssocID="{28F653B2-DC3C-4037-B820-41CA332026BA}" presName="bgRect" presStyleLbl="bgShp" presStyleIdx="0" presStyleCnt="2"/>
      <dgm:spPr/>
    </dgm:pt>
    <dgm:pt modelId="{7489EDEB-5866-4180-8F90-739C0DF146DD}" type="pres">
      <dgm:prSet presAssocID="{28F653B2-DC3C-4037-B820-41CA332026B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662D5070-E481-4D22-8CF5-959E9D6DD7F6}" type="pres">
      <dgm:prSet presAssocID="{28F653B2-DC3C-4037-B820-41CA332026BA}" presName="spaceRect" presStyleCnt="0"/>
      <dgm:spPr/>
    </dgm:pt>
    <dgm:pt modelId="{B559F143-5160-4F5C-B489-B655555D10F9}" type="pres">
      <dgm:prSet presAssocID="{28F653B2-DC3C-4037-B820-41CA332026BA}" presName="parTx" presStyleLbl="revTx" presStyleIdx="0" presStyleCnt="2">
        <dgm:presLayoutVars>
          <dgm:chMax val="0"/>
          <dgm:chPref val="0"/>
        </dgm:presLayoutVars>
      </dgm:prSet>
      <dgm:spPr/>
    </dgm:pt>
    <dgm:pt modelId="{95FBAE3A-1037-4E7F-9E5C-9347336EF869}" type="pres">
      <dgm:prSet presAssocID="{4624D665-D222-487A-8EF1-8684118D8DD0}" presName="sibTrans" presStyleCnt="0"/>
      <dgm:spPr/>
    </dgm:pt>
    <dgm:pt modelId="{1D6208FE-D22E-4747-9CF0-59AB45B9502E}" type="pres">
      <dgm:prSet presAssocID="{811D9F60-E109-49B6-8F04-7FDCDE7FF01E}" presName="compNode" presStyleCnt="0"/>
      <dgm:spPr/>
    </dgm:pt>
    <dgm:pt modelId="{701EE349-DAA1-4422-9207-38688A202E02}" type="pres">
      <dgm:prSet presAssocID="{811D9F60-E109-49B6-8F04-7FDCDE7FF01E}" presName="bgRect" presStyleLbl="bgShp" presStyleIdx="1" presStyleCnt="2"/>
      <dgm:spPr/>
    </dgm:pt>
    <dgm:pt modelId="{CA4A497E-5ADF-4F7D-820B-272B0F91D118}" type="pres">
      <dgm:prSet presAssocID="{811D9F60-E109-49B6-8F04-7FDCDE7FF01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7867E674-6B2B-444A-9627-DDA22A4B6A6D}" type="pres">
      <dgm:prSet presAssocID="{811D9F60-E109-49B6-8F04-7FDCDE7FF01E}" presName="spaceRect" presStyleCnt="0"/>
      <dgm:spPr/>
    </dgm:pt>
    <dgm:pt modelId="{BCDA807C-409C-44E7-8AD1-9975F221D2B0}" type="pres">
      <dgm:prSet presAssocID="{811D9F60-E109-49B6-8F04-7FDCDE7FF01E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00B6D0D-998D-414B-B986-79677374551D}" type="presOf" srcId="{56B78F36-1512-4F78-949C-9C6B1C2740A9}" destId="{8C975B19-7AD3-4EA4-9C5E-C2B6705074C8}" srcOrd="0" destOrd="0" presId="urn:microsoft.com/office/officeart/2018/2/layout/IconVerticalSolidList"/>
    <dgm:cxn modelId="{6D52077F-6E3E-4C64-AF60-426586634E52}" srcId="{56B78F36-1512-4F78-949C-9C6B1C2740A9}" destId="{811D9F60-E109-49B6-8F04-7FDCDE7FF01E}" srcOrd="1" destOrd="0" parTransId="{8D9D2C7C-858E-4F33-B7C3-1CF16982E1F2}" sibTransId="{886EED7B-E5B1-4713-8B04-84E7CCBF2990}"/>
    <dgm:cxn modelId="{A644A09D-DA4E-45DC-9292-65B4137E8EAD}" type="presOf" srcId="{811D9F60-E109-49B6-8F04-7FDCDE7FF01E}" destId="{BCDA807C-409C-44E7-8AD1-9975F221D2B0}" srcOrd="0" destOrd="0" presId="urn:microsoft.com/office/officeart/2018/2/layout/IconVerticalSolidList"/>
    <dgm:cxn modelId="{5881BD9D-C442-436D-9C88-EC89E4DB5483}" type="presOf" srcId="{28F653B2-DC3C-4037-B820-41CA332026BA}" destId="{B559F143-5160-4F5C-B489-B655555D10F9}" srcOrd="0" destOrd="0" presId="urn:microsoft.com/office/officeart/2018/2/layout/IconVerticalSolidList"/>
    <dgm:cxn modelId="{A19786EB-B377-4A17-9BF6-7935B0EDAB72}" srcId="{56B78F36-1512-4F78-949C-9C6B1C2740A9}" destId="{28F653B2-DC3C-4037-B820-41CA332026BA}" srcOrd="0" destOrd="0" parTransId="{74F7DA6A-E1CA-457B-804B-1EA3B31CF891}" sibTransId="{4624D665-D222-487A-8EF1-8684118D8DD0}"/>
    <dgm:cxn modelId="{41A57354-3013-4E0B-860C-3C649022857F}" type="presParOf" srcId="{8C975B19-7AD3-4EA4-9C5E-C2B6705074C8}" destId="{856F97AC-5AAF-4BC5-94AE-EE9BEECC5C2E}" srcOrd="0" destOrd="0" presId="urn:microsoft.com/office/officeart/2018/2/layout/IconVerticalSolidList"/>
    <dgm:cxn modelId="{D7AC4BDD-1C59-4850-A0CC-FB16C3488191}" type="presParOf" srcId="{856F97AC-5AAF-4BC5-94AE-EE9BEECC5C2E}" destId="{FC60456D-A59D-4C35-B19C-CB0669A5DAE3}" srcOrd="0" destOrd="0" presId="urn:microsoft.com/office/officeart/2018/2/layout/IconVerticalSolidList"/>
    <dgm:cxn modelId="{1532174C-BF01-47D4-ABE0-8E35C7D6DB9B}" type="presParOf" srcId="{856F97AC-5AAF-4BC5-94AE-EE9BEECC5C2E}" destId="{7489EDEB-5866-4180-8F90-739C0DF146DD}" srcOrd="1" destOrd="0" presId="urn:microsoft.com/office/officeart/2018/2/layout/IconVerticalSolidList"/>
    <dgm:cxn modelId="{4D09E9CD-E423-4717-95A8-0D67147B1833}" type="presParOf" srcId="{856F97AC-5AAF-4BC5-94AE-EE9BEECC5C2E}" destId="{662D5070-E481-4D22-8CF5-959E9D6DD7F6}" srcOrd="2" destOrd="0" presId="urn:microsoft.com/office/officeart/2018/2/layout/IconVerticalSolidList"/>
    <dgm:cxn modelId="{5DC9A011-0A05-4F09-AAD6-BF52190CA4C8}" type="presParOf" srcId="{856F97AC-5AAF-4BC5-94AE-EE9BEECC5C2E}" destId="{B559F143-5160-4F5C-B489-B655555D10F9}" srcOrd="3" destOrd="0" presId="urn:microsoft.com/office/officeart/2018/2/layout/IconVerticalSolidList"/>
    <dgm:cxn modelId="{04804848-44D5-465D-8E41-3482893C2F7F}" type="presParOf" srcId="{8C975B19-7AD3-4EA4-9C5E-C2B6705074C8}" destId="{95FBAE3A-1037-4E7F-9E5C-9347336EF869}" srcOrd="1" destOrd="0" presId="urn:microsoft.com/office/officeart/2018/2/layout/IconVerticalSolidList"/>
    <dgm:cxn modelId="{D0699EBC-0683-42C4-8B6D-4F27CC7F462E}" type="presParOf" srcId="{8C975B19-7AD3-4EA4-9C5E-C2B6705074C8}" destId="{1D6208FE-D22E-4747-9CF0-59AB45B9502E}" srcOrd="2" destOrd="0" presId="urn:microsoft.com/office/officeart/2018/2/layout/IconVerticalSolidList"/>
    <dgm:cxn modelId="{2F0AACBB-9004-40E7-A0B0-E3AF28B48C26}" type="presParOf" srcId="{1D6208FE-D22E-4747-9CF0-59AB45B9502E}" destId="{701EE349-DAA1-4422-9207-38688A202E02}" srcOrd="0" destOrd="0" presId="urn:microsoft.com/office/officeart/2018/2/layout/IconVerticalSolidList"/>
    <dgm:cxn modelId="{71162D4A-E768-4924-931B-A67FE2951ABB}" type="presParOf" srcId="{1D6208FE-D22E-4747-9CF0-59AB45B9502E}" destId="{CA4A497E-5ADF-4F7D-820B-272B0F91D118}" srcOrd="1" destOrd="0" presId="urn:microsoft.com/office/officeart/2018/2/layout/IconVerticalSolidList"/>
    <dgm:cxn modelId="{402E569C-A049-46ED-A616-EBBBFB787860}" type="presParOf" srcId="{1D6208FE-D22E-4747-9CF0-59AB45B9502E}" destId="{7867E674-6B2B-444A-9627-DDA22A4B6A6D}" srcOrd="2" destOrd="0" presId="urn:microsoft.com/office/officeart/2018/2/layout/IconVerticalSolidList"/>
    <dgm:cxn modelId="{3F0BAEE3-3A94-4838-86C4-8FB003FA0520}" type="presParOf" srcId="{1D6208FE-D22E-4747-9CF0-59AB45B9502E}" destId="{BCDA807C-409C-44E7-8AD1-9975F221D2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5CA72FF-86BD-4222-908F-FD7AF6977384}" type="doc">
      <dgm:prSet loTypeId="urn:microsoft.com/office/officeart/2005/8/layout/orgChart1" loCatId="hierarchy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da-DK"/>
        </a:p>
      </dgm:t>
    </dgm:pt>
    <dgm:pt modelId="{7FABD66A-6E47-4169-82E0-97EEA59D6F9C}">
      <dgm:prSet phldrT="[Tekst]" phldr="0"/>
      <dgm:spPr>
        <a:solidFill>
          <a:srgbClr val="FFC000"/>
        </a:solidFill>
      </dgm:spPr>
      <dgm:t>
        <a:bodyPr/>
        <a:lstStyle/>
        <a:p>
          <a:r>
            <a:rPr lang="da-DK" dirty="0"/>
            <a:t>Kemiske forbindelser</a:t>
          </a:r>
        </a:p>
      </dgm:t>
    </dgm:pt>
    <dgm:pt modelId="{41107AF8-B6F7-4D78-A09A-7C13EBB97996}" type="parTrans" cxnId="{65B3E4F1-1057-4E3E-8A4F-42005F8814B1}">
      <dgm:prSet/>
      <dgm:spPr/>
      <dgm:t>
        <a:bodyPr/>
        <a:lstStyle/>
        <a:p>
          <a:endParaRPr lang="da-DK"/>
        </a:p>
      </dgm:t>
    </dgm:pt>
    <dgm:pt modelId="{42C79100-83B9-4B23-8932-24447A895EA2}" type="sibTrans" cxnId="{65B3E4F1-1057-4E3E-8A4F-42005F8814B1}">
      <dgm:prSet/>
      <dgm:spPr/>
      <dgm:t>
        <a:bodyPr/>
        <a:lstStyle/>
        <a:p>
          <a:endParaRPr lang="da-DK"/>
        </a:p>
      </dgm:t>
    </dgm:pt>
    <dgm:pt modelId="{4AD57F48-5AB4-46EE-ACBE-2881A7129E35}">
      <dgm:prSet phldrT="[Tekst]" phldr="0"/>
      <dgm:spPr/>
      <dgm:t>
        <a:bodyPr/>
        <a:lstStyle/>
        <a:p>
          <a:r>
            <a:rPr lang="da-DK" dirty="0" err="1"/>
            <a:t>Upolære</a:t>
          </a:r>
          <a:r>
            <a:rPr lang="da-DK" dirty="0"/>
            <a:t> molekylforbindelser</a:t>
          </a:r>
        </a:p>
        <a:p>
          <a:r>
            <a:rPr lang="da-DK" dirty="0"/>
            <a:t>IM+IM</a:t>
          </a:r>
        </a:p>
        <a:p>
          <a:r>
            <a:rPr lang="da-DK" dirty="0">
              <a:latin typeface="Trebuchet MS" panose="020B0603020202020204" pitchFamily="34" charset="0"/>
            </a:rPr>
            <a:t>∆EN &lt; 0,5</a:t>
          </a:r>
          <a:endParaRPr lang="da-DK" dirty="0"/>
        </a:p>
      </dgm:t>
    </dgm:pt>
    <dgm:pt modelId="{0FA0E83C-AE10-4B58-9EFB-ED661E37511D}" type="parTrans" cxnId="{F9BA47F4-D3F4-44C7-A832-52DA0FA07492}">
      <dgm:prSet/>
      <dgm:spPr/>
      <dgm:t>
        <a:bodyPr/>
        <a:lstStyle/>
        <a:p>
          <a:endParaRPr lang="da-DK"/>
        </a:p>
      </dgm:t>
    </dgm:pt>
    <dgm:pt modelId="{D3C5AE01-B112-4697-8A7B-85E19DD47F75}" type="sibTrans" cxnId="{F9BA47F4-D3F4-44C7-A832-52DA0FA07492}">
      <dgm:prSet/>
      <dgm:spPr/>
      <dgm:t>
        <a:bodyPr/>
        <a:lstStyle/>
        <a:p>
          <a:endParaRPr lang="da-DK"/>
        </a:p>
      </dgm:t>
    </dgm:pt>
    <dgm:pt modelId="{25A45214-E38F-450D-A603-612BF633A001}">
      <dgm:prSet phldrT="[Tekst]"/>
      <dgm:spPr>
        <a:solidFill>
          <a:srgbClr val="00B0F0"/>
        </a:solidFill>
      </dgm:spPr>
      <dgm:t>
        <a:bodyPr/>
        <a:lstStyle/>
        <a:p>
          <a:r>
            <a:rPr lang="da-DK" dirty="0"/>
            <a:t>Polære molekylforbindelser</a:t>
          </a:r>
        </a:p>
        <a:p>
          <a:r>
            <a:rPr lang="da-DK" dirty="0"/>
            <a:t>IM+IM</a:t>
          </a:r>
        </a:p>
        <a:p>
          <a:r>
            <a:rPr lang="da-DK" dirty="0">
              <a:latin typeface="Trebuchet MS" panose="020B0603020202020204" pitchFamily="34" charset="0"/>
            </a:rPr>
            <a:t>∆EN &gt; 0,5</a:t>
          </a:r>
          <a:endParaRPr lang="da-DK" dirty="0"/>
        </a:p>
      </dgm:t>
    </dgm:pt>
    <dgm:pt modelId="{0F96BEB9-62C3-486B-AA3C-1499E75C3D6E}" type="parTrans" cxnId="{9E39B7CC-FAC1-4528-8D93-3E5754CF6414}">
      <dgm:prSet/>
      <dgm:spPr/>
      <dgm:t>
        <a:bodyPr/>
        <a:lstStyle/>
        <a:p>
          <a:endParaRPr lang="da-DK"/>
        </a:p>
      </dgm:t>
    </dgm:pt>
    <dgm:pt modelId="{79F58A5D-EB58-4029-B857-E1D16AB0EC8C}" type="sibTrans" cxnId="{9E39B7CC-FAC1-4528-8D93-3E5754CF6414}">
      <dgm:prSet/>
      <dgm:spPr/>
      <dgm:t>
        <a:bodyPr/>
        <a:lstStyle/>
        <a:p>
          <a:endParaRPr lang="da-DK"/>
        </a:p>
      </dgm:t>
    </dgm:pt>
    <dgm:pt modelId="{15FD8B6A-4114-4167-8A4A-9CE40276138F}">
      <dgm:prSet phldrT="[Tekst]" phldr="0"/>
      <dgm:spPr>
        <a:solidFill>
          <a:srgbClr val="00B0F0"/>
        </a:solidFill>
      </dgm:spPr>
      <dgm:t>
        <a:bodyPr/>
        <a:lstStyle/>
        <a:p>
          <a:r>
            <a:rPr lang="da-DK" dirty="0"/>
            <a:t>Ionforbindelser</a:t>
          </a:r>
        </a:p>
        <a:p>
          <a:r>
            <a:rPr lang="da-DK" dirty="0"/>
            <a:t>M+IM</a:t>
          </a:r>
        </a:p>
        <a:p>
          <a:r>
            <a:rPr lang="da-DK" dirty="0">
              <a:latin typeface="Trebuchet MS" panose="020B0603020202020204" pitchFamily="34" charset="0"/>
            </a:rPr>
            <a:t>∆EN &gt; 1,8</a:t>
          </a:r>
          <a:endParaRPr lang="da-DK" dirty="0"/>
        </a:p>
      </dgm:t>
    </dgm:pt>
    <dgm:pt modelId="{67483319-1EC3-4A1F-A133-7FB5DFE9DC4F}" type="parTrans" cxnId="{1F0089F9-D472-4B48-84CC-DE855B6CDB71}">
      <dgm:prSet/>
      <dgm:spPr/>
      <dgm:t>
        <a:bodyPr/>
        <a:lstStyle/>
        <a:p>
          <a:endParaRPr lang="da-DK"/>
        </a:p>
      </dgm:t>
    </dgm:pt>
    <dgm:pt modelId="{CE2DD21D-F927-4686-A6D0-FBAF17B3D475}" type="sibTrans" cxnId="{1F0089F9-D472-4B48-84CC-DE855B6CDB71}">
      <dgm:prSet/>
      <dgm:spPr/>
      <dgm:t>
        <a:bodyPr/>
        <a:lstStyle/>
        <a:p>
          <a:endParaRPr lang="da-DK"/>
        </a:p>
      </dgm:t>
    </dgm:pt>
    <dgm:pt modelId="{4ED7DF8F-1C22-449A-8A21-0392BE879B52}" type="pres">
      <dgm:prSet presAssocID="{85CA72FF-86BD-4222-908F-FD7AF6977384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9ACD48C-D873-41B4-A076-26D48BF74DBC}" type="pres">
      <dgm:prSet presAssocID="{7FABD66A-6E47-4169-82E0-97EEA59D6F9C}" presName="hierRoot1" presStyleCnt="0">
        <dgm:presLayoutVars>
          <dgm:hierBranch val="init"/>
        </dgm:presLayoutVars>
      </dgm:prSet>
      <dgm:spPr/>
    </dgm:pt>
    <dgm:pt modelId="{D74E93A5-5874-4A55-A1DA-C0FC0093DB15}" type="pres">
      <dgm:prSet presAssocID="{7FABD66A-6E47-4169-82E0-97EEA59D6F9C}" presName="rootComposite1" presStyleCnt="0"/>
      <dgm:spPr/>
    </dgm:pt>
    <dgm:pt modelId="{2CF357A2-16A5-4AC2-B11E-48137CA3A256}" type="pres">
      <dgm:prSet presAssocID="{7FABD66A-6E47-4169-82E0-97EEA59D6F9C}" presName="rootText1" presStyleLbl="node0" presStyleIdx="0" presStyleCnt="1">
        <dgm:presLayoutVars>
          <dgm:chPref val="3"/>
        </dgm:presLayoutVars>
      </dgm:prSet>
      <dgm:spPr/>
    </dgm:pt>
    <dgm:pt modelId="{BE2C4C5C-C873-406F-B4D7-1BAC3338B510}" type="pres">
      <dgm:prSet presAssocID="{7FABD66A-6E47-4169-82E0-97EEA59D6F9C}" presName="rootConnector1" presStyleLbl="node1" presStyleIdx="0" presStyleCnt="0"/>
      <dgm:spPr/>
    </dgm:pt>
    <dgm:pt modelId="{AFB2CE35-FC3D-42E0-8320-1FBED0661CCF}" type="pres">
      <dgm:prSet presAssocID="{7FABD66A-6E47-4169-82E0-97EEA59D6F9C}" presName="hierChild2" presStyleCnt="0"/>
      <dgm:spPr/>
    </dgm:pt>
    <dgm:pt modelId="{73D5C545-344A-4FB4-9C95-1B5BEF43FE34}" type="pres">
      <dgm:prSet presAssocID="{0FA0E83C-AE10-4B58-9EFB-ED661E37511D}" presName="Name37" presStyleLbl="parChTrans1D2" presStyleIdx="0" presStyleCnt="3"/>
      <dgm:spPr/>
    </dgm:pt>
    <dgm:pt modelId="{F752C399-BA27-4EBC-8E8E-FBAB5C0BA915}" type="pres">
      <dgm:prSet presAssocID="{4AD57F48-5AB4-46EE-ACBE-2881A7129E35}" presName="hierRoot2" presStyleCnt="0">
        <dgm:presLayoutVars>
          <dgm:hierBranch val="init"/>
        </dgm:presLayoutVars>
      </dgm:prSet>
      <dgm:spPr/>
    </dgm:pt>
    <dgm:pt modelId="{9BDB4CA6-299C-476A-AB2C-FC8DB5933813}" type="pres">
      <dgm:prSet presAssocID="{4AD57F48-5AB4-46EE-ACBE-2881A7129E35}" presName="rootComposite" presStyleCnt="0"/>
      <dgm:spPr/>
    </dgm:pt>
    <dgm:pt modelId="{DAC989B8-D4F2-4607-8473-9ABDFE113004}" type="pres">
      <dgm:prSet presAssocID="{4AD57F48-5AB4-46EE-ACBE-2881A7129E35}" presName="rootText" presStyleLbl="node2" presStyleIdx="0" presStyleCnt="3">
        <dgm:presLayoutVars>
          <dgm:chPref val="3"/>
        </dgm:presLayoutVars>
      </dgm:prSet>
      <dgm:spPr/>
    </dgm:pt>
    <dgm:pt modelId="{76CD911D-4621-4BC3-8816-98762B059A30}" type="pres">
      <dgm:prSet presAssocID="{4AD57F48-5AB4-46EE-ACBE-2881A7129E35}" presName="rootConnector" presStyleLbl="node2" presStyleIdx="0" presStyleCnt="3"/>
      <dgm:spPr/>
    </dgm:pt>
    <dgm:pt modelId="{A608E452-6501-485F-B2A0-01D54966E4B2}" type="pres">
      <dgm:prSet presAssocID="{4AD57F48-5AB4-46EE-ACBE-2881A7129E35}" presName="hierChild4" presStyleCnt="0"/>
      <dgm:spPr/>
    </dgm:pt>
    <dgm:pt modelId="{97646A05-4715-442E-802A-1DE6BD90BDB7}" type="pres">
      <dgm:prSet presAssocID="{4AD57F48-5AB4-46EE-ACBE-2881A7129E35}" presName="hierChild5" presStyleCnt="0"/>
      <dgm:spPr/>
    </dgm:pt>
    <dgm:pt modelId="{F5710426-7494-481D-B341-B37CAFA8A544}" type="pres">
      <dgm:prSet presAssocID="{0F96BEB9-62C3-486B-AA3C-1499E75C3D6E}" presName="Name37" presStyleLbl="parChTrans1D2" presStyleIdx="1" presStyleCnt="3"/>
      <dgm:spPr/>
    </dgm:pt>
    <dgm:pt modelId="{633F7CBF-B63F-4963-827A-097919B6F59C}" type="pres">
      <dgm:prSet presAssocID="{25A45214-E38F-450D-A603-612BF633A001}" presName="hierRoot2" presStyleCnt="0">
        <dgm:presLayoutVars>
          <dgm:hierBranch val="init"/>
        </dgm:presLayoutVars>
      </dgm:prSet>
      <dgm:spPr/>
    </dgm:pt>
    <dgm:pt modelId="{A64AECDC-B54A-4582-8BBB-9BC62036E5E9}" type="pres">
      <dgm:prSet presAssocID="{25A45214-E38F-450D-A603-612BF633A001}" presName="rootComposite" presStyleCnt="0"/>
      <dgm:spPr/>
    </dgm:pt>
    <dgm:pt modelId="{DE055A1B-23CF-4077-9932-9C11FA92C09E}" type="pres">
      <dgm:prSet presAssocID="{25A45214-E38F-450D-A603-612BF633A001}" presName="rootText" presStyleLbl="node2" presStyleIdx="1" presStyleCnt="3">
        <dgm:presLayoutVars>
          <dgm:chPref val="3"/>
        </dgm:presLayoutVars>
      </dgm:prSet>
      <dgm:spPr/>
    </dgm:pt>
    <dgm:pt modelId="{1E5B63D5-E8B7-4DB6-B274-8B4704EAA8DD}" type="pres">
      <dgm:prSet presAssocID="{25A45214-E38F-450D-A603-612BF633A001}" presName="rootConnector" presStyleLbl="node2" presStyleIdx="1" presStyleCnt="3"/>
      <dgm:spPr/>
    </dgm:pt>
    <dgm:pt modelId="{1DBC3282-330D-4B1B-9CC6-EE6CB305DF5B}" type="pres">
      <dgm:prSet presAssocID="{25A45214-E38F-450D-A603-612BF633A001}" presName="hierChild4" presStyleCnt="0"/>
      <dgm:spPr/>
    </dgm:pt>
    <dgm:pt modelId="{A1F385ED-E90C-43F5-966A-1CF4293852F3}" type="pres">
      <dgm:prSet presAssocID="{25A45214-E38F-450D-A603-612BF633A001}" presName="hierChild5" presStyleCnt="0"/>
      <dgm:spPr/>
    </dgm:pt>
    <dgm:pt modelId="{F2C0B71D-6F8E-4C4B-982A-92CFE1474748}" type="pres">
      <dgm:prSet presAssocID="{67483319-1EC3-4A1F-A133-7FB5DFE9DC4F}" presName="Name37" presStyleLbl="parChTrans1D2" presStyleIdx="2" presStyleCnt="3"/>
      <dgm:spPr/>
    </dgm:pt>
    <dgm:pt modelId="{C6440745-076B-4767-8C23-CE431456B781}" type="pres">
      <dgm:prSet presAssocID="{15FD8B6A-4114-4167-8A4A-9CE40276138F}" presName="hierRoot2" presStyleCnt="0">
        <dgm:presLayoutVars>
          <dgm:hierBranch val="init"/>
        </dgm:presLayoutVars>
      </dgm:prSet>
      <dgm:spPr/>
    </dgm:pt>
    <dgm:pt modelId="{9BF293D6-B2B8-4754-A04C-120CA65E7B4A}" type="pres">
      <dgm:prSet presAssocID="{15FD8B6A-4114-4167-8A4A-9CE40276138F}" presName="rootComposite" presStyleCnt="0"/>
      <dgm:spPr/>
    </dgm:pt>
    <dgm:pt modelId="{308F2D09-4392-49B5-BBD8-25F407859720}" type="pres">
      <dgm:prSet presAssocID="{15FD8B6A-4114-4167-8A4A-9CE40276138F}" presName="rootText" presStyleLbl="node2" presStyleIdx="2" presStyleCnt="3">
        <dgm:presLayoutVars>
          <dgm:chPref val="3"/>
        </dgm:presLayoutVars>
      </dgm:prSet>
      <dgm:spPr/>
    </dgm:pt>
    <dgm:pt modelId="{7AEA032E-AFA8-4B88-B6A2-26FF82D43CBF}" type="pres">
      <dgm:prSet presAssocID="{15FD8B6A-4114-4167-8A4A-9CE40276138F}" presName="rootConnector" presStyleLbl="node2" presStyleIdx="2" presStyleCnt="3"/>
      <dgm:spPr/>
    </dgm:pt>
    <dgm:pt modelId="{D36D821C-C777-4FD1-B014-D5BF566084CB}" type="pres">
      <dgm:prSet presAssocID="{15FD8B6A-4114-4167-8A4A-9CE40276138F}" presName="hierChild4" presStyleCnt="0"/>
      <dgm:spPr/>
    </dgm:pt>
    <dgm:pt modelId="{D0353963-3E2D-40C2-905B-824A4E8A28FF}" type="pres">
      <dgm:prSet presAssocID="{15FD8B6A-4114-4167-8A4A-9CE40276138F}" presName="hierChild5" presStyleCnt="0"/>
      <dgm:spPr/>
    </dgm:pt>
    <dgm:pt modelId="{9AF92B2A-0BA5-4704-98D2-E946F08AC32C}" type="pres">
      <dgm:prSet presAssocID="{7FABD66A-6E47-4169-82E0-97EEA59D6F9C}" presName="hierChild3" presStyleCnt="0"/>
      <dgm:spPr/>
    </dgm:pt>
  </dgm:ptLst>
  <dgm:cxnLst>
    <dgm:cxn modelId="{64A1301F-F720-46E5-9846-DEE12373DA9B}" type="presOf" srcId="{7FABD66A-6E47-4169-82E0-97EEA59D6F9C}" destId="{BE2C4C5C-C873-406F-B4D7-1BAC3338B510}" srcOrd="1" destOrd="0" presId="urn:microsoft.com/office/officeart/2005/8/layout/orgChart1"/>
    <dgm:cxn modelId="{8BBDF022-EB3D-4469-8008-2D2DD256A688}" type="presOf" srcId="{4AD57F48-5AB4-46EE-ACBE-2881A7129E35}" destId="{DAC989B8-D4F2-4607-8473-9ABDFE113004}" srcOrd="0" destOrd="0" presId="urn:microsoft.com/office/officeart/2005/8/layout/orgChart1"/>
    <dgm:cxn modelId="{98AE9349-3EE8-45A6-95DC-E88F23718588}" type="presOf" srcId="{7FABD66A-6E47-4169-82E0-97EEA59D6F9C}" destId="{2CF357A2-16A5-4AC2-B11E-48137CA3A256}" srcOrd="0" destOrd="0" presId="urn:microsoft.com/office/officeart/2005/8/layout/orgChart1"/>
    <dgm:cxn modelId="{5FA5A469-9961-4F2A-B7F1-606228071851}" type="presOf" srcId="{0FA0E83C-AE10-4B58-9EFB-ED661E37511D}" destId="{73D5C545-344A-4FB4-9C95-1B5BEF43FE34}" srcOrd="0" destOrd="0" presId="urn:microsoft.com/office/officeart/2005/8/layout/orgChart1"/>
    <dgm:cxn modelId="{E74B4751-4693-4CF0-B4B6-1A6A32E5CDE9}" type="presOf" srcId="{25A45214-E38F-450D-A603-612BF633A001}" destId="{DE055A1B-23CF-4077-9932-9C11FA92C09E}" srcOrd="0" destOrd="0" presId="urn:microsoft.com/office/officeart/2005/8/layout/orgChart1"/>
    <dgm:cxn modelId="{B4DE5C57-3D6B-4E09-9B7A-6A44EFFE3077}" type="presOf" srcId="{25A45214-E38F-450D-A603-612BF633A001}" destId="{1E5B63D5-E8B7-4DB6-B274-8B4704EAA8DD}" srcOrd="1" destOrd="0" presId="urn:microsoft.com/office/officeart/2005/8/layout/orgChart1"/>
    <dgm:cxn modelId="{8141059C-597E-48F9-B88C-F11AA92B1F36}" type="presOf" srcId="{15FD8B6A-4114-4167-8A4A-9CE40276138F}" destId="{7AEA032E-AFA8-4B88-B6A2-26FF82D43CBF}" srcOrd="1" destOrd="0" presId="urn:microsoft.com/office/officeart/2005/8/layout/orgChart1"/>
    <dgm:cxn modelId="{39692CA7-A657-495C-9635-CE20CB57B953}" type="presOf" srcId="{0F96BEB9-62C3-486B-AA3C-1499E75C3D6E}" destId="{F5710426-7494-481D-B341-B37CAFA8A544}" srcOrd="0" destOrd="0" presId="urn:microsoft.com/office/officeart/2005/8/layout/orgChart1"/>
    <dgm:cxn modelId="{9E5472AD-7FE9-496A-B2BF-50FD50400518}" type="presOf" srcId="{15FD8B6A-4114-4167-8A4A-9CE40276138F}" destId="{308F2D09-4392-49B5-BBD8-25F407859720}" srcOrd="0" destOrd="0" presId="urn:microsoft.com/office/officeart/2005/8/layout/orgChart1"/>
    <dgm:cxn modelId="{D83714C6-BC52-457E-9E70-A369623F7072}" type="presOf" srcId="{4AD57F48-5AB4-46EE-ACBE-2881A7129E35}" destId="{76CD911D-4621-4BC3-8816-98762B059A30}" srcOrd="1" destOrd="0" presId="urn:microsoft.com/office/officeart/2005/8/layout/orgChart1"/>
    <dgm:cxn modelId="{9E39B7CC-FAC1-4528-8D93-3E5754CF6414}" srcId="{7FABD66A-6E47-4169-82E0-97EEA59D6F9C}" destId="{25A45214-E38F-450D-A603-612BF633A001}" srcOrd="1" destOrd="0" parTransId="{0F96BEB9-62C3-486B-AA3C-1499E75C3D6E}" sibTransId="{79F58A5D-EB58-4029-B857-E1D16AB0EC8C}"/>
    <dgm:cxn modelId="{C39D53CE-90B4-4B07-83C1-C1C77170226A}" type="presOf" srcId="{85CA72FF-86BD-4222-908F-FD7AF6977384}" destId="{4ED7DF8F-1C22-449A-8A21-0392BE879B52}" srcOrd="0" destOrd="0" presId="urn:microsoft.com/office/officeart/2005/8/layout/orgChart1"/>
    <dgm:cxn modelId="{7C0954E9-F849-40E0-AB20-7D59804C0492}" type="presOf" srcId="{67483319-1EC3-4A1F-A133-7FB5DFE9DC4F}" destId="{F2C0B71D-6F8E-4C4B-982A-92CFE1474748}" srcOrd="0" destOrd="0" presId="urn:microsoft.com/office/officeart/2005/8/layout/orgChart1"/>
    <dgm:cxn modelId="{65B3E4F1-1057-4E3E-8A4F-42005F8814B1}" srcId="{85CA72FF-86BD-4222-908F-FD7AF6977384}" destId="{7FABD66A-6E47-4169-82E0-97EEA59D6F9C}" srcOrd="0" destOrd="0" parTransId="{41107AF8-B6F7-4D78-A09A-7C13EBB97996}" sibTransId="{42C79100-83B9-4B23-8932-24447A895EA2}"/>
    <dgm:cxn modelId="{F9BA47F4-D3F4-44C7-A832-52DA0FA07492}" srcId="{7FABD66A-6E47-4169-82E0-97EEA59D6F9C}" destId="{4AD57F48-5AB4-46EE-ACBE-2881A7129E35}" srcOrd="0" destOrd="0" parTransId="{0FA0E83C-AE10-4B58-9EFB-ED661E37511D}" sibTransId="{D3C5AE01-B112-4697-8A7B-85E19DD47F75}"/>
    <dgm:cxn modelId="{1F0089F9-D472-4B48-84CC-DE855B6CDB71}" srcId="{7FABD66A-6E47-4169-82E0-97EEA59D6F9C}" destId="{15FD8B6A-4114-4167-8A4A-9CE40276138F}" srcOrd="2" destOrd="0" parTransId="{67483319-1EC3-4A1F-A133-7FB5DFE9DC4F}" sibTransId="{CE2DD21D-F927-4686-A6D0-FBAF17B3D475}"/>
    <dgm:cxn modelId="{8B26C28B-5288-449D-8484-6E63BAAD8476}" type="presParOf" srcId="{4ED7DF8F-1C22-449A-8A21-0392BE879B52}" destId="{F9ACD48C-D873-41B4-A076-26D48BF74DBC}" srcOrd="0" destOrd="0" presId="urn:microsoft.com/office/officeart/2005/8/layout/orgChart1"/>
    <dgm:cxn modelId="{189ADB0F-6683-46D8-9CBA-CE623EB562D9}" type="presParOf" srcId="{F9ACD48C-D873-41B4-A076-26D48BF74DBC}" destId="{D74E93A5-5874-4A55-A1DA-C0FC0093DB15}" srcOrd="0" destOrd="0" presId="urn:microsoft.com/office/officeart/2005/8/layout/orgChart1"/>
    <dgm:cxn modelId="{031A87A9-9CA2-4CC4-A3A0-34DE1252847E}" type="presParOf" srcId="{D74E93A5-5874-4A55-A1DA-C0FC0093DB15}" destId="{2CF357A2-16A5-4AC2-B11E-48137CA3A256}" srcOrd="0" destOrd="0" presId="urn:microsoft.com/office/officeart/2005/8/layout/orgChart1"/>
    <dgm:cxn modelId="{D290CCF3-3B4C-4831-8A26-F58B2AE18B97}" type="presParOf" srcId="{D74E93A5-5874-4A55-A1DA-C0FC0093DB15}" destId="{BE2C4C5C-C873-406F-B4D7-1BAC3338B510}" srcOrd="1" destOrd="0" presId="urn:microsoft.com/office/officeart/2005/8/layout/orgChart1"/>
    <dgm:cxn modelId="{EB546591-45C0-4470-8263-88D033C7D78F}" type="presParOf" srcId="{F9ACD48C-D873-41B4-A076-26D48BF74DBC}" destId="{AFB2CE35-FC3D-42E0-8320-1FBED0661CCF}" srcOrd="1" destOrd="0" presId="urn:microsoft.com/office/officeart/2005/8/layout/orgChart1"/>
    <dgm:cxn modelId="{9B16B2EE-7FE0-4818-9B1A-8FC7A18536B4}" type="presParOf" srcId="{AFB2CE35-FC3D-42E0-8320-1FBED0661CCF}" destId="{73D5C545-344A-4FB4-9C95-1B5BEF43FE34}" srcOrd="0" destOrd="0" presId="urn:microsoft.com/office/officeart/2005/8/layout/orgChart1"/>
    <dgm:cxn modelId="{010A93FC-7984-4E91-93EC-A85F29749F66}" type="presParOf" srcId="{AFB2CE35-FC3D-42E0-8320-1FBED0661CCF}" destId="{F752C399-BA27-4EBC-8E8E-FBAB5C0BA915}" srcOrd="1" destOrd="0" presId="urn:microsoft.com/office/officeart/2005/8/layout/orgChart1"/>
    <dgm:cxn modelId="{1CD90781-EF29-4832-9671-DA45FE4AAC24}" type="presParOf" srcId="{F752C399-BA27-4EBC-8E8E-FBAB5C0BA915}" destId="{9BDB4CA6-299C-476A-AB2C-FC8DB5933813}" srcOrd="0" destOrd="0" presId="urn:microsoft.com/office/officeart/2005/8/layout/orgChart1"/>
    <dgm:cxn modelId="{38FFB70A-43E3-4431-9094-FEDAD3EEDB29}" type="presParOf" srcId="{9BDB4CA6-299C-476A-AB2C-FC8DB5933813}" destId="{DAC989B8-D4F2-4607-8473-9ABDFE113004}" srcOrd="0" destOrd="0" presId="urn:microsoft.com/office/officeart/2005/8/layout/orgChart1"/>
    <dgm:cxn modelId="{69DA0F91-592C-4C67-951F-DB70A01666CF}" type="presParOf" srcId="{9BDB4CA6-299C-476A-AB2C-FC8DB5933813}" destId="{76CD911D-4621-4BC3-8816-98762B059A30}" srcOrd="1" destOrd="0" presId="urn:microsoft.com/office/officeart/2005/8/layout/orgChart1"/>
    <dgm:cxn modelId="{0332C589-7D47-41A0-BCDC-70566175001D}" type="presParOf" srcId="{F752C399-BA27-4EBC-8E8E-FBAB5C0BA915}" destId="{A608E452-6501-485F-B2A0-01D54966E4B2}" srcOrd="1" destOrd="0" presId="urn:microsoft.com/office/officeart/2005/8/layout/orgChart1"/>
    <dgm:cxn modelId="{AD03C420-FD43-46E7-920B-5EC55846E628}" type="presParOf" srcId="{F752C399-BA27-4EBC-8E8E-FBAB5C0BA915}" destId="{97646A05-4715-442E-802A-1DE6BD90BDB7}" srcOrd="2" destOrd="0" presId="urn:microsoft.com/office/officeart/2005/8/layout/orgChart1"/>
    <dgm:cxn modelId="{7F30A415-5DC4-4E39-998E-5C3C6082CE02}" type="presParOf" srcId="{AFB2CE35-FC3D-42E0-8320-1FBED0661CCF}" destId="{F5710426-7494-481D-B341-B37CAFA8A544}" srcOrd="2" destOrd="0" presId="urn:microsoft.com/office/officeart/2005/8/layout/orgChart1"/>
    <dgm:cxn modelId="{D6426D3D-74EA-4879-BC2A-78CBBAA493EB}" type="presParOf" srcId="{AFB2CE35-FC3D-42E0-8320-1FBED0661CCF}" destId="{633F7CBF-B63F-4963-827A-097919B6F59C}" srcOrd="3" destOrd="0" presId="urn:microsoft.com/office/officeart/2005/8/layout/orgChart1"/>
    <dgm:cxn modelId="{EDC26033-3A2D-4B3C-BE07-0513D305534C}" type="presParOf" srcId="{633F7CBF-B63F-4963-827A-097919B6F59C}" destId="{A64AECDC-B54A-4582-8BBB-9BC62036E5E9}" srcOrd="0" destOrd="0" presId="urn:microsoft.com/office/officeart/2005/8/layout/orgChart1"/>
    <dgm:cxn modelId="{7229724E-4590-4B0D-866E-89D92EE93B05}" type="presParOf" srcId="{A64AECDC-B54A-4582-8BBB-9BC62036E5E9}" destId="{DE055A1B-23CF-4077-9932-9C11FA92C09E}" srcOrd="0" destOrd="0" presId="urn:microsoft.com/office/officeart/2005/8/layout/orgChart1"/>
    <dgm:cxn modelId="{80C16590-D8DD-424C-AD9A-8F2BBEF5C139}" type="presParOf" srcId="{A64AECDC-B54A-4582-8BBB-9BC62036E5E9}" destId="{1E5B63D5-E8B7-4DB6-B274-8B4704EAA8DD}" srcOrd="1" destOrd="0" presId="urn:microsoft.com/office/officeart/2005/8/layout/orgChart1"/>
    <dgm:cxn modelId="{698C97BC-DDCF-4A07-9347-2A87D3420B0B}" type="presParOf" srcId="{633F7CBF-B63F-4963-827A-097919B6F59C}" destId="{1DBC3282-330D-4B1B-9CC6-EE6CB305DF5B}" srcOrd="1" destOrd="0" presId="urn:microsoft.com/office/officeart/2005/8/layout/orgChart1"/>
    <dgm:cxn modelId="{35849477-BCEE-4EF9-8428-1EE2AC739F94}" type="presParOf" srcId="{633F7CBF-B63F-4963-827A-097919B6F59C}" destId="{A1F385ED-E90C-43F5-966A-1CF4293852F3}" srcOrd="2" destOrd="0" presId="urn:microsoft.com/office/officeart/2005/8/layout/orgChart1"/>
    <dgm:cxn modelId="{B68B7443-8A82-4E39-93F2-0889459982B1}" type="presParOf" srcId="{AFB2CE35-FC3D-42E0-8320-1FBED0661CCF}" destId="{F2C0B71D-6F8E-4C4B-982A-92CFE1474748}" srcOrd="4" destOrd="0" presId="urn:microsoft.com/office/officeart/2005/8/layout/orgChart1"/>
    <dgm:cxn modelId="{B1614147-12BC-4D95-8B69-82BEA7ABB687}" type="presParOf" srcId="{AFB2CE35-FC3D-42E0-8320-1FBED0661CCF}" destId="{C6440745-076B-4767-8C23-CE431456B781}" srcOrd="5" destOrd="0" presId="urn:microsoft.com/office/officeart/2005/8/layout/orgChart1"/>
    <dgm:cxn modelId="{D1DE435A-B241-40C7-948B-41A8B2E374D3}" type="presParOf" srcId="{C6440745-076B-4767-8C23-CE431456B781}" destId="{9BF293D6-B2B8-4754-A04C-120CA65E7B4A}" srcOrd="0" destOrd="0" presId="urn:microsoft.com/office/officeart/2005/8/layout/orgChart1"/>
    <dgm:cxn modelId="{9774DC30-1469-49DE-AB62-96762F1F973E}" type="presParOf" srcId="{9BF293D6-B2B8-4754-A04C-120CA65E7B4A}" destId="{308F2D09-4392-49B5-BBD8-25F407859720}" srcOrd="0" destOrd="0" presId="urn:microsoft.com/office/officeart/2005/8/layout/orgChart1"/>
    <dgm:cxn modelId="{56BC7325-ED6E-4E39-88C9-45F3A58EB91F}" type="presParOf" srcId="{9BF293D6-B2B8-4754-A04C-120CA65E7B4A}" destId="{7AEA032E-AFA8-4B88-B6A2-26FF82D43CBF}" srcOrd="1" destOrd="0" presId="urn:microsoft.com/office/officeart/2005/8/layout/orgChart1"/>
    <dgm:cxn modelId="{3E3A6605-0FE2-4494-A415-59B5E4B0293B}" type="presParOf" srcId="{C6440745-076B-4767-8C23-CE431456B781}" destId="{D36D821C-C777-4FD1-B014-D5BF566084CB}" srcOrd="1" destOrd="0" presId="urn:microsoft.com/office/officeart/2005/8/layout/orgChart1"/>
    <dgm:cxn modelId="{1E59CE9E-528F-4820-B327-63E9E62C65D4}" type="presParOf" srcId="{C6440745-076B-4767-8C23-CE431456B781}" destId="{D0353963-3E2D-40C2-905B-824A4E8A28FF}" srcOrd="2" destOrd="0" presId="urn:microsoft.com/office/officeart/2005/8/layout/orgChart1"/>
    <dgm:cxn modelId="{134F64CC-ECCE-4404-9EFD-F567C1DA262A}" type="presParOf" srcId="{F9ACD48C-D873-41B4-A076-26D48BF74DBC}" destId="{9AF92B2A-0BA5-4704-98D2-E946F08AC32C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600174C-8A64-4850-87A2-DCFA87D59A9F}" type="doc">
      <dgm:prSet loTypeId="urn:microsoft.com/office/officeart/2018/2/layout/IconLabelList" loCatId="icon" qsTypeId="urn:microsoft.com/office/officeart/2005/8/quickstyle/simple1#45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81BE47A6-6543-4C74-AE4A-01E1C0BC455E}">
      <dgm:prSet/>
      <dgm:spPr/>
      <dgm:t>
        <a:bodyPr/>
        <a:lstStyle/>
        <a:p>
          <a:r>
            <a:rPr lang="da-DK"/>
            <a:t>Opgaver: 12</a:t>
          </a:r>
          <a:endParaRPr lang="en-US"/>
        </a:p>
      </dgm:t>
    </dgm:pt>
    <dgm:pt modelId="{0C67ED57-9726-47D4-89A8-04B23064A468}" type="parTrans" cxnId="{E562200A-FEC7-4543-A4E2-5D720DF10988}">
      <dgm:prSet/>
      <dgm:spPr/>
      <dgm:t>
        <a:bodyPr/>
        <a:lstStyle/>
        <a:p>
          <a:endParaRPr lang="en-US"/>
        </a:p>
      </dgm:t>
    </dgm:pt>
    <dgm:pt modelId="{8D652ED7-79A3-469E-80FA-0BAB7F160AA1}" type="sibTrans" cxnId="{E562200A-FEC7-4543-A4E2-5D720DF10988}">
      <dgm:prSet/>
      <dgm:spPr/>
      <dgm:t>
        <a:bodyPr/>
        <a:lstStyle/>
        <a:p>
          <a:endParaRPr lang="en-US"/>
        </a:p>
      </dgm:t>
    </dgm:pt>
    <dgm:pt modelId="{3144B776-38AC-44FC-A439-F67991D10F7E}">
      <dgm:prSet/>
      <dgm:spPr/>
      <dgm:t>
        <a:bodyPr/>
        <a:lstStyle/>
        <a:p>
          <a:r>
            <a:rPr lang="da-DK"/>
            <a:t>10 min.</a:t>
          </a:r>
          <a:endParaRPr lang="en-US"/>
        </a:p>
      </dgm:t>
    </dgm:pt>
    <dgm:pt modelId="{40EEF2B8-B821-4932-8D2F-E850B9D787B9}" type="parTrans" cxnId="{F40A7243-24A9-4273-88BE-4E3F4AAFB0EB}">
      <dgm:prSet/>
      <dgm:spPr/>
      <dgm:t>
        <a:bodyPr/>
        <a:lstStyle/>
        <a:p>
          <a:endParaRPr lang="en-US"/>
        </a:p>
      </dgm:t>
    </dgm:pt>
    <dgm:pt modelId="{D0DCB0FA-693B-4AEF-89F9-6A3C5882CFBE}" type="sibTrans" cxnId="{F40A7243-24A9-4273-88BE-4E3F4AAFB0EB}">
      <dgm:prSet/>
      <dgm:spPr/>
      <dgm:t>
        <a:bodyPr/>
        <a:lstStyle/>
        <a:p>
          <a:endParaRPr lang="en-US"/>
        </a:p>
      </dgm:t>
    </dgm:pt>
    <dgm:pt modelId="{47BAA2E0-6A78-4E2D-933B-62606958FC26}" type="pres">
      <dgm:prSet presAssocID="{5600174C-8A64-4850-87A2-DCFA87D59A9F}" presName="root" presStyleCnt="0">
        <dgm:presLayoutVars>
          <dgm:dir/>
          <dgm:resizeHandles val="exact"/>
        </dgm:presLayoutVars>
      </dgm:prSet>
      <dgm:spPr/>
    </dgm:pt>
    <dgm:pt modelId="{4D8EED8D-6F45-42E8-A956-2B1E4AB9B1FA}" type="pres">
      <dgm:prSet presAssocID="{81BE47A6-6543-4C74-AE4A-01E1C0BC455E}" presName="compNode" presStyleCnt="0"/>
      <dgm:spPr/>
    </dgm:pt>
    <dgm:pt modelId="{DE9991D2-193E-4C85-8994-C5048A06DD1C}" type="pres">
      <dgm:prSet presAssocID="{81BE47A6-6543-4C74-AE4A-01E1C0BC455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ontrolliste"/>
        </a:ext>
      </dgm:extLst>
    </dgm:pt>
    <dgm:pt modelId="{F6436D7C-1A2A-4068-84AC-C5A1B3BEFF93}" type="pres">
      <dgm:prSet presAssocID="{81BE47A6-6543-4C74-AE4A-01E1C0BC455E}" presName="spaceRect" presStyleCnt="0"/>
      <dgm:spPr/>
    </dgm:pt>
    <dgm:pt modelId="{B1433EBD-42AF-40AF-BC66-504111B8A092}" type="pres">
      <dgm:prSet presAssocID="{81BE47A6-6543-4C74-AE4A-01E1C0BC455E}" presName="textRect" presStyleLbl="revTx" presStyleIdx="0" presStyleCnt="2">
        <dgm:presLayoutVars>
          <dgm:chMax val="1"/>
          <dgm:chPref val="1"/>
        </dgm:presLayoutVars>
      </dgm:prSet>
      <dgm:spPr/>
    </dgm:pt>
    <dgm:pt modelId="{57BB18EC-88CF-422F-BDAE-C8F6ABFAA266}" type="pres">
      <dgm:prSet presAssocID="{8D652ED7-79A3-469E-80FA-0BAB7F160AA1}" presName="sibTrans" presStyleCnt="0"/>
      <dgm:spPr/>
    </dgm:pt>
    <dgm:pt modelId="{DCCEA9D8-1FF7-4DDF-9FB6-3954FB66FAE9}" type="pres">
      <dgm:prSet presAssocID="{3144B776-38AC-44FC-A439-F67991D10F7E}" presName="compNode" presStyleCnt="0"/>
      <dgm:spPr/>
    </dgm:pt>
    <dgm:pt modelId="{A992ABF7-5A02-4501-BAC1-82AAA7A0E418}" type="pres">
      <dgm:prSet presAssocID="{3144B776-38AC-44FC-A439-F67991D10F7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B87E342F-1B58-456B-AF22-D893AD841907}" type="pres">
      <dgm:prSet presAssocID="{3144B776-38AC-44FC-A439-F67991D10F7E}" presName="spaceRect" presStyleCnt="0"/>
      <dgm:spPr/>
    </dgm:pt>
    <dgm:pt modelId="{C3AB2136-1DCF-465B-BE35-77D82D77190F}" type="pres">
      <dgm:prSet presAssocID="{3144B776-38AC-44FC-A439-F67991D10F7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BA5DF07-4E9D-435F-AF48-D3DBC71D81B5}" type="presOf" srcId="{81BE47A6-6543-4C74-AE4A-01E1C0BC455E}" destId="{B1433EBD-42AF-40AF-BC66-504111B8A092}" srcOrd="0" destOrd="0" presId="urn:microsoft.com/office/officeart/2018/2/layout/IconLabelList"/>
    <dgm:cxn modelId="{E562200A-FEC7-4543-A4E2-5D720DF10988}" srcId="{5600174C-8A64-4850-87A2-DCFA87D59A9F}" destId="{81BE47A6-6543-4C74-AE4A-01E1C0BC455E}" srcOrd="0" destOrd="0" parTransId="{0C67ED57-9726-47D4-89A8-04B23064A468}" sibTransId="{8D652ED7-79A3-469E-80FA-0BAB7F160AA1}"/>
    <dgm:cxn modelId="{FA537E62-0033-4960-9741-3D386E659ED2}" type="presOf" srcId="{3144B776-38AC-44FC-A439-F67991D10F7E}" destId="{C3AB2136-1DCF-465B-BE35-77D82D77190F}" srcOrd="0" destOrd="0" presId="urn:microsoft.com/office/officeart/2018/2/layout/IconLabelList"/>
    <dgm:cxn modelId="{F40A7243-24A9-4273-88BE-4E3F4AAFB0EB}" srcId="{5600174C-8A64-4850-87A2-DCFA87D59A9F}" destId="{3144B776-38AC-44FC-A439-F67991D10F7E}" srcOrd="1" destOrd="0" parTransId="{40EEF2B8-B821-4932-8D2F-E850B9D787B9}" sibTransId="{D0DCB0FA-693B-4AEF-89F9-6A3C5882CFBE}"/>
    <dgm:cxn modelId="{D1D6B44E-498B-4D02-9351-BF0C4B006CD2}" type="presOf" srcId="{5600174C-8A64-4850-87A2-DCFA87D59A9F}" destId="{47BAA2E0-6A78-4E2D-933B-62606958FC26}" srcOrd="0" destOrd="0" presId="urn:microsoft.com/office/officeart/2018/2/layout/IconLabelList"/>
    <dgm:cxn modelId="{EB67C917-DD42-47D9-BAE2-012D593C4A6D}" type="presParOf" srcId="{47BAA2E0-6A78-4E2D-933B-62606958FC26}" destId="{4D8EED8D-6F45-42E8-A956-2B1E4AB9B1FA}" srcOrd="0" destOrd="0" presId="urn:microsoft.com/office/officeart/2018/2/layout/IconLabelList"/>
    <dgm:cxn modelId="{4CD9CFD2-8968-4B75-9657-8254B12462DD}" type="presParOf" srcId="{4D8EED8D-6F45-42E8-A956-2B1E4AB9B1FA}" destId="{DE9991D2-193E-4C85-8994-C5048A06DD1C}" srcOrd="0" destOrd="0" presId="urn:microsoft.com/office/officeart/2018/2/layout/IconLabelList"/>
    <dgm:cxn modelId="{EE0A9189-1047-4FFD-BE4E-7FF27D7918CE}" type="presParOf" srcId="{4D8EED8D-6F45-42E8-A956-2B1E4AB9B1FA}" destId="{F6436D7C-1A2A-4068-84AC-C5A1B3BEFF93}" srcOrd="1" destOrd="0" presId="urn:microsoft.com/office/officeart/2018/2/layout/IconLabelList"/>
    <dgm:cxn modelId="{F8D81DD8-F646-46FE-BE59-47B46B93C889}" type="presParOf" srcId="{4D8EED8D-6F45-42E8-A956-2B1E4AB9B1FA}" destId="{B1433EBD-42AF-40AF-BC66-504111B8A092}" srcOrd="2" destOrd="0" presId="urn:microsoft.com/office/officeart/2018/2/layout/IconLabelList"/>
    <dgm:cxn modelId="{2428CD74-B3C5-4B15-AD58-D231E8BB8546}" type="presParOf" srcId="{47BAA2E0-6A78-4E2D-933B-62606958FC26}" destId="{57BB18EC-88CF-422F-BDAE-C8F6ABFAA266}" srcOrd="1" destOrd="0" presId="urn:microsoft.com/office/officeart/2018/2/layout/IconLabelList"/>
    <dgm:cxn modelId="{DCB80108-526F-462E-A477-15C08323AD79}" type="presParOf" srcId="{47BAA2E0-6A78-4E2D-933B-62606958FC26}" destId="{DCCEA9D8-1FF7-4DDF-9FB6-3954FB66FAE9}" srcOrd="2" destOrd="0" presId="urn:microsoft.com/office/officeart/2018/2/layout/IconLabelList"/>
    <dgm:cxn modelId="{0427A0C9-D891-43BF-8E50-9647F0280E1F}" type="presParOf" srcId="{DCCEA9D8-1FF7-4DDF-9FB6-3954FB66FAE9}" destId="{A992ABF7-5A02-4501-BAC1-82AAA7A0E418}" srcOrd="0" destOrd="0" presId="urn:microsoft.com/office/officeart/2018/2/layout/IconLabelList"/>
    <dgm:cxn modelId="{1703D005-FB0E-4819-9484-340A160EA4CA}" type="presParOf" srcId="{DCCEA9D8-1FF7-4DDF-9FB6-3954FB66FAE9}" destId="{B87E342F-1B58-456B-AF22-D893AD841907}" srcOrd="1" destOrd="0" presId="urn:microsoft.com/office/officeart/2018/2/layout/IconLabelList"/>
    <dgm:cxn modelId="{45D0572E-27E4-4040-A4A8-2BC5CC7C2459}" type="presParOf" srcId="{DCCEA9D8-1FF7-4DDF-9FB6-3954FB66FAE9}" destId="{C3AB2136-1DCF-465B-BE35-77D82D77190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E3614A2-CC61-41E4-BC3E-1D9C4FCAEA62}" type="doc">
      <dgm:prSet loTypeId="urn:microsoft.com/office/officeart/2005/8/layout/vList2" loCatId="list" qsTypeId="urn:microsoft.com/office/officeart/2005/8/quickstyle/simple4#3" qsCatId="simple" csTypeId="urn:microsoft.com/office/officeart/2005/8/colors/colorful2#10" csCatId="colorful"/>
      <dgm:spPr/>
      <dgm:t>
        <a:bodyPr/>
        <a:lstStyle/>
        <a:p>
          <a:endParaRPr lang="en-US"/>
        </a:p>
      </dgm:t>
    </dgm:pt>
    <dgm:pt modelId="{6AF0AF34-1FE3-419C-84FF-E7DA06A06822}">
      <dgm:prSet/>
      <dgm:spPr/>
      <dgm:t>
        <a:bodyPr/>
        <a:lstStyle/>
        <a:p>
          <a:r>
            <a:rPr lang="da-DK"/>
            <a:t>Vand er polært</a:t>
          </a:r>
          <a:endParaRPr lang="en-US"/>
        </a:p>
      </dgm:t>
    </dgm:pt>
    <dgm:pt modelId="{ACEC0F73-4B7C-4632-8208-910161C5EE74}" type="parTrans" cxnId="{5D688501-A6B7-4DCF-9931-11ECAA8D10FA}">
      <dgm:prSet/>
      <dgm:spPr/>
      <dgm:t>
        <a:bodyPr/>
        <a:lstStyle/>
        <a:p>
          <a:endParaRPr lang="en-US"/>
        </a:p>
      </dgm:t>
    </dgm:pt>
    <dgm:pt modelId="{03F33FCE-1D73-4E43-B2B7-AA655DCB83B3}" type="sibTrans" cxnId="{5D688501-A6B7-4DCF-9931-11ECAA8D10FA}">
      <dgm:prSet/>
      <dgm:spPr/>
      <dgm:t>
        <a:bodyPr/>
        <a:lstStyle/>
        <a:p>
          <a:endParaRPr lang="en-US"/>
        </a:p>
      </dgm:t>
    </dgm:pt>
    <dgm:pt modelId="{5EBD7634-9DDD-41F8-A631-67CC96CDC550}">
      <dgm:prSet/>
      <dgm:spPr/>
      <dgm:t>
        <a:bodyPr/>
        <a:lstStyle/>
        <a:p>
          <a:r>
            <a:rPr lang="da-DK"/>
            <a:t>Olie er upolært</a:t>
          </a:r>
          <a:endParaRPr lang="en-US"/>
        </a:p>
      </dgm:t>
    </dgm:pt>
    <dgm:pt modelId="{1639558D-6624-4143-B4FD-ED636B469C1F}" type="parTrans" cxnId="{28062694-50DA-475F-A9F5-935B066AB73E}">
      <dgm:prSet/>
      <dgm:spPr/>
      <dgm:t>
        <a:bodyPr/>
        <a:lstStyle/>
        <a:p>
          <a:endParaRPr lang="en-US"/>
        </a:p>
      </dgm:t>
    </dgm:pt>
    <dgm:pt modelId="{CBB0EB94-E11F-4164-9379-3B7BC1019B15}" type="sibTrans" cxnId="{28062694-50DA-475F-A9F5-935B066AB73E}">
      <dgm:prSet/>
      <dgm:spPr/>
      <dgm:t>
        <a:bodyPr/>
        <a:lstStyle/>
        <a:p>
          <a:endParaRPr lang="en-US"/>
        </a:p>
      </dgm:t>
    </dgm:pt>
    <dgm:pt modelId="{9D3D4E4F-2736-4D3B-88B7-A6DC56389B84}">
      <dgm:prSet/>
      <dgm:spPr/>
      <dgm:t>
        <a:bodyPr/>
        <a:lstStyle/>
        <a:p>
          <a:r>
            <a:rPr lang="da-DK"/>
            <a:t>Vand og olie kan derfor normalt ikke blandes</a:t>
          </a:r>
          <a:endParaRPr lang="en-US"/>
        </a:p>
      </dgm:t>
    </dgm:pt>
    <dgm:pt modelId="{B06573DA-4C4F-4D57-8D60-0971DC74C5D9}" type="parTrans" cxnId="{F8C8D405-1847-4BC2-B5B3-A7A03089D285}">
      <dgm:prSet/>
      <dgm:spPr/>
      <dgm:t>
        <a:bodyPr/>
        <a:lstStyle/>
        <a:p>
          <a:endParaRPr lang="en-US"/>
        </a:p>
      </dgm:t>
    </dgm:pt>
    <dgm:pt modelId="{DF82595C-1C1B-46AC-B65C-42EF1CC1DDE9}" type="sibTrans" cxnId="{F8C8D405-1847-4BC2-B5B3-A7A03089D285}">
      <dgm:prSet/>
      <dgm:spPr/>
      <dgm:t>
        <a:bodyPr/>
        <a:lstStyle/>
        <a:p>
          <a:endParaRPr lang="en-US"/>
        </a:p>
      </dgm:t>
    </dgm:pt>
    <dgm:pt modelId="{B792A3BF-821F-436F-BCC5-6059CDAC327E}" type="pres">
      <dgm:prSet presAssocID="{DE3614A2-CC61-41E4-BC3E-1D9C4FCAEA62}" presName="linear" presStyleCnt="0">
        <dgm:presLayoutVars>
          <dgm:animLvl val="lvl"/>
          <dgm:resizeHandles val="exact"/>
        </dgm:presLayoutVars>
      </dgm:prSet>
      <dgm:spPr/>
    </dgm:pt>
    <dgm:pt modelId="{8843BAE6-4E26-42EA-A2D4-0E43308F9614}" type="pres">
      <dgm:prSet presAssocID="{6AF0AF34-1FE3-419C-84FF-E7DA06A0682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263607A-57E7-43C1-861D-65CD8E06DF94}" type="pres">
      <dgm:prSet presAssocID="{03F33FCE-1D73-4E43-B2B7-AA655DCB83B3}" presName="spacer" presStyleCnt="0"/>
      <dgm:spPr/>
    </dgm:pt>
    <dgm:pt modelId="{8BBD0E01-D07E-47AB-9A66-EAF19A03789B}" type="pres">
      <dgm:prSet presAssocID="{5EBD7634-9DDD-41F8-A631-67CC96CDC55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E02A1994-2D1F-49FA-8B9C-108295378326}" type="pres">
      <dgm:prSet presAssocID="{CBB0EB94-E11F-4164-9379-3B7BC1019B15}" presName="spacer" presStyleCnt="0"/>
      <dgm:spPr/>
    </dgm:pt>
    <dgm:pt modelId="{F5D3D2B8-AC01-455C-A078-1AB4B97AB5BA}" type="pres">
      <dgm:prSet presAssocID="{9D3D4E4F-2736-4D3B-88B7-A6DC56389B8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D688501-A6B7-4DCF-9931-11ECAA8D10FA}" srcId="{DE3614A2-CC61-41E4-BC3E-1D9C4FCAEA62}" destId="{6AF0AF34-1FE3-419C-84FF-E7DA06A06822}" srcOrd="0" destOrd="0" parTransId="{ACEC0F73-4B7C-4632-8208-910161C5EE74}" sibTransId="{03F33FCE-1D73-4E43-B2B7-AA655DCB83B3}"/>
    <dgm:cxn modelId="{F8C8D405-1847-4BC2-B5B3-A7A03089D285}" srcId="{DE3614A2-CC61-41E4-BC3E-1D9C4FCAEA62}" destId="{9D3D4E4F-2736-4D3B-88B7-A6DC56389B84}" srcOrd="2" destOrd="0" parTransId="{B06573DA-4C4F-4D57-8D60-0971DC74C5D9}" sibTransId="{DF82595C-1C1B-46AC-B65C-42EF1CC1DDE9}"/>
    <dgm:cxn modelId="{AA4CE382-E348-4055-B91E-98C8DAD4A160}" type="presOf" srcId="{6AF0AF34-1FE3-419C-84FF-E7DA06A06822}" destId="{8843BAE6-4E26-42EA-A2D4-0E43308F9614}" srcOrd="0" destOrd="0" presId="urn:microsoft.com/office/officeart/2005/8/layout/vList2"/>
    <dgm:cxn modelId="{28062694-50DA-475F-A9F5-935B066AB73E}" srcId="{DE3614A2-CC61-41E4-BC3E-1D9C4FCAEA62}" destId="{5EBD7634-9DDD-41F8-A631-67CC96CDC550}" srcOrd="1" destOrd="0" parTransId="{1639558D-6624-4143-B4FD-ED636B469C1F}" sibTransId="{CBB0EB94-E11F-4164-9379-3B7BC1019B15}"/>
    <dgm:cxn modelId="{0E04C9A9-6BE4-4CC0-8B96-F74377D2F8EF}" type="presOf" srcId="{DE3614A2-CC61-41E4-BC3E-1D9C4FCAEA62}" destId="{B792A3BF-821F-436F-BCC5-6059CDAC327E}" srcOrd="0" destOrd="0" presId="urn:microsoft.com/office/officeart/2005/8/layout/vList2"/>
    <dgm:cxn modelId="{92F42EAD-9DEF-4E5D-ACC3-999E23CBE414}" type="presOf" srcId="{5EBD7634-9DDD-41F8-A631-67CC96CDC550}" destId="{8BBD0E01-D07E-47AB-9A66-EAF19A03789B}" srcOrd="0" destOrd="0" presId="urn:microsoft.com/office/officeart/2005/8/layout/vList2"/>
    <dgm:cxn modelId="{AC0F3AD4-FE14-4B1B-B314-390E26D784E3}" type="presOf" srcId="{9D3D4E4F-2736-4D3B-88B7-A6DC56389B84}" destId="{F5D3D2B8-AC01-455C-A078-1AB4B97AB5BA}" srcOrd="0" destOrd="0" presId="urn:microsoft.com/office/officeart/2005/8/layout/vList2"/>
    <dgm:cxn modelId="{DABFBDF9-4E20-41B1-ADD3-6AAD9263E928}" type="presParOf" srcId="{B792A3BF-821F-436F-BCC5-6059CDAC327E}" destId="{8843BAE6-4E26-42EA-A2D4-0E43308F9614}" srcOrd="0" destOrd="0" presId="urn:microsoft.com/office/officeart/2005/8/layout/vList2"/>
    <dgm:cxn modelId="{847D8120-E311-4272-A9B6-ACDC3A6323E0}" type="presParOf" srcId="{B792A3BF-821F-436F-BCC5-6059CDAC327E}" destId="{8263607A-57E7-43C1-861D-65CD8E06DF94}" srcOrd="1" destOrd="0" presId="urn:microsoft.com/office/officeart/2005/8/layout/vList2"/>
    <dgm:cxn modelId="{D5CCC927-9ADC-47D4-A70F-346F803081C9}" type="presParOf" srcId="{B792A3BF-821F-436F-BCC5-6059CDAC327E}" destId="{8BBD0E01-D07E-47AB-9A66-EAF19A03789B}" srcOrd="2" destOrd="0" presId="urn:microsoft.com/office/officeart/2005/8/layout/vList2"/>
    <dgm:cxn modelId="{06D1A407-B8C7-47F3-BD14-7E4DDC095952}" type="presParOf" srcId="{B792A3BF-821F-436F-BCC5-6059CDAC327E}" destId="{E02A1994-2D1F-49FA-8B9C-108295378326}" srcOrd="3" destOrd="0" presId="urn:microsoft.com/office/officeart/2005/8/layout/vList2"/>
    <dgm:cxn modelId="{F51ADCCD-9666-4988-858F-6D776BC524D5}" type="presParOf" srcId="{B792A3BF-821F-436F-BCC5-6059CDAC327E}" destId="{F5D3D2B8-AC01-455C-A078-1AB4B97AB5B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0068A33-3B0B-4E3C-8DD8-4439AEEFBE96}" type="doc">
      <dgm:prSet loTypeId="urn:microsoft.com/office/officeart/2005/8/layout/vList2" loCatId="list" qsTypeId="urn:microsoft.com/office/officeart/2005/8/quickstyle/simple4#4" qsCatId="simple" csTypeId="urn:microsoft.com/office/officeart/2005/8/colors/colorful2#11" csCatId="colorful"/>
      <dgm:spPr/>
      <dgm:t>
        <a:bodyPr/>
        <a:lstStyle/>
        <a:p>
          <a:endParaRPr lang="en-US"/>
        </a:p>
      </dgm:t>
    </dgm:pt>
    <dgm:pt modelId="{AF686B82-70FE-42FB-9306-DC3EB9405F94}">
      <dgm:prSet/>
      <dgm:spPr/>
      <dgm:t>
        <a:bodyPr/>
        <a:lstStyle/>
        <a:p>
          <a:r>
            <a:rPr lang="da-DK"/>
            <a:t>Hvis man har lidt olie i meget vand, vil olien fordele sig som små dråber i vandfasen</a:t>
          </a:r>
          <a:endParaRPr lang="en-US"/>
        </a:p>
      </dgm:t>
    </dgm:pt>
    <dgm:pt modelId="{FFF0A356-A27F-4116-9013-66387AECB1C1}" type="parTrans" cxnId="{B2A22DF5-4CD8-4385-BD80-83150521E20B}">
      <dgm:prSet/>
      <dgm:spPr/>
      <dgm:t>
        <a:bodyPr/>
        <a:lstStyle/>
        <a:p>
          <a:endParaRPr lang="en-US"/>
        </a:p>
      </dgm:t>
    </dgm:pt>
    <dgm:pt modelId="{BD3A0BEE-2CD9-4483-B682-350BE66973CB}" type="sibTrans" cxnId="{B2A22DF5-4CD8-4385-BD80-83150521E20B}">
      <dgm:prSet/>
      <dgm:spPr/>
      <dgm:t>
        <a:bodyPr/>
        <a:lstStyle/>
        <a:p>
          <a:endParaRPr lang="en-US"/>
        </a:p>
      </dgm:t>
    </dgm:pt>
    <dgm:pt modelId="{E64F561D-9C49-4CA2-BC4E-E569F1F6ED7E}">
      <dgm:prSet/>
      <dgm:spPr/>
      <dgm:t>
        <a:bodyPr/>
        <a:lstStyle/>
        <a:p>
          <a:r>
            <a:rPr lang="da-DK"/>
            <a:t>En sådan emulsion kaldes for en olie-vand-emulsion, forkortet O/V-emulsion</a:t>
          </a:r>
          <a:endParaRPr lang="en-US"/>
        </a:p>
      </dgm:t>
    </dgm:pt>
    <dgm:pt modelId="{7A0DCEC2-1E27-4CE3-BC59-B5AF2D6E159D}" type="parTrans" cxnId="{D77C84E5-6139-459F-8E75-88EE63E7088D}">
      <dgm:prSet/>
      <dgm:spPr/>
      <dgm:t>
        <a:bodyPr/>
        <a:lstStyle/>
        <a:p>
          <a:endParaRPr lang="en-US"/>
        </a:p>
      </dgm:t>
    </dgm:pt>
    <dgm:pt modelId="{567595AF-72BA-4211-80B5-BC574CF0953B}" type="sibTrans" cxnId="{D77C84E5-6139-459F-8E75-88EE63E7088D}">
      <dgm:prSet/>
      <dgm:spPr/>
      <dgm:t>
        <a:bodyPr/>
        <a:lstStyle/>
        <a:p>
          <a:endParaRPr lang="en-US"/>
        </a:p>
      </dgm:t>
    </dgm:pt>
    <dgm:pt modelId="{E42100FD-EE96-4FAA-93DB-93FFB9445C11}">
      <dgm:prSet/>
      <dgm:spPr/>
      <dgm:t>
        <a:bodyPr/>
        <a:lstStyle/>
        <a:p>
          <a:r>
            <a:rPr lang="da-DK"/>
            <a:t>Hvis man har lidt vand i meget olie, vil vandet fordele sig som små dråber i oliefasen</a:t>
          </a:r>
          <a:endParaRPr lang="en-US"/>
        </a:p>
      </dgm:t>
    </dgm:pt>
    <dgm:pt modelId="{BA3BCFB4-68D2-4109-8B8D-2E5970692A10}" type="parTrans" cxnId="{E9EA7703-2C1C-49C1-AA86-C0B94FFC11A1}">
      <dgm:prSet/>
      <dgm:spPr/>
      <dgm:t>
        <a:bodyPr/>
        <a:lstStyle/>
        <a:p>
          <a:endParaRPr lang="en-US"/>
        </a:p>
      </dgm:t>
    </dgm:pt>
    <dgm:pt modelId="{ACF3C9E8-13BE-4F99-821A-BBECFC65A972}" type="sibTrans" cxnId="{E9EA7703-2C1C-49C1-AA86-C0B94FFC11A1}">
      <dgm:prSet/>
      <dgm:spPr/>
      <dgm:t>
        <a:bodyPr/>
        <a:lstStyle/>
        <a:p>
          <a:endParaRPr lang="en-US"/>
        </a:p>
      </dgm:t>
    </dgm:pt>
    <dgm:pt modelId="{DC407E49-3497-4246-AD98-E5A9C1ED52BC}">
      <dgm:prSet/>
      <dgm:spPr/>
      <dgm:t>
        <a:bodyPr/>
        <a:lstStyle/>
        <a:p>
          <a:r>
            <a:rPr lang="da-DK"/>
            <a:t>En sådan emulsion kaldes for en vand-olie-emulsion, forkortet V/O-emulsion</a:t>
          </a:r>
          <a:endParaRPr lang="en-US"/>
        </a:p>
      </dgm:t>
    </dgm:pt>
    <dgm:pt modelId="{19B887B7-3657-44FC-AA95-6456104CA574}" type="parTrans" cxnId="{CBC020B7-3AAE-4E85-AC9C-F3614ED36618}">
      <dgm:prSet/>
      <dgm:spPr/>
      <dgm:t>
        <a:bodyPr/>
        <a:lstStyle/>
        <a:p>
          <a:endParaRPr lang="en-US"/>
        </a:p>
      </dgm:t>
    </dgm:pt>
    <dgm:pt modelId="{BB91CFC6-093D-495A-8D73-ADB89C073C4C}" type="sibTrans" cxnId="{CBC020B7-3AAE-4E85-AC9C-F3614ED36618}">
      <dgm:prSet/>
      <dgm:spPr/>
      <dgm:t>
        <a:bodyPr/>
        <a:lstStyle/>
        <a:p>
          <a:endParaRPr lang="en-US"/>
        </a:p>
      </dgm:t>
    </dgm:pt>
    <dgm:pt modelId="{468C81A6-722C-47E8-AB0E-F2E860770826}" type="pres">
      <dgm:prSet presAssocID="{70068A33-3B0B-4E3C-8DD8-4439AEEFBE96}" presName="linear" presStyleCnt="0">
        <dgm:presLayoutVars>
          <dgm:animLvl val="lvl"/>
          <dgm:resizeHandles val="exact"/>
        </dgm:presLayoutVars>
      </dgm:prSet>
      <dgm:spPr/>
    </dgm:pt>
    <dgm:pt modelId="{E5ED62AF-E167-4FD4-9FF4-9A763BBB505D}" type="pres">
      <dgm:prSet presAssocID="{AF686B82-70FE-42FB-9306-DC3EB9405F9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1468D79-2752-4651-9565-77457F6D44D0}" type="pres">
      <dgm:prSet presAssocID="{BD3A0BEE-2CD9-4483-B682-350BE66973CB}" presName="spacer" presStyleCnt="0"/>
      <dgm:spPr/>
    </dgm:pt>
    <dgm:pt modelId="{D669A40C-CA39-4C4F-AACE-E4D7D2A750D2}" type="pres">
      <dgm:prSet presAssocID="{E64F561D-9C49-4CA2-BC4E-E569F1F6ED7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62E98C09-E142-45A9-B0D5-2DAD51542DD7}" type="pres">
      <dgm:prSet presAssocID="{567595AF-72BA-4211-80B5-BC574CF0953B}" presName="spacer" presStyleCnt="0"/>
      <dgm:spPr/>
    </dgm:pt>
    <dgm:pt modelId="{DADE15E4-2C29-4814-8B4E-64CA8B88A9BE}" type="pres">
      <dgm:prSet presAssocID="{E42100FD-EE96-4FAA-93DB-93FFB9445C11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B0280F55-069C-4922-BBCF-E57F7AF7C29B}" type="pres">
      <dgm:prSet presAssocID="{ACF3C9E8-13BE-4F99-821A-BBECFC65A972}" presName="spacer" presStyleCnt="0"/>
      <dgm:spPr/>
    </dgm:pt>
    <dgm:pt modelId="{CE1B4FEA-90C2-4632-8396-47885D5A12F9}" type="pres">
      <dgm:prSet presAssocID="{DC407E49-3497-4246-AD98-E5A9C1ED52BC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9EA7703-2C1C-49C1-AA86-C0B94FFC11A1}" srcId="{70068A33-3B0B-4E3C-8DD8-4439AEEFBE96}" destId="{E42100FD-EE96-4FAA-93DB-93FFB9445C11}" srcOrd="2" destOrd="0" parTransId="{BA3BCFB4-68D2-4109-8B8D-2E5970692A10}" sibTransId="{ACF3C9E8-13BE-4F99-821A-BBECFC65A972}"/>
    <dgm:cxn modelId="{A4173B12-86F2-40D1-98E2-057ED8F5A7B2}" type="presOf" srcId="{E64F561D-9C49-4CA2-BC4E-E569F1F6ED7E}" destId="{D669A40C-CA39-4C4F-AACE-E4D7D2A750D2}" srcOrd="0" destOrd="0" presId="urn:microsoft.com/office/officeart/2005/8/layout/vList2"/>
    <dgm:cxn modelId="{FDA23688-54FC-4A0D-8E32-E9E43B716B1C}" type="presOf" srcId="{AF686B82-70FE-42FB-9306-DC3EB9405F94}" destId="{E5ED62AF-E167-4FD4-9FF4-9A763BBB505D}" srcOrd="0" destOrd="0" presId="urn:microsoft.com/office/officeart/2005/8/layout/vList2"/>
    <dgm:cxn modelId="{396566AA-E5F2-4DA3-AAC5-C077DB59795C}" type="presOf" srcId="{70068A33-3B0B-4E3C-8DD8-4439AEEFBE96}" destId="{468C81A6-722C-47E8-AB0E-F2E860770826}" srcOrd="0" destOrd="0" presId="urn:microsoft.com/office/officeart/2005/8/layout/vList2"/>
    <dgm:cxn modelId="{CBC020B7-3AAE-4E85-AC9C-F3614ED36618}" srcId="{70068A33-3B0B-4E3C-8DD8-4439AEEFBE96}" destId="{DC407E49-3497-4246-AD98-E5A9C1ED52BC}" srcOrd="3" destOrd="0" parTransId="{19B887B7-3657-44FC-AA95-6456104CA574}" sibTransId="{BB91CFC6-093D-495A-8D73-ADB89C073C4C}"/>
    <dgm:cxn modelId="{3EE419C5-71A5-456B-AF05-E7822AEFF82E}" type="presOf" srcId="{DC407E49-3497-4246-AD98-E5A9C1ED52BC}" destId="{CE1B4FEA-90C2-4632-8396-47885D5A12F9}" srcOrd="0" destOrd="0" presId="urn:microsoft.com/office/officeart/2005/8/layout/vList2"/>
    <dgm:cxn modelId="{D77C84E5-6139-459F-8E75-88EE63E7088D}" srcId="{70068A33-3B0B-4E3C-8DD8-4439AEEFBE96}" destId="{E64F561D-9C49-4CA2-BC4E-E569F1F6ED7E}" srcOrd="1" destOrd="0" parTransId="{7A0DCEC2-1E27-4CE3-BC59-B5AF2D6E159D}" sibTransId="{567595AF-72BA-4211-80B5-BC574CF0953B}"/>
    <dgm:cxn modelId="{23F28EF1-C538-4CD2-BBA2-34AD6A6DE882}" type="presOf" srcId="{E42100FD-EE96-4FAA-93DB-93FFB9445C11}" destId="{DADE15E4-2C29-4814-8B4E-64CA8B88A9BE}" srcOrd="0" destOrd="0" presId="urn:microsoft.com/office/officeart/2005/8/layout/vList2"/>
    <dgm:cxn modelId="{B2A22DF5-4CD8-4385-BD80-83150521E20B}" srcId="{70068A33-3B0B-4E3C-8DD8-4439AEEFBE96}" destId="{AF686B82-70FE-42FB-9306-DC3EB9405F94}" srcOrd="0" destOrd="0" parTransId="{FFF0A356-A27F-4116-9013-66387AECB1C1}" sibTransId="{BD3A0BEE-2CD9-4483-B682-350BE66973CB}"/>
    <dgm:cxn modelId="{3C29C89E-DFAB-4D79-8A7F-891EF54C0890}" type="presParOf" srcId="{468C81A6-722C-47E8-AB0E-F2E860770826}" destId="{E5ED62AF-E167-4FD4-9FF4-9A763BBB505D}" srcOrd="0" destOrd="0" presId="urn:microsoft.com/office/officeart/2005/8/layout/vList2"/>
    <dgm:cxn modelId="{03611A7F-1EB3-4121-9427-9DAA73E9C439}" type="presParOf" srcId="{468C81A6-722C-47E8-AB0E-F2E860770826}" destId="{C1468D79-2752-4651-9565-77457F6D44D0}" srcOrd="1" destOrd="0" presId="urn:microsoft.com/office/officeart/2005/8/layout/vList2"/>
    <dgm:cxn modelId="{116921A3-874B-425B-A7CA-42A5E678C6FA}" type="presParOf" srcId="{468C81A6-722C-47E8-AB0E-F2E860770826}" destId="{D669A40C-CA39-4C4F-AACE-E4D7D2A750D2}" srcOrd="2" destOrd="0" presId="urn:microsoft.com/office/officeart/2005/8/layout/vList2"/>
    <dgm:cxn modelId="{93CA8AA1-F6F2-4800-BFDA-6AB572B43E26}" type="presParOf" srcId="{468C81A6-722C-47E8-AB0E-F2E860770826}" destId="{62E98C09-E142-45A9-B0D5-2DAD51542DD7}" srcOrd="3" destOrd="0" presId="urn:microsoft.com/office/officeart/2005/8/layout/vList2"/>
    <dgm:cxn modelId="{BC808FA1-BA05-4568-B7E8-991CDBBB71A2}" type="presParOf" srcId="{468C81A6-722C-47E8-AB0E-F2E860770826}" destId="{DADE15E4-2C29-4814-8B4E-64CA8B88A9BE}" srcOrd="4" destOrd="0" presId="urn:microsoft.com/office/officeart/2005/8/layout/vList2"/>
    <dgm:cxn modelId="{5BA0781C-47C4-4499-AB7B-57A14A3C2A68}" type="presParOf" srcId="{468C81A6-722C-47E8-AB0E-F2E860770826}" destId="{B0280F55-069C-4922-BBCF-E57F7AF7C29B}" srcOrd="5" destOrd="0" presId="urn:microsoft.com/office/officeart/2005/8/layout/vList2"/>
    <dgm:cxn modelId="{BCFAB36C-BE79-486D-BE30-11BEB29A7FF5}" type="presParOf" srcId="{468C81A6-722C-47E8-AB0E-F2E860770826}" destId="{CE1B4FEA-90C2-4632-8396-47885D5A12F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2BEA7FC-8736-4725-B633-C3D1F3D98B40}" type="doc">
      <dgm:prSet loTypeId="urn:microsoft.com/office/officeart/2005/8/layout/process4" loCatId="process" qsTypeId="urn:microsoft.com/office/officeart/2005/8/quickstyle/simple4#5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4360BF2E-1908-49A1-9C8F-8217136316D7}">
      <dgm:prSet/>
      <dgm:spPr/>
      <dgm:t>
        <a:bodyPr/>
        <a:lstStyle/>
        <a:p>
          <a:r>
            <a:rPr lang="da-DK"/>
            <a:t>En emulgator er et stof der kan stabilisere en emulsion, dvs. få to ellers ikke-blandbare væsker til at være blandbare</a:t>
          </a:r>
          <a:endParaRPr lang="en-US"/>
        </a:p>
      </dgm:t>
    </dgm:pt>
    <dgm:pt modelId="{370271B1-978F-49CD-84ED-07538543DB1E}" type="parTrans" cxnId="{FE4142DC-B7E5-4836-AE01-C68F8721ED2C}">
      <dgm:prSet/>
      <dgm:spPr/>
      <dgm:t>
        <a:bodyPr/>
        <a:lstStyle/>
        <a:p>
          <a:endParaRPr lang="en-US"/>
        </a:p>
      </dgm:t>
    </dgm:pt>
    <dgm:pt modelId="{886F9BE9-637A-4084-805C-85CADCF490DD}" type="sibTrans" cxnId="{FE4142DC-B7E5-4836-AE01-C68F8721ED2C}">
      <dgm:prSet/>
      <dgm:spPr/>
      <dgm:t>
        <a:bodyPr/>
        <a:lstStyle/>
        <a:p>
          <a:endParaRPr lang="en-US"/>
        </a:p>
      </dgm:t>
    </dgm:pt>
    <dgm:pt modelId="{207B93D2-1E2F-49B6-9D39-31CD55262F7E}">
      <dgm:prSet/>
      <dgm:spPr/>
      <dgm:t>
        <a:bodyPr/>
        <a:lstStyle/>
        <a:p>
          <a:r>
            <a:rPr lang="da-DK"/>
            <a:t>En emulgator skal bygge bro mellem et polært stof (fx vand) og et upolært (fx olie)</a:t>
          </a:r>
          <a:endParaRPr lang="en-US"/>
        </a:p>
      </dgm:t>
    </dgm:pt>
    <dgm:pt modelId="{DEA78A93-1660-4629-91C5-E37630746604}" type="parTrans" cxnId="{D4C498C0-9165-427A-B1E0-C4A13AC2E7D3}">
      <dgm:prSet/>
      <dgm:spPr/>
      <dgm:t>
        <a:bodyPr/>
        <a:lstStyle/>
        <a:p>
          <a:endParaRPr lang="en-US"/>
        </a:p>
      </dgm:t>
    </dgm:pt>
    <dgm:pt modelId="{2BA76B53-DC5A-4A9D-820B-B3B6D5CCABBF}" type="sibTrans" cxnId="{D4C498C0-9165-427A-B1E0-C4A13AC2E7D3}">
      <dgm:prSet/>
      <dgm:spPr/>
      <dgm:t>
        <a:bodyPr/>
        <a:lstStyle/>
        <a:p>
          <a:endParaRPr lang="en-US"/>
        </a:p>
      </dgm:t>
    </dgm:pt>
    <dgm:pt modelId="{7EB082D1-63F0-46FD-86C4-162A88963F61}" type="pres">
      <dgm:prSet presAssocID="{62BEA7FC-8736-4725-B633-C3D1F3D98B40}" presName="Name0" presStyleCnt="0">
        <dgm:presLayoutVars>
          <dgm:dir/>
          <dgm:animLvl val="lvl"/>
          <dgm:resizeHandles val="exact"/>
        </dgm:presLayoutVars>
      </dgm:prSet>
      <dgm:spPr/>
    </dgm:pt>
    <dgm:pt modelId="{2FC57A2F-21F0-4F75-B459-B7F4F4E3A1EA}" type="pres">
      <dgm:prSet presAssocID="{207B93D2-1E2F-49B6-9D39-31CD55262F7E}" presName="boxAndChildren" presStyleCnt="0"/>
      <dgm:spPr/>
    </dgm:pt>
    <dgm:pt modelId="{C62D9841-4B75-409E-A1DC-72802FF559B4}" type="pres">
      <dgm:prSet presAssocID="{207B93D2-1E2F-49B6-9D39-31CD55262F7E}" presName="parentTextBox" presStyleLbl="node1" presStyleIdx="0" presStyleCnt="2"/>
      <dgm:spPr/>
    </dgm:pt>
    <dgm:pt modelId="{DF16C84C-C6AC-4EE8-9D29-656DBCEEC1AE}" type="pres">
      <dgm:prSet presAssocID="{886F9BE9-637A-4084-805C-85CADCF490DD}" presName="sp" presStyleCnt="0"/>
      <dgm:spPr/>
    </dgm:pt>
    <dgm:pt modelId="{B2DB836A-C308-4B7F-B461-D9001E01A017}" type="pres">
      <dgm:prSet presAssocID="{4360BF2E-1908-49A1-9C8F-8217136316D7}" presName="arrowAndChildren" presStyleCnt="0"/>
      <dgm:spPr/>
    </dgm:pt>
    <dgm:pt modelId="{4C900C67-8694-4A31-B3D6-789C018492B2}" type="pres">
      <dgm:prSet presAssocID="{4360BF2E-1908-49A1-9C8F-8217136316D7}" presName="parentTextArrow" presStyleLbl="node1" presStyleIdx="1" presStyleCnt="2"/>
      <dgm:spPr/>
    </dgm:pt>
  </dgm:ptLst>
  <dgm:cxnLst>
    <dgm:cxn modelId="{6274D31E-7601-422C-86A6-ECE96B5A52F6}" type="presOf" srcId="{207B93D2-1E2F-49B6-9D39-31CD55262F7E}" destId="{C62D9841-4B75-409E-A1DC-72802FF559B4}" srcOrd="0" destOrd="0" presId="urn:microsoft.com/office/officeart/2005/8/layout/process4"/>
    <dgm:cxn modelId="{83FF6A1F-48E2-4D85-967A-7F65B11628C7}" type="presOf" srcId="{62BEA7FC-8736-4725-B633-C3D1F3D98B40}" destId="{7EB082D1-63F0-46FD-86C4-162A88963F61}" srcOrd="0" destOrd="0" presId="urn:microsoft.com/office/officeart/2005/8/layout/process4"/>
    <dgm:cxn modelId="{D0F94050-49A6-43CA-97A4-DD1E4A065890}" type="presOf" srcId="{4360BF2E-1908-49A1-9C8F-8217136316D7}" destId="{4C900C67-8694-4A31-B3D6-789C018492B2}" srcOrd="0" destOrd="0" presId="urn:microsoft.com/office/officeart/2005/8/layout/process4"/>
    <dgm:cxn modelId="{D4C498C0-9165-427A-B1E0-C4A13AC2E7D3}" srcId="{62BEA7FC-8736-4725-B633-C3D1F3D98B40}" destId="{207B93D2-1E2F-49B6-9D39-31CD55262F7E}" srcOrd="1" destOrd="0" parTransId="{DEA78A93-1660-4629-91C5-E37630746604}" sibTransId="{2BA76B53-DC5A-4A9D-820B-B3B6D5CCABBF}"/>
    <dgm:cxn modelId="{FE4142DC-B7E5-4836-AE01-C68F8721ED2C}" srcId="{62BEA7FC-8736-4725-B633-C3D1F3D98B40}" destId="{4360BF2E-1908-49A1-9C8F-8217136316D7}" srcOrd="0" destOrd="0" parTransId="{370271B1-978F-49CD-84ED-07538543DB1E}" sibTransId="{886F9BE9-637A-4084-805C-85CADCF490DD}"/>
    <dgm:cxn modelId="{66724E3B-F523-4A65-815C-550C75465082}" type="presParOf" srcId="{7EB082D1-63F0-46FD-86C4-162A88963F61}" destId="{2FC57A2F-21F0-4F75-B459-B7F4F4E3A1EA}" srcOrd="0" destOrd="0" presId="urn:microsoft.com/office/officeart/2005/8/layout/process4"/>
    <dgm:cxn modelId="{D4F49B5D-83BA-476D-B0AC-ED695B8A9A4F}" type="presParOf" srcId="{2FC57A2F-21F0-4F75-B459-B7F4F4E3A1EA}" destId="{C62D9841-4B75-409E-A1DC-72802FF559B4}" srcOrd="0" destOrd="0" presId="urn:microsoft.com/office/officeart/2005/8/layout/process4"/>
    <dgm:cxn modelId="{5994ECA0-2FD5-4DD5-92D4-F329023776CE}" type="presParOf" srcId="{7EB082D1-63F0-46FD-86C4-162A88963F61}" destId="{DF16C84C-C6AC-4EE8-9D29-656DBCEEC1AE}" srcOrd="1" destOrd="0" presId="urn:microsoft.com/office/officeart/2005/8/layout/process4"/>
    <dgm:cxn modelId="{1AE56F72-CF3F-47AF-BE06-7D91728D8361}" type="presParOf" srcId="{7EB082D1-63F0-46FD-86C4-162A88963F61}" destId="{B2DB836A-C308-4B7F-B461-D9001E01A017}" srcOrd="2" destOrd="0" presId="urn:microsoft.com/office/officeart/2005/8/layout/process4"/>
    <dgm:cxn modelId="{DD27B09A-7F1E-415D-A65B-093221BFF0CA}" type="presParOf" srcId="{B2DB836A-C308-4B7F-B461-D9001E01A017}" destId="{4C900C67-8694-4A31-B3D6-789C018492B2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B5071E8D-6AFF-48AE-9A22-1165200077FF}" type="doc">
      <dgm:prSet loTypeId="urn:microsoft.com/office/officeart/2005/8/layout/vList2" loCatId="list" qsTypeId="urn:microsoft.com/office/officeart/2005/8/quickstyle/simple4#6" qsCatId="simple" csTypeId="urn:microsoft.com/office/officeart/2005/8/colors/colorful2#12" csCatId="colorful"/>
      <dgm:spPr/>
      <dgm:t>
        <a:bodyPr/>
        <a:lstStyle/>
        <a:p>
          <a:endParaRPr lang="en-US"/>
        </a:p>
      </dgm:t>
    </dgm:pt>
    <dgm:pt modelId="{BEC60616-AA42-425C-B4BB-C4600F6FE653}">
      <dgm:prSet/>
      <dgm:spPr/>
      <dgm:t>
        <a:bodyPr/>
        <a:lstStyle/>
        <a:p>
          <a:r>
            <a:rPr lang="da-DK"/>
            <a:t>Emulgatorer bruges meget i fødevareindustrien</a:t>
          </a:r>
          <a:endParaRPr lang="en-US"/>
        </a:p>
      </dgm:t>
    </dgm:pt>
    <dgm:pt modelId="{377B6892-5529-4921-A0DB-8008B00ECDB0}" type="parTrans" cxnId="{6F5A6087-9BF0-4F28-895A-F018525C7026}">
      <dgm:prSet/>
      <dgm:spPr/>
      <dgm:t>
        <a:bodyPr/>
        <a:lstStyle/>
        <a:p>
          <a:endParaRPr lang="en-US"/>
        </a:p>
      </dgm:t>
    </dgm:pt>
    <dgm:pt modelId="{54B9DFE5-1A5B-4C0B-BDF7-BD9FAACB9C50}" type="sibTrans" cxnId="{6F5A6087-9BF0-4F28-895A-F018525C7026}">
      <dgm:prSet/>
      <dgm:spPr/>
      <dgm:t>
        <a:bodyPr/>
        <a:lstStyle/>
        <a:p>
          <a:endParaRPr lang="en-US"/>
        </a:p>
      </dgm:t>
    </dgm:pt>
    <dgm:pt modelId="{E9AAB219-3878-41E2-BFB8-30A44F5EF6A7}">
      <dgm:prSet/>
      <dgm:spPr/>
      <dgm:t>
        <a:bodyPr/>
        <a:lstStyle/>
        <a:p>
          <a:r>
            <a:rPr lang="da-DK"/>
            <a:t>Det er fx emulgator der kan få vand og olie til at hænge sammen i margarine</a:t>
          </a:r>
          <a:endParaRPr lang="en-US"/>
        </a:p>
      </dgm:t>
    </dgm:pt>
    <dgm:pt modelId="{32FEBD9F-EAA9-450D-8769-A4D80208898D}" type="parTrans" cxnId="{3A5F7261-B23E-4448-9E4D-7E33732DDA56}">
      <dgm:prSet/>
      <dgm:spPr/>
      <dgm:t>
        <a:bodyPr/>
        <a:lstStyle/>
        <a:p>
          <a:endParaRPr lang="en-US"/>
        </a:p>
      </dgm:t>
    </dgm:pt>
    <dgm:pt modelId="{F14D60C4-3A0F-4ABF-92DF-8B94D02BB851}" type="sibTrans" cxnId="{3A5F7261-B23E-4448-9E4D-7E33732DDA56}">
      <dgm:prSet/>
      <dgm:spPr/>
      <dgm:t>
        <a:bodyPr/>
        <a:lstStyle/>
        <a:p>
          <a:endParaRPr lang="en-US"/>
        </a:p>
      </dgm:t>
    </dgm:pt>
    <dgm:pt modelId="{E0E0E42C-82C0-4CF4-B707-18DEB1ED5160}">
      <dgm:prSet/>
      <dgm:spPr/>
      <dgm:t>
        <a:bodyPr/>
        <a:lstStyle/>
        <a:p>
          <a:r>
            <a:rPr lang="da-DK"/>
            <a:t>Danmark har en stor emulgator-industri</a:t>
          </a:r>
          <a:endParaRPr lang="en-US"/>
        </a:p>
      </dgm:t>
    </dgm:pt>
    <dgm:pt modelId="{272B364F-751C-45E3-84AD-3BB39EB022B8}" type="parTrans" cxnId="{E2970CDA-3153-4CC5-81EE-C352D2890174}">
      <dgm:prSet/>
      <dgm:spPr/>
      <dgm:t>
        <a:bodyPr/>
        <a:lstStyle/>
        <a:p>
          <a:endParaRPr lang="en-US"/>
        </a:p>
      </dgm:t>
    </dgm:pt>
    <dgm:pt modelId="{E5065993-EBA1-4A5B-ACA7-14AC17222EE7}" type="sibTrans" cxnId="{E2970CDA-3153-4CC5-81EE-C352D2890174}">
      <dgm:prSet/>
      <dgm:spPr/>
      <dgm:t>
        <a:bodyPr/>
        <a:lstStyle/>
        <a:p>
          <a:endParaRPr lang="en-US"/>
        </a:p>
      </dgm:t>
    </dgm:pt>
    <dgm:pt modelId="{2661827C-0B5C-4B96-9F97-E305E0DC74F2}" type="pres">
      <dgm:prSet presAssocID="{B5071E8D-6AFF-48AE-9A22-1165200077FF}" presName="linear" presStyleCnt="0">
        <dgm:presLayoutVars>
          <dgm:animLvl val="lvl"/>
          <dgm:resizeHandles val="exact"/>
        </dgm:presLayoutVars>
      </dgm:prSet>
      <dgm:spPr/>
    </dgm:pt>
    <dgm:pt modelId="{2B0B107C-D9B0-499B-85CE-CE935DB68BAB}" type="pres">
      <dgm:prSet presAssocID="{BEC60616-AA42-425C-B4BB-C4600F6FE65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2E3B668-BE34-4535-BE2E-D47DE04F25B8}" type="pres">
      <dgm:prSet presAssocID="{54B9DFE5-1A5B-4C0B-BDF7-BD9FAACB9C50}" presName="spacer" presStyleCnt="0"/>
      <dgm:spPr/>
    </dgm:pt>
    <dgm:pt modelId="{12407FEE-B5EF-47F9-BF24-F1673130A403}" type="pres">
      <dgm:prSet presAssocID="{E9AAB219-3878-41E2-BFB8-30A44F5EF6A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EC45155-9E9D-4176-AD47-E2A930A37BA0}" type="pres">
      <dgm:prSet presAssocID="{F14D60C4-3A0F-4ABF-92DF-8B94D02BB851}" presName="spacer" presStyleCnt="0"/>
      <dgm:spPr/>
    </dgm:pt>
    <dgm:pt modelId="{77A6B344-F877-4AB3-9373-F6E7A41FD0F9}" type="pres">
      <dgm:prSet presAssocID="{E0E0E42C-82C0-4CF4-B707-18DEB1ED516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A5F7261-B23E-4448-9E4D-7E33732DDA56}" srcId="{B5071E8D-6AFF-48AE-9A22-1165200077FF}" destId="{E9AAB219-3878-41E2-BFB8-30A44F5EF6A7}" srcOrd="1" destOrd="0" parTransId="{32FEBD9F-EAA9-450D-8769-A4D80208898D}" sibTransId="{F14D60C4-3A0F-4ABF-92DF-8B94D02BB851}"/>
    <dgm:cxn modelId="{0E719C80-597F-4900-B6A8-BB4CB4444B0B}" type="presOf" srcId="{B5071E8D-6AFF-48AE-9A22-1165200077FF}" destId="{2661827C-0B5C-4B96-9F97-E305E0DC74F2}" srcOrd="0" destOrd="0" presId="urn:microsoft.com/office/officeart/2005/8/layout/vList2"/>
    <dgm:cxn modelId="{6F5A6087-9BF0-4F28-895A-F018525C7026}" srcId="{B5071E8D-6AFF-48AE-9A22-1165200077FF}" destId="{BEC60616-AA42-425C-B4BB-C4600F6FE653}" srcOrd="0" destOrd="0" parTransId="{377B6892-5529-4921-A0DB-8008B00ECDB0}" sibTransId="{54B9DFE5-1A5B-4C0B-BDF7-BD9FAACB9C50}"/>
    <dgm:cxn modelId="{5510AB92-99B1-415F-99DC-9C1A21A64181}" type="presOf" srcId="{BEC60616-AA42-425C-B4BB-C4600F6FE653}" destId="{2B0B107C-D9B0-499B-85CE-CE935DB68BAB}" srcOrd="0" destOrd="0" presId="urn:microsoft.com/office/officeart/2005/8/layout/vList2"/>
    <dgm:cxn modelId="{53F435AD-3CBB-4D2F-A95F-C9D0E6E55378}" type="presOf" srcId="{E0E0E42C-82C0-4CF4-B707-18DEB1ED5160}" destId="{77A6B344-F877-4AB3-9373-F6E7A41FD0F9}" srcOrd="0" destOrd="0" presId="urn:microsoft.com/office/officeart/2005/8/layout/vList2"/>
    <dgm:cxn modelId="{E2970CDA-3153-4CC5-81EE-C352D2890174}" srcId="{B5071E8D-6AFF-48AE-9A22-1165200077FF}" destId="{E0E0E42C-82C0-4CF4-B707-18DEB1ED5160}" srcOrd="2" destOrd="0" parTransId="{272B364F-751C-45E3-84AD-3BB39EB022B8}" sibTransId="{E5065993-EBA1-4A5B-ACA7-14AC17222EE7}"/>
    <dgm:cxn modelId="{D28561DD-9788-4B4B-B03C-62C7CA8CE35D}" type="presOf" srcId="{E9AAB219-3878-41E2-BFB8-30A44F5EF6A7}" destId="{12407FEE-B5EF-47F9-BF24-F1673130A403}" srcOrd="0" destOrd="0" presId="urn:microsoft.com/office/officeart/2005/8/layout/vList2"/>
    <dgm:cxn modelId="{FF66ED3B-95E8-4020-8E2D-5C830397A504}" type="presParOf" srcId="{2661827C-0B5C-4B96-9F97-E305E0DC74F2}" destId="{2B0B107C-D9B0-499B-85CE-CE935DB68BAB}" srcOrd="0" destOrd="0" presId="urn:microsoft.com/office/officeart/2005/8/layout/vList2"/>
    <dgm:cxn modelId="{69C83FD3-2B3C-4412-9C6E-6140D1A606DA}" type="presParOf" srcId="{2661827C-0B5C-4B96-9F97-E305E0DC74F2}" destId="{92E3B668-BE34-4535-BE2E-D47DE04F25B8}" srcOrd="1" destOrd="0" presId="urn:microsoft.com/office/officeart/2005/8/layout/vList2"/>
    <dgm:cxn modelId="{87CEEF3F-0B44-4832-A8F1-428F0407F3BF}" type="presParOf" srcId="{2661827C-0B5C-4B96-9F97-E305E0DC74F2}" destId="{12407FEE-B5EF-47F9-BF24-F1673130A403}" srcOrd="2" destOrd="0" presId="urn:microsoft.com/office/officeart/2005/8/layout/vList2"/>
    <dgm:cxn modelId="{6BAE1F07-73DD-4155-85F7-541A0815F2F1}" type="presParOf" srcId="{2661827C-0B5C-4B96-9F97-E305E0DC74F2}" destId="{8EC45155-9E9D-4176-AD47-E2A930A37BA0}" srcOrd="3" destOrd="0" presId="urn:microsoft.com/office/officeart/2005/8/layout/vList2"/>
    <dgm:cxn modelId="{191CBE05-31CC-4646-B83F-B321A591A631}" type="presParOf" srcId="{2661827C-0B5C-4B96-9F97-E305E0DC74F2}" destId="{77A6B344-F877-4AB3-9373-F6E7A41FD0F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DB3F55B-7BA7-49DD-98E6-1C5306F663C4}" type="doc">
      <dgm:prSet loTypeId="urn:microsoft.com/office/officeart/2018/2/layout/IconVerticalSolidList" loCatId="icon" qsTypeId="urn:microsoft.com/office/officeart/2005/8/quickstyle/simple1#60" qsCatId="simple" csTypeId="urn:microsoft.com/office/officeart/2005/8/colors/accent1_2#12" csCatId="accent1" phldr="1"/>
      <dgm:spPr/>
      <dgm:t>
        <a:bodyPr/>
        <a:lstStyle/>
        <a:p>
          <a:endParaRPr lang="en-US"/>
        </a:p>
      </dgm:t>
    </dgm:pt>
    <dgm:pt modelId="{4B88DAB0-74CD-4EA6-A059-5D10E2BF0FE4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Opgaver: 13-14</a:t>
          </a:r>
          <a:endParaRPr lang="en-US"/>
        </a:p>
      </dgm:t>
    </dgm:pt>
    <dgm:pt modelId="{5DBF2AF4-67F9-4534-A7B9-3C575A22F6CD}" type="parTrans" cxnId="{5FE21D61-3A55-44BE-B001-B9A2479CE1C6}">
      <dgm:prSet/>
      <dgm:spPr/>
      <dgm:t>
        <a:bodyPr/>
        <a:lstStyle/>
        <a:p>
          <a:endParaRPr lang="en-US"/>
        </a:p>
      </dgm:t>
    </dgm:pt>
    <dgm:pt modelId="{01AAB6FB-440B-4EA7-9FA6-7B7B413F4397}" type="sibTrans" cxnId="{5FE21D61-3A55-44BE-B001-B9A2479CE1C6}">
      <dgm:prSet/>
      <dgm:spPr/>
      <dgm:t>
        <a:bodyPr/>
        <a:lstStyle/>
        <a:p>
          <a:endParaRPr lang="en-US"/>
        </a:p>
      </dgm:t>
    </dgm:pt>
    <dgm:pt modelId="{28A0C52D-985D-498C-9C5E-842AD1E1ED04}">
      <dgm:prSet/>
      <dgm:spPr/>
      <dgm:t>
        <a:bodyPr/>
        <a:lstStyle/>
        <a:p>
          <a:pPr>
            <a:lnSpc>
              <a:spcPct val="100000"/>
            </a:lnSpc>
          </a:pPr>
          <a:r>
            <a:rPr lang="da-DK"/>
            <a:t>10 min.</a:t>
          </a:r>
          <a:endParaRPr lang="en-US"/>
        </a:p>
      </dgm:t>
    </dgm:pt>
    <dgm:pt modelId="{5CB257D6-4436-4D73-B108-AA7984973D4C}" type="parTrans" cxnId="{F566E5CC-D483-4C40-A241-8AD413360299}">
      <dgm:prSet/>
      <dgm:spPr/>
      <dgm:t>
        <a:bodyPr/>
        <a:lstStyle/>
        <a:p>
          <a:endParaRPr lang="en-US"/>
        </a:p>
      </dgm:t>
    </dgm:pt>
    <dgm:pt modelId="{9ADCA096-C9E7-4C13-9B6C-01D61A3C9B37}" type="sibTrans" cxnId="{F566E5CC-D483-4C40-A241-8AD413360299}">
      <dgm:prSet/>
      <dgm:spPr/>
      <dgm:t>
        <a:bodyPr/>
        <a:lstStyle/>
        <a:p>
          <a:endParaRPr lang="en-US"/>
        </a:p>
      </dgm:t>
    </dgm:pt>
    <dgm:pt modelId="{5DE2A9B2-F8D1-47B8-9580-9651DD87BA2F}" type="pres">
      <dgm:prSet presAssocID="{BDB3F55B-7BA7-49DD-98E6-1C5306F663C4}" presName="root" presStyleCnt="0">
        <dgm:presLayoutVars>
          <dgm:dir/>
          <dgm:resizeHandles val="exact"/>
        </dgm:presLayoutVars>
      </dgm:prSet>
      <dgm:spPr/>
    </dgm:pt>
    <dgm:pt modelId="{231959A0-01A6-4743-9CD4-9DB664AE3050}" type="pres">
      <dgm:prSet presAssocID="{4B88DAB0-74CD-4EA6-A059-5D10E2BF0FE4}" presName="compNode" presStyleCnt="0"/>
      <dgm:spPr/>
    </dgm:pt>
    <dgm:pt modelId="{D92C5CAE-B8A5-42DE-8151-16E025C73227}" type="pres">
      <dgm:prSet presAssocID="{4B88DAB0-74CD-4EA6-A059-5D10E2BF0FE4}" presName="bgRect" presStyleLbl="bgShp" presStyleIdx="0" presStyleCnt="2"/>
      <dgm:spPr/>
    </dgm:pt>
    <dgm:pt modelId="{B69DEEB3-66F3-4BD0-97DC-B0A1205E06B3}" type="pres">
      <dgm:prSet presAssocID="{4B88DAB0-74CD-4EA6-A059-5D10E2BF0FE4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ki"/>
        </a:ext>
      </dgm:extLst>
    </dgm:pt>
    <dgm:pt modelId="{7DAE59B1-5F4C-4EE9-A82C-E99F31CC78AA}" type="pres">
      <dgm:prSet presAssocID="{4B88DAB0-74CD-4EA6-A059-5D10E2BF0FE4}" presName="spaceRect" presStyleCnt="0"/>
      <dgm:spPr/>
    </dgm:pt>
    <dgm:pt modelId="{E24899FF-88B3-4068-9203-982C9A85F41F}" type="pres">
      <dgm:prSet presAssocID="{4B88DAB0-74CD-4EA6-A059-5D10E2BF0FE4}" presName="parTx" presStyleLbl="revTx" presStyleIdx="0" presStyleCnt="2">
        <dgm:presLayoutVars>
          <dgm:chMax val="0"/>
          <dgm:chPref val="0"/>
        </dgm:presLayoutVars>
      </dgm:prSet>
      <dgm:spPr/>
    </dgm:pt>
    <dgm:pt modelId="{07492424-79DD-49E6-A731-4FFF0C5F77E4}" type="pres">
      <dgm:prSet presAssocID="{01AAB6FB-440B-4EA7-9FA6-7B7B413F4397}" presName="sibTrans" presStyleCnt="0"/>
      <dgm:spPr/>
    </dgm:pt>
    <dgm:pt modelId="{A77A878C-3261-4474-9991-A1E80BC48296}" type="pres">
      <dgm:prSet presAssocID="{28A0C52D-985D-498C-9C5E-842AD1E1ED04}" presName="compNode" presStyleCnt="0"/>
      <dgm:spPr/>
    </dgm:pt>
    <dgm:pt modelId="{BC209E2C-3EA7-4291-87B5-BC33B3923E9B}" type="pres">
      <dgm:prSet presAssocID="{28A0C52D-985D-498C-9C5E-842AD1E1ED04}" presName="bgRect" presStyleLbl="bgShp" presStyleIdx="1" presStyleCnt="2"/>
      <dgm:spPr/>
    </dgm:pt>
    <dgm:pt modelId="{4FDA45C0-B057-4E84-8F08-B5AF16B54E21}" type="pres">
      <dgm:prSet presAssocID="{28A0C52D-985D-498C-9C5E-842AD1E1ED0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ur"/>
        </a:ext>
      </dgm:extLst>
    </dgm:pt>
    <dgm:pt modelId="{FC6B6205-709C-418C-AF98-D4999234FD35}" type="pres">
      <dgm:prSet presAssocID="{28A0C52D-985D-498C-9C5E-842AD1E1ED04}" presName="spaceRect" presStyleCnt="0"/>
      <dgm:spPr/>
    </dgm:pt>
    <dgm:pt modelId="{E0CE65E4-46F7-4847-890F-56F8578BE3DE}" type="pres">
      <dgm:prSet presAssocID="{28A0C52D-985D-498C-9C5E-842AD1E1ED0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FE21D61-3A55-44BE-B001-B9A2479CE1C6}" srcId="{BDB3F55B-7BA7-49DD-98E6-1C5306F663C4}" destId="{4B88DAB0-74CD-4EA6-A059-5D10E2BF0FE4}" srcOrd="0" destOrd="0" parTransId="{5DBF2AF4-67F9-4534-A7B9-3C575A22F6CD}" sibTransId="{01AAB6FB-440B-4EA7-9FA6-7B7B413F4397}"/>
    <dgm:cxn modelId="{48E7065A-7AC2-41D8-A787-97DFC690BE2E}" type="presOf" srcId="{BDB3F55B-7BA7-49DD-98E6-1C5306F663C4}" destId="{5DE2A9B2-F8D1-47B8-9580-9651DD87BA2F}" srcOrd="0" destOrd="0" presId="urn:microsoft.com/office/officeart/2018/2/layout/IconVerticalSolidList"/>
    <dgm:cxn modelId="{AD2C327F-DE5D-48B6-A465-DE62DE0095EA}" type="presOf" srcId="{4B88DAB0-74CD-4EA6-A059-5D10E2BF0FE4}" destId="{E24899FF-88B3-4068-9203-982C9A85F41F}" srcOrd="0" destOrd="0" presId="urn:microsoft.com/office/officeart/2018/2/layout/IconVerticalSolidList"/>
    <dgm:cxn modelId="{C27AEDB9-F5EA-484A-B99C-3CD8C5DE401B}" type="presOf" srcId="{28A0C52D-985D-498C-9C5E-842AD1E1ED04}" destId="{E0CE65E4-46F7-4847-890F-56F8578BE3DE}" srcOrd="0" destOrd="0" presId="urn:microsoft.com/office/officeart/2018/2/layout/IconVerticalSolidList"/>
    <dgm:cxn modelId="{F566E5CC-D483-4C40-A241-8AD413360299}" srcId="{BDB3F55B-7BA7-49DD-98E6-1C5306F663C4}" destId="{28A0C52D-985D-498C-9C5E-842AD1E1ED04}" srcOrd="1" destOrd="0" parTransId="{5CB257D6-4436-4D73-B108-AA7984973D4C}" sibTransId="{9ADCA096-C9E7-4C13-9B6C-01D61A3C9B37}"/>
    <dgm:cxn modelId="{25348AD4-6089-4BB3-A038-34C246D6ACA1}" type="presParOf" srcId="{5DE2A9B2-F8D1-47B8-9580-9651DD87BA2F}" destId="{231959A0-01A6-4743-9CD4-9DB664AE3050}" srcOrd="0" destOrd="0" presId="urn:microsoft.com/office/officeart/2018/2/layout/IconVerticalSolidList"/>
    <dgm:cxn modelId="{DC67A321-0776-4029-8193-4C0C1CF1D9BC}" type="presParOf" srcId="{231959A0-01A6-4743-9CD4-9DB664AE3050}" destId="{D92C5CAE-B8A5-42DE-8151-16E025C73227}" srcOrd="0" destOrd="0" presId="urn:microsoft.com/office/officeart/2018/2/layout/IconVerticalSolidList"/>
    <dgm:cxn modelId="{0225BB9A-691D-4558-A2D6-D3097AE44872}" type="presParOf" srcId="{231959A0-01A6-4743-9CD4-9DB664AE3050}" destId="{B69DEEB3-66F3-4BD0-97DC-B0A1205E06B3}" srcOrd="1" destOrd="0" presId="urn:microsoft.com/office/officeart/2018/2/layout/IconVerticalSolidList"/>
    <dgm:cxn modelId="{5427A3FA-31F0-477B-8640-427DD0DB3766}" type="presParOf" srcId="{231959A0-01A6-4743-9CD4-9DB664AE3050}" destId="{7DAE59B1-5F4C-4EE9-A82C-E99F31CC78AA}" srcOrd="2" destOrd="0" presId="urn:microsoft.com/office/officeart/2018/2/layout/IconVerticalSolidList"/>
    <dgm:cxn modelId="{BCB3CE8D-6BA5-49A1-9E9D-32EB524C2492}" type="presParOf" srcId="{231959A0-01A6-4743-9CD4-9DB664AE3050}" destId="{E24899FF-88B3-4068-9203-982C9A85F41F}" srcOrd="3" destOrd="0" presId="urn:microsoft.com/office/officeart/2018/2/layout/IconVerticalSolidList"/>
    <dgm:cxn modelId="{8E2206EC-99BD-40D0-BF03-3415F736014D}" type="presParOf" srcId="{5DE2A9B2-F8D1-47B8-9580-9651DD87BA2F}" destId="{07492424-79DD-49E6-A731-4FFF0C5F77E4}" srcOrd="1" destOrd="0" presId="urn:microsoft.com/office/officeart/2018/2/layout/IconVerticalSolidList"/>
    <dgm:cxn modelId="{D73BE790-1350-4A22-98C5-CD732FE0C1B7}" type="presParOf" srcId="{5DE2A9B2-F8D1-47B8-9580-9651DD87BA2F}" destId="{A77A878C-3261-4474-9991-A1E80BC48296}" srcOrd="2" destOrd="0" presId="urn:microsoft.com/office/officeart/2018/2/layout/IconVerticalSolidList"/>
    <dgm:cxn modelId="{3AB0357F-9940-42A5-AF03-E7B838EE23AB}" type="presParOf" srcId="{A77A878C-3261-4474-9991-A1E80BC48296}" destId="{BC209E2C-3EA7-4291-87B5-BC33B3923E9B}" srcOrd="0" destOrd="0" presId="urn:microsoft.com/office/officeart/2018/2/layout/IconVerticalSolidList"/>
    <dgm:cxn modelId="{C74BDC14-1B3A-432B-B660-AA05C25F3A3D}" type="presParOf" srcId="{A77A878C-3261-4474-9991-A1E80BC48296}" destId="{4FDA45C0-B057-4E84-8F08-B5AF16B54E21}" srcOrd="1" destOrd="0" presId="urn:microsoft.com/office/officeart/2018/2/layout/IconVerticalSolidList"/>
    <dgm:cxn modelId="{CE2E09E8-C9EC-4BAC-B67F-3A55F9AB6F6C}" type="presParOf" srcId="{A77A878C-3261-4474-9991-A1E80BC48296}" destId="{FC6B6205-709C-418C-AF98-D4999234FD35}" srcOrd="2" destOrd="0" presId="urn:microsoft.com/office/officeart/2018/2/layout/IconVerticalSolidList"/>
    <dgm:cxn modelId="{96D6D3E2-12EE-45B0-B4A2-F495771C2F19}" type="presParOf" srcId="{A77A878C-3261-4474-9991-A1E80BC48296}" destId="{E0CE65E4-46F7-4847-890F-56F8578BE3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F32C55-9428-4901-A1DA-6917C685A089}">
      <dsp:nvSpPr>
        <dsp:cNvPr id="0" name=""/>
        <dsp:cNvSpPr/>
      </dsp:nvSpPr>
      <dsp:spPr>
        <a:xfrm>
          <a:off x="4064000" y="2459823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9510"/>
              </a:lnTo>
              <a:lnTo>
                <a:pt x="2875309" y="249510"/>
              </a:lnTo>
              <a:lnTo>
                <a:pt x="2875309" y="49902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FFB4136-491F-435F-802F-DFD21090495E}">
      <dsp:nvSpPr>
        <dsp:cNvPr id="0" name=""/>
        <dsp:cNvSpPr/>
      </dsp:nvSpPr>
      <dsp:spPr>
        <a:xfrm>
          <a:off x="4018280" y="2459823"/>
          <a:ext cx="91440" cy="49902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9902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426CE8-6A05-4D2F-A44C-77EFA9C39E49}">
      <dsp:nvSpPr>
        <dsp:cNvPr id="0" name=""/>
        <dsp:cNvSpPr/>
      </dsp:nvSpPr>
      <dsp:spPr>
        <a:xfrm>
          <a:off x="1188690" y="2459823"/>
          <a:ext cx="2875309" cy="499020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249510"/>
              </a:lnTo>
              <a:lnTo>
                <a:pt x="0" y="249510"/>
              </a:lnTo>
              <a:lnTo>
                <a:pt x="0" y="499020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4CAF7A7-AA55-4C6D-952D-9E0C0235A8EF}">
      <dsp:nvSpPr>
        <dsp:cNvPr id="0" name=""/>
        <dsp:cNvSpPr/>
      </dsp:nvSpPr>
      <dsp:spPr>
        <a:xfrm>
          <a:off x="2875855" y="1271678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kern="1200" dirty="0"/>
            <a:t>Kemiske forbind.</a:t>
          </a:r>
        </a:p>
      </dsp:txBody>
      <dsp:txXfrm>
        <a:off x="2875855" y="1271678"/>
        <a:ext cx="2376289" cy="1188144"/>
      </dsp:txXfrm>
    </dsp:sp>
    <dsp:sp modelId="{4E42AFA4-D9E6-4351-8694-4ABA550BC046}">
      <dsp:nvSpPr>
        <dsp:cNvPr id="0" name=""/>
        <dsp:cNvSpPr/>
      </dsp:nvSpPr>
      <dsp:spPr>
        <a:xfrm>
          <a:off x="545" y="2958843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kern="1200" dirty="0" err="1"/>
            <a:t>Ionforb</a:t>
          </a:r>
          <a:r>
            <a:rPr lang="da-DK" sz="2300" kern="1200" dirty="0"/>
            <a:t>.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kern="1200" dirty="0"/>
            <a:t>M+IM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kern="1200" dirty="0"/>
            <a:t>Fx NaCl</a:t>
          </a:r>
        </a:p>
      </dsp:txBody>
      <dsp:txXfrm>
        <a:off x="545" y="2958843"/>
        <a:ext cx="2376289" cy="1188144"/>
      </dsp:txXfrm>
    </dsp:sp>
    <dsp:sp modelId="{CAE4C1CC-1BD4-4FF9-B822-3E969AE449B5}">
      <dsp:nvSpPr>
        <dsp:cNvPr id="0" name=""/>
        <dsp:cNvSpPr/>
      </dsp:nvSpPr>
      <dsp:spPr>
        <a:xfrm>
          <a:off x="2875855" y="2958843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kern="1200" dirty="0" err="1"/>
            <a:t>Molekylforb</a:t>
          </a:r>
          <a:r>
            <a:rPr lang="da-DK" sz="2300" kern="1200" dirty="0"/>
            <a:t>.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kern="1200" dirty="0"/>
            <a:t>IM+IM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kern="1200" dirty="0"/>
            <a:t>Fx H</a:t>
          </a:r>
          <a:r>
            <a:rPr lang="da-DK" sz="2300" kern="1200" baseline="-25000" dirty="0"/>
            <a:t>2</a:t>
          </a:r>
          <a:r>
            <a:rPr lang="da-DK" sz="2300" kern="1200" dirty="0"/>
            <a:t>O</a:t>
          </a:r>
        </a:p>
      </dsp:txBody>
      <dsp:txXfrm>
        <a:off x="2875855" y="2958843"/>
        <a:ext cx="2376289" cy="1188144"/>
      </dsp:txXfrm>
    </dsp:sp>
    <dsp:sp modelId="{0B919A68-51B8-428C-92F7-EE1C107FEA84}">
      <dsp:nvSpPr>
        <dsp:cNvPr id="0" name=""/>
        <dsp:cNvSpPr/>
      </dsp:nvSpPr>
      <dsp:spPr>
        <a:xfrm>
          <a:off x="5751165" y="2958843"/>
          <a:ext cx="2376289" cy="1188144"/>
        </a:xfrm>
        <a:prstGeom prst="rect">
          <a:avLst/>
        </a:prstGeom>
        <a:solidFill>
          <a:srgbClr val="00B0F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605" tIns="14605" rIns="14605" bIns="14605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kern="1200" dirty="0" err="1"/>
            <a:t>Metalforb</a:t>
          </a:r>
          <a:r>
            <a:rPr lang="da-DK" sz="2300" kern="1200" dirty="0"/>
            <a:t>.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kern="1200" dirty="0"/>
            <a:t>M+IM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300" kern="1200" dirty="0"/>
            <a:t>Fx </a:t>
          </a:r>
          <a:r>
            <a:rPr lang="da-DK" sz="2300" kern="1200" dirty="0" err="1"/>
            <a:t>CuZn</a:t>
          </a:r>
          <a:endParaRPr lang="da-DK" sz="2300" kern="1200" dirty="0"/>
        </a:p>
      </dsp:txBody>
      <dsp:txXfrm>
        <a:off x="5751165" y="2958843"/>
        <a:ext cx="2376289" cy="11881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C0B71D-6F8E-4C4B-982A-92CFE1474748}">
      <dsp:nvSpPr>
        <dsp:cNvPr id="0" name=""/>
        <dsp:cNvSpPr/>
      </dsp:nvSpPr>
      <dsp:spPr>
        <a:xfrm>
          <a:off x="4298156" y="1676832"/>
          <a:ext cx="3040976" cy="527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886"/>
              </a:lnTo>
              <a:lnTo>
                <a:pt x="3040976" y="263886"/>
              </a:lnTo>
              <a:lnTo>
                <a:pt x="3040976" y="52777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710426-7494-481D-B341-B37CAFA8A544}">
      <dsp:nvSpPr>
        <dsp:cNvPr id="0" name=""/>
        <dsp:cNvSpPr/>
      </dsp:nvSpPr>
      <dsp:spPr>
        <a:xfrm>
          <a:off x="4252436" y="1676832"/>
          <a:ext cx="91440" cy="5277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777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D5C545-344A-4FB4-9C95-1B5BEF43FE34}">
      <dsp:nvSpPr>
        <dsp:cNvPr id="0" name=""/>
        <dsp:cNvSpPr/>
      </dsp:nvSpPr>
      <dsp:spPr>
        <a:xfrm>
          <a:off x="1257179" y="1676832"/>
          <a:ext cx="3040976" cy="527772"/>
        </a:xfrm>
        <a:custGeom>
          <a:avLst/>
          <a:gdLst/>
          <a:ahLst/>
          <a:cxnLst/>
          <a:rect l="0" t="0" r="0" b="0"/>
          <a:pathLst>
            <a:path>
              <a:moveTo>
                <a:pt x="3040976" y="0"/>
              </a:moveTo>
              <a:lnTo>
                <a:pt x="3040976" y="263886"/>
              </a:lnTo>
              <a:lnTo>
                <a:pt x="0" y="263886"/>
              </a:lnTo>
              <a:lnTo>
                <a:pt x="0" y="52777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F357A2-16A5-4AC2-B11E-48137CA3A256}">
      <dsp:nvSpPr>
        <dsp:cNvPr id="0" name=""/>
        <dsp:cNvSpPr/>
      </dsp:nvSpPr>
      <dsp:spPr>
        <a:xfrm>
          <a:off x="3041553" y="420230"/>
          <a:ext cx="2513204" cy="1256602"/>
        </a:xfrm>
        <a:prstGeom prst="rect">
          <a:avLst/>
        </a:prstGeom>
        <a:solidFill>
          <a:srgbClr val="FFC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Kemiske forbindelser</a:t>
          </a:r>
        </a:p>
      </dsp:txBody>
      <dsp:txXfrm>
        <a:off x="3041553" y="420230"/>
        <a:ext cx="2513204" cy="1256602"/>
      </dsp:txXfrm>
    </dsp:sp>
    <dsp:sp modelId="{DAC989B8-D4F2-4607-8473-9ABDFE113004}">
      <dsp:nvSpPr>
        <dsp:cNvPr id="0" name=""/>
        <dsp:cNvSpPr/>
      </dsp:nvSpPr>
      <dsp:spPr>
        <a:xfrm>
          <a:off x="577" y="2204604"/>
          <a:ext cx="2513204" cy="12566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 err="1"/>
            <a:t>Upolære</a:t>
          </a:r>
          <a:r>
            <a:rPr lang="da-DK" sz="1900" kern="1200" dirty="0"/>
            <a:t> molekylforbindelser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IM+IM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>
              <a:latin typeface="Trebuchet MS" panose="020B0603020202020204" pitchFamily="34" charset="0"/>
            </a:rPr>
            <a:t>∆EN &lt; 0,5</a:t>
          </a:r>
          <a:endParaRPr lang="da-DK" sz="1900" kern="1200" dirty="0"/>
        </a:p>
      </dsp:txBody>
      <dsp:txXfrm>
        <a:off x="577" y="2204604"/>
        <a:ext cx="2513204" cy="1256602"/>
      </dsp:txXfrm>
    </dsp:sp>
    <dsp:sp modelId="{DE055A1B-23CF-4077-9932-9C11FA92C09E}">
      <dsp:nvSpPr>
        <dsp:cNvPr id="0" name=""/>
        <dsp:cNvSpPr/>
      </dsp:nvSpPr>
      <dsp:spPr>
        <a:xfrm>
          <a:off x="3041553" y="2204604"/>
          <a:ext cx="2513204" cy="1256602"/>
        </a:xfrm>
        <a:prstGeom prst="rect">
          <a:avLst/>
        </a:prstGeom>
        <a:solidFill>
          <a:srgbClr val="92D05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Polære molekylforbindelser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IM+IM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>
              <a:latin typeface="Trebuchet MS" panose="020B0603020202020204" pitchFamily="34" charset="0"/>
            </a:rPr>
            <a:t>∆EN &gt; 0,5</a:t>
          </a:r>
          <a:endParaRPr lang="da-DK" sz="1900" kern="1200" dirty="0"/>
        </a:p>
      </dsp:txBody>
      <dsp:txXfrm>
        <a:off x="3041553" y="2204604"/>
        <a:ext cx="2513204" cy="1256602"/>
      </dsp:txXfrm>
    </dsp:sp>
    <dsp:sp modelId="{308F2D09-4392-49B5-BBD8-25F407859720}">
      <dsp:nvSpPr>
        <dsp:cNvPr id="0" name=""/>
        <dsp:cNvSpPr/>
      </dsp:nvSpPr>
      <dsp:spPr>
        <a:xfrm>
          <a:off x="6082530" y="2204604"/>
          <a:ext cx="2513204" cy="1256602"/>
        </a:xfrm>
        <a:prstGeom prst="rect">
          <a:avLst/>
        </a:prstGeom>
        <a:solidFill>
          <a:srgbClr val="00B0F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Ionforbindelser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M+IM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>
              <a:latin typeface="Trebuchet MS" panose="020B0603020202020204" pitchFamily="34" charset="0"/>
            </a:rPr>
            <a:t>∆EN &gt; 1,8</a:t>
          </a:r>
          <a:endParaRPr lang="da-DK" sz="1900" kern="1200" dirty="0"/>
        </a:p>
      </dsp:txBody>
      <dsp:txXfrm>
        <a:off x="6082530" y="2204604"/>
        <a:ext cx="2513204" cy="125660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B6CEAA-5C0D-4C77-8CE5-D8D323D76BFC}">
      <dsp:nvSpPr>
        <dsp:cNvPr id="0" name=""/>
        <dsp:cNvSpPr/>
      </dsp:nvSpPr>
      <dsp:spPr>
        <a:xfrm>
          <a:off x="0" y="57990"/>
          <a:ext cx="6628804" cy="1544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000" kern="1200"/>
            <a:t>Opgaveark: opgaver kapitel 06.docx</a:t>
          </a:r>
          <a:endParaRPr lang="en-US" sz="4000" kern="1200"/>
        </a:p>
      </dsp:txBody>
      <dsp:txXfrm>
        <a:off x="75391" y="133381"/>
        <a:ext cx="6478022" cy="1393618"/>
      </dsp:txXfrm>
    </dsp:sp>
    <dsp:sp modelId="{FE419306-8277-40C7-A270-F1754D3990AF}">
      <dsp:nvSpPr>
        <dsp:cNvPr id="0" name=""/>
        <dsp:cNvSpPr/>
      </dsp:nvSpPr>
      <dsp:spPr>
        <a:xfrm>
          <a:off x="0" y="1717590"/>
          <a:ext cx="6628804" cy="1544400"/>
        </a:xfrm>
        <a:prstGeom prst="roundRect">
          <a:avLst/>
        </a:prstGeom>
        <a:gradFill rotWithShape="0">
          <a:gsLst>
            <a:gs pos="0">
              <a:schemeClr val="accent2">
                <a:hueOff val="-1482143"/>
                <a:satOff val="7100"/>
                <a:lumOff val="6569"/>
                <a:alphaOff val="0"/>
                <a:tint val="96000"/>
                <a:lumMod val="100000"/>
              </a:schemeClr>
            </a:gs>
            <a:gs pos="78000">
              <a:schemeClr val="accent2">
                <a:hueOff val="-1482143"/>
                <a:satOff val="7100"/>
                <a:lumOff val="6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000" kern="1200" dirty="0"/>
            <a:t>Opgaver: 1-7</a:t>
          </a:r>
          <a:endParaRPr lang="en-US" sz="4000" kern="1200" dirty="0"/>
        </a:p>
      </dsp:txBody>
      <dsp:txXfrm>
        <a:off x="75391" y="1792981"/>
        <a:ext cx="6478022" cy="1393618"/>
      </dsp:txXfrm>
    </dsp:sp>
    <dsp:sp modelId="{E78C16E1-0F3A-41B6-A49E-1E49DE1B627D}">
      <dsp:nvSpPr>
        <dsp:cNvPr id="0" name=""/>
        <dsp:cNvSpPr/>
      </dsp:nvSpPr>
      <dsp:spPr>
        <a:xfrm>
          <a:off x="0" y="3377190"/>
          <a:ext cx="6628804" cy="1544400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000" kern="1200" dirty="0"/>
            <a:t>30 min.</a:t>
          </a:r>
          <a:endParaRPr lang="en-US" sz="4000" kern="1200" dirty="0"/>
        </a:p>
      </dsp:txBody>
      <dsp:txXfrm>
        <a:off x="75391" y="3452581"/>
        <a:ext cx="6478022" cy="13936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60456D-A59D-4C35-B19C-CB0669A5DAE3}">
      <dsp:nvSpPr>
        <dsp:cNvPr id="0" name=""/>
        <dsp:cNvSpPr/>
      </dsp:nvSpPr>
      <dsp:spPr>
        <a:xfrm>
          <a:off x="0" y="665190"/>
          <a:ext cx="9618133" cy="12280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89EDEB-5866-4180-8F90-739C0DF146DD}">
      <dsp:nvSpPr>
        <dsp:cNvPr id="0" name=""/>
        <dsp:cNvSpPr/>
      </dsp:nvSpPr>
      <dsp:spPr>
        <a:xfrm>
          <a:off x="371483" y="941500"/>
          <a:ext cx="675424" cy="6754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59F143-5160-4F5C-B489-B655555D10F9}">
      <dsp:nvSpPr>
        <dsp:cNvPr id="0" name=""/>
        <dsp:cNvSpPr/>
      </dsp:nvSpPr>
      <dsp:spPr>
        <a:xfrm>
          <a:off x="1418391" y="665190"/>
          <a:ext cx="8199741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Opgaver: 8-11</a:t>
          </a:r>
          <a:endParaRPr lang="en-US" sz="2500" kern="1200" dirty="0"/>
        </a:p>
      </dsp:txBody>
      <dsp:txXfrm>
        <a:off x="1418391" y="665190"/>
        <a:ext cx="8199741" cy="1228044"/>
      </dsp:txXfrm>
    </dsp:sp>
    <dsp:sp modelId="{701EE349-DAA1-4422-9207-38688A202E02}">
      <dsp:nvSpPr>
        <dsp:cNvPr id="0" name=""/>
        <dsp:cNvSpPr/>
      </dsp:nvSpPr>
      <dsp:spPr>
        <a:xfrm>
          <a:off x="0" y="2200246"/>
          <a:ext cx="9618133" cy="122804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A4A497E-5ADF-4F7D-820B-272B0F91D118}">
      <dsp:nvSpPr>
        <dsp:cNvPr id="0" name=""/>
        <dsp:cNvSpPr/>
      </dsp:nvSpPr>
      <dsp:spPr>
        <a:xfrm>
          <a:off x="371483" y="2476556"/>
          <a:ext cx="675424" cy="6754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DA807C-409C-44E7-8AD1-9975F221D2B0}">
      <dsp:nvSpPr>
        <dsp:cNvPr id="0" name=""/>
        <dsp:cNvSpPr/>
      </dsp:nvSpPr>
      <dsp:spPr>
        <a:xfrm>
          <a:off x="1418391" y="2200246"/>
          <a:ext cx="8199741" cy="12280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9968" tIns="129968" rIns="129968" bIns="129968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 dirty="0"/>
            <a:t>15 min.</a:t>
          </a:r>
          <a:endParaRPr lang="en-US" sz="2500" kern="1200" dirty="0"/>
        </a:p>
      </dsp:txBody>
      <dsp:txXfrm>
        <a:off x="1418391" y="2200246"/>
        <a:ext cx="8199741" cy="12280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C0B71D-6F8E-4C4B-982A-92CFE1474748}">
      <dsp:nvSpPr>
        <dsp:cNvPr id="0" name=""/>
        <dsp:cNvSpPr/>
      </dsp:nvSpPr>
      <dsp:spPr>
        <a:xfrm>
          <a:off x="4298156" y="1676832"/>
          <a:ext cx="3040976" cy="52777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3886"/>
              </a:lnTo>
              <a:lnTo>
                <a:pt x="3040976" y="263886"/>
              </a:lnTo>
              <a:lnTo>
                <a:pt x="3040976" y="52777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5710426-7494-481D-B341-B37CAFA8A544}">
      <dsp:nvSpPr>
        <dsp:cNvPr id="0" name=""/>
        <dsp:cNvSpPr/>
      </dsp:nvSpPr>
      <dsp:spPr>
        <a:xfrm>
          <a:off x="4252436" y="1676832"/>
          <a:ext cx="91440" cy="52777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2777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D5C545-344A-4FB4-9C95-1B5BEF43FE34}">
      <dsp:nvSpPr>
        <dsp:cNvPr id="0" name=""/>
        <dsp:cNvSpPr/>
      </dsp:nvSpPr>
      <dsp:spPr>
        <a:xfrm>
          <a:off x="1257179" y="1676832"/>
          <a:ext cx="3040976" cy="527772"/>
        </a:xfrm>
        <a:custGeom>
          <a:avLst/>
          <a:gdLst/>
          <a:ahLst/>
          <a:cxnLst/>
          <a:rect l="0" t="0" r="0" b="0"/>
          <a:pathLst>
            <a:path>
              <a:moveTo>
                <a:pt x="3040976" y="0"/>
              </a:moveTo>
              <a:lnTo>
                <a:pt x="3040976" y="263886"/>
              </a:lnTo>
              <a:lnTo>
                <a:pt x="0" y="263886"/>
              </a:lnTo>
              <a:lnTo>
                <a:pt x="0" y="527772"/>
              </a:lnTo>
            </a:path>
          </a:pathLst>
        </a:custGeom>
        <a:noFill/>
        <a:ln w="19050" cap="rnd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CF357A2-16A5-4AC2-B11E-48137CA3A256}">
      <dsp:nvSpPr>
        <dsp:cNvPr id="0" name=""/>
        <dsp:cNvSpPr/>
      </dsp:nvSpPr>
      <dsp:spPr>
        <a:xfrm>
          <a:off x="3041553" y="420230"/>
          <a:ext cx="2513204" cy="1256602"/>
        </a:xfrm>
        <a:prstGeom prst="rect">
          <a:avLst/>
        </a:prstGeom>
        <a:solidFill>
          <a:srgbClr val="FFC00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Kemiske forbindelser</a:t>
          </a:r>
        </a:p>
      </dsp:txBody>
      <dsp:txXfrm>
        <a:off x="3041553" y="420230"/>
        <a:ext cx="2513204" cy="1256602"/>
      </dsp:txXfrm>
    </dsp:sp>
    <dsp:sp modelId="{DAC989B8-D4F2-4607-8473-9ABDFE113004}">
      <dsp:nvSpPr>
        <dsp:cNvPr id="0" name=""/>
        <dsp:cNvSpPr/>
      </dsp:nvSpPr>
      <dsp:spPr>
        <a:xfrm>
          <a:off x="577" y="2204604"/>
          <a:ext cx="2513204" cy="12566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 err="1"/>
            <a:t>Upolære</a:t>
          </a:r>
          <a:r>
            <a:rPr lang="da-DK" sz="1900" kern="1200" dirty="0"/>
            <a:t> molekylforbindelser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IM+IM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>
              <a:latin typeface="Trebuchet MS" panose="020B0603020202020204" pitchFamily="34" charset="0"/>
            </a:rPr>
            <a:t>∆EN &lt; 0,5</a:t>
          </a:r>
          <a:endParaRPr lang="da-DK" sz="1900" kern="1200" dirty="0"/>
        </a:p>
      </dsp:txBody>
      <dsp:txXfrm>
        <a:off x="577" y="2204604"/>
        <a:ext cx="2513204" cy="1256602"/>
      </dsp:txXfrm>
    </dsp:sp>
    <dsp:sp modelId="{DE055A1B-23CF-4077-9932-9C11FA92C09E}">
      <dsp:nvSpPr>
        <dsp:cNvPr id="0" name=""/>
        <dsp:cNvSpPr/>
      </dsp:nvSpPr>
      <dsp:spPr>
        <a:xfrm>
          <a:off x="3041553" y="2204604"/>
          <a:ext cx="2513204" cy="1256602"/>
        </a:xfrm>
        <a:prstGeom prst="rect">
          <a:avLst/>
        </a:prstGeom>
        <a:solidFill>
          <a:srgbClr val="00B0F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Polære molekylforbindelser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IM+IM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>
              <a:latin typeface="Trebuchet MS" panose="020B0603020202020204" pitchFamily="34" charset="0"/>
            </a:rPr>
            <a:t>∆EN &gt; 0,5</a:t>
          </a:r>
          <a:endParaRPr lang="da-DK" sz="1900" kern="1200" dirty="0"/>
        </a:p>
      </dsp:txBody>
      <dsp:txXfrm>
        <a:off x="3041553" y="2204604"/>
        <a:ext cx="2513204" cy="1256602"/>
      </dsp:txXfrm>
    </dsp:sp>
    <dsp:sp modelId="{308F2D09-4392-49B5-BBD8-25F407859720}">
      <dsp:nvSpPr>
        <dsp:cNvPr id="0" name=""/>
        <dsp:cNvSpPr/>
      </dsp:nvSpPr>
      <dsp:spPr>
        <a:xfrm>
          <a:off x="6082530" y="2204604"/>
          <a:ext cx="2513204" cy="1256602"/>
        </a:xfrm>
        <a:prstGeom prst="rect">
          <a:avLst/>
        </a:prstGeom>
        <a:solidFill>
          <a:srgbClr val="00B0F0"/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Ionforbindelser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/>
            <a:t>M+IM</a:t>
          </a:r>
        </a:p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1900" kern="1200" dirty="0">
              <a:latin typeface="Trebuchet MS" panose="020B0603020202020204" pitchFamily="34" charset="0"/>
            </a:rPr>
            <a:t>∆EN &gt; 1,8</a:t>
          </a:r>
          <a:endParaRPr lang="da-DK" sz="1900" kern="1200" dirty="0"/>
        </a:p>
      </dsp:txBody>
      <dsp:txXfrm>
        <a:off x="6082530" y="2204604"/>
        <a:ext cx="2513204" cy="12566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9991D2-193E-4C85-8994-C5048A06DD1C}">
      <dsp:nvSpPr>
        <dsp:cNvPr id="0" name=""/>
        <dsp:cNvSpPr/>
      </dsp:nvSpPr>
      <dsp:spPr>
        <a:xfrm>
          <a:off x="1299066" y="479565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433EBD-42AF-40AF-BC66-504111B8A092}">
      <dsp:nvSpPr>
        <dsp:cNvPr id="0" name=""/>
        <dsp:cNvSpPr/>
      </dsp:nvSpPr>
      <dsp:spPr>
        <a:xfrm>
          <a:off x="111066" y="289391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000" kern="1200"/>
            <a:t>Opgaver: 12</a:t>
          </a:r>
          <a:endParaRPr lang="en-US" sz="5000" kern="1200"/>
        </a:p>
      </dsp:txBody>
      <dsp:txXfrm>
        <a:off x="111066" y="2893916"/>
        <a:ext cx="4320000" cy="720000"/>
      </dsp:txXfrm>
    </dsp:sp>
    <dsp:sp modelId="{A992ABF7-5A02-4501-BAC1-82AAA7A0E418}">
      <dsp:nvSpPr>
        <dsp:cNvPr id="0" name=""/>
        <dsp:cNvSpPr/>
      </dsp:nvSpPr>
      <dsp:spPr>
        <a:xfrm>
          <a:off x="6375066" y="479565"/>
          <a:ext cx="1944000" cy="1944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AB2136-1DCF-465B-BE35-77D82D77190F}">
      <dsp:nvSpPr>
        <dsp:cNvPr id="0" name=""/>
        <dsp:cNvSpPr/>
      </dsp:nvSpPr>
      <dsp:spPr>
        <a:xfrm>
          <a:off x="5187066" y="2893916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5000" kern="1200"/>
            <a:t>10 min.</a:t>
          </a:r>
          <a:endParaRPr lang="en-US" sz="5000" kern="1200"/>
        </a:p>
      </dsp:txBody>
      <dsp:txXfrm>
        <a:off x="5187066" y="2893916"/>
        <a:ext cx="432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43BAE6-4E26-42EA-A2D4-0E43308F9614}">
      <dsp:nvSpPr>
        <dsp:cNvPr id="0" name=""/>
        <dsp:cNvSpPr/>
      </dsp:nvSpPr>
      <dsp:spPr>
        <a:xfrm>
          <a:off x="0" y="33172"/>
          <a:ext cx="6628804" cy="155902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100" kern="1200"/>
            <a:t>Vand er polært</a:t>
          </a:r>
          <a:endParaRPr lang="en-US" sz="4100" kern="1200"/>
        </a:p>
      </dsp:txBody>
      <dsp:txXfrm>
        <a:off x="76105" y="109277"/>
        <a:ext cx="6476594" cy="1406815"/>
      </dsp:txXfrm>
    </dsp:sp>
    <dsp:sp modelId="{8BBD0E01-D07E-47AB-9A66-EAF19A03789B}">
      <dsp:nvSpPr>
        <dsp:cNvPr id="0" name=""/>
        <dsp:cNvSpPr/>
      </dsp:nvSpPr>
      <dsp:spPr>
        <a:xfrm>
          <a:off x="0" y="1710278"/>
          <a:ext cx="6628804" cy="1559025"/>
        </a:xfrm>
        <a:prstGeom prst="roundRect">
          <a:avLst/>
        </a:prstGeom>
        <a:gradFill rotWithShape="0">
          <a:gsLst>
            <a:gs pos="0">
              <a:schemeClr val="accent2">
                <a:hueOff val="-1482143"/>
                <a:satOff val="7100"/>
                <a:lumOff val="6569"/>
                <a:alphaOff val="0"/>
                <a:tint val="96000"/>
                <a:lumMod val="100000"/>
              </a:schemeClr>
            </a:gs>
            <a:gs pos="78000">
              <a:schemeClr val="accent2">
                <a:hueOff val="-1482143"/>
                <a:satOff val="7100"/>
                <a:lumOff val="6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100" kern="1200"/>
            <a:t>Olie er upolært</a:t>
          </a:r>
          <a:endParaRPr lang="en-US" sz="4100" kern="1200"/>
        </a:p>
      </dsp:txBody>
      <dsp:txXfrm>
        <a:off x="76105" y="1786383"/>
        <a:ext cx="6476594" cy="1406815"/>
      </dsp:txXfrm>
    </dsp:sp>
    <dsp:sp modelId="{F5D3D2B8-AC01-455C-A078-1AB4B97AB5BA}">
      <dsp:nvSpPr>
        <dsp:cNvPr id="0" name=""/>
        <dsp:cNvSpPr/>
      </dsp:nvSpPr>
      <dsp:spPr>
        <a:xfrm>
          <a:off x="0" y="3387383"/>
          <a:ext cx="6628804" cy="1559025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4100" kern="1200"/>
            <a:t>Vand og olie kan derfor normalt ikke blandes</a:t>
          </a:r>
          <a:endParaRPr lang="en-US" sz="4100" kern="1200"/>
        </a:p>
      </dsp:txBody>
      <dsp:txXfrm>
        <a:off x="76105" y="3463488"/>
        <a:ext cx="6476594" cy="140681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ED62AF-E167-4FD4-9FF4-9A763BBB505D}">
      <dsp:nvSpPr>
        <dsp:cNvPr id="0" name=""/>
        <dsp:cNvSpPr/>
      </dsp:nvSpPr>
      <dsp:spPr>
        <a:xfrm>
          <a:off x="0" y="532830"/>
          <a:ext cx="6628804" cy="92663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/>
            <a:t>Hvis man har lidt olie i meget vand, vil olien fordele sig som små dråber i vandfasen</a:t>
          </a:r>
          <a:endParaRPr lang="en-US" sz="2400" kern="1200"/>
        </a:p>
      </dsp:txBody>
      <dsp:txXfrm>
        <a:off x="45235" y="578065"/>
        <a:ext cx="6538334" cy="836169"/>
      </dsp:txXfrm>
    </dsp:sp>
    <dsp:sp modelId="{D669A40C-CA39-4C4F-AACE-E4D7D2A750D2}">
      <dsp:nvSpPr>
        <dsp:cNvPr id="0" name=""/>
        <dsp:cNvSpPr/>
      </dsp:nvSpPr>
      <dsp:spPr>
        <a:xfrm>
          <a:off x="0" y="1528590"/>
          <a:ext cx="6628804" cy="926639"/>
        </a:xfrm>
        <a:prstGeom prst="roundRect">
          <a:avLst/>
        </a:prstGeom>
        <a:gradFill rotWithShape="0">
          <a:gsLst>
            <a:gs pos="0">
              <a:schemeClr val="accent2">
                <a:hueOff val="-988095"/>
                <a:satOff val="4733"/>
                <a:lumOff val="4379"/>
                <a:alphaOff val="0"/>
                <a:tint val="96000"/>
                <a:lumMod val="100000"/>
              </a:schemeClr>
            </a:gs>
            <a:gs pos="78000">
              <a:schemeClr val="accent2">
                <a:hueOff val="-988095"/>
                <a:satOff val="4733"/>
                <a:lumOff val="437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/>
            <a:t>En sådan emulsion kaldes for en olie-vand-emulsion, forkortet O/V-emulsion</a:t>
          </a:r>
          <a:endParaRPr lang="en-US" sz="2400" kern="1200"/>
        </a:p>
      </dsp:txBody>
      <dsp:txXfrm>
        <a:off x="45235" y="1573825"/>
        <a:ext cx="6538334" cy="836169"/>
      </dsp:txXfrm>
    </dsp:sp>
    <dsp:sp modelId="{DADE15E4-2C29-4814-8B4E-64CA8B88A9BE}">
      <dsp:nvSpPr>
        <dsp:cNvPr id="0" name=""/>
        <dsp:cNvSpPr/>
      </dsp:nvSpPr>
      <dsp:spPr>
        <a:xfrm>
          <a:off x="0" y="2524350"/>
          <a:ext cx="6628804" cy="926639"/>
        </a:xfrm>
        <a:prstGeom prst="roundRect">
          <a:avLst/>
        </a:prstGeom>
        <a:gradFill rotWithShape="0">
          <a:gsLst>
            <a:gs pos="0">
              <a:schemeClr val="accent2">
                <a:hueOff val="-1976191"/>
                <a:satOff val="9467"/>
                <a:lumOff val="8758"/>
                <a:alphaOff val="0"/>
                <a:tint val="96000"/>
                <a:lumMod val="100000"/>
              </a:schemeClr>
            </a:gs>
            <a:gs pos="78000">
              <a:schemeClr val="accent2">
                <a:hueOff val="-1976191"/>
                <a:satOff val="9467"/>
                <a:lumOff val="8758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/>
            <a:t>Hvis man har lidt vand i meget olie, vil vandet fordele sig som små dråber i oliefasen</a:t>
          </a:r>
          <a:endParaRPr lang="en-US" sz="2400" kern="1200"/>
        </a:p>
      </dsp:txBody>
      <dsp:txXfrm>
        <a:off x="45235" y="2569585"/>
        <a:ext cx="6538334" cy="836169"/>
      </dsp:txXfrm>
    </dsp:sp>
    <dsp:sp modelId="{CE1B4FEA-90C2-4632-8396-47885D5A12F9}">
      <dsp:nvSpPr>
        <dsp:cNvPr id="0" name=""/>
        <dsp:cNvSpPr/>
      </dsp:nvSpPr>
      <dsp:spPr>
        <a:xfrm>
          <a:off x="0" y="3520110"/>
          <a:ext cx="6628804" cy="926639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400" kern="1200"/>
            <a:t>En sådan emulsion kaldes for en vand-olie-emulsion, forkortet V/O-emulsion</a:t>
          </a:r>
          <a:endParaRPr lang="en-US" sz="2400" kern="1200"/>
        </a:p>
      </dsp:txBody>
      <dsp:txXfrm>
        <a:off x="45235" y="3565345"/>
        <a:ext cx="6538334" cy="836169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2D9841-4B75-409E-A1DC-72802FF559B4}">
      <dsp:nvSpPr>
        <dsp:cNvPr id="0" name=""/>
        <dsp:cNvSpPr/>
      </dsp:nvSpPr>
      <dsp:spPr>
        <a:xfrm>
          <a:off x="0" y="3005440"/>
          <a:ext cx="6628804" cy="197189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900" kern="1200"/>
            <a:t>En emulgator skal bygge bro mellem et polært stof (fx vand) og et upolært (fx olie)</a:t>
          </a:r>
          <a:endParaRPr lang="en-US" sz="2900" kern="1200"/>
        </a:p>
      </dsp:txBody>
      <dsp:txXfrm>
        <a:off x="0" y="3005440"/>
        <a:ext cx="6628804" cy="1971894"/>
      </dsp:txXfrm>
    </dsp:sp>
    <dsp:sp modelId="{4C900C67-8694-4A31-B3D6-789C018492B2}">
      <dsp:nvSpPr>
        <dsp:cNvPr id="0" name=""/>
        <dsp:cNvSpPr/>
      </dsp:nvSpPr>
      <dsp:spPr>
        <a:xfrm rot="10800000">
          <a:off x="0" y="2245"/>
          <a:ext cx="6628804" cy="3032773"/>
        </a:xfrm>
        <a:prstGeom prst="upArrowCallou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3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6248" tIns="206248" rIns="206248" bIns="206248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900" kern="1200"/>
            <a:t>En emulgator er et stof der kan stabilisere en emulsion, dvs. få to ellers ikke-blandbare væsker til at være blandbare</a:t>
          </a:r>
          <a:endParaRPr lang="en-US" sz="2900" kern="1200"/>
        </a:p>
      </dsp:txBody>
      <dsp:txXfrm rot="10800000">
        <a:off x="0" y="2245"/>
        <a:ext cx="6628804" cy="1970605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0B107C-D9B0-499B-85CE-CE935DB68BAB}">
      <dsp:nvSpPr>
        <dsp:cNvPr id="0" name=""/>
        <dsp:cNvSpPr/>
      </dsp:nvSpPr>
      <dsp:spPr>
        <a:xfrm>
          <a:off x="0" y="14396"/>
          <a:ext cx="6628804" cy="1592662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0000"/>
              </a:schemeClr>
            </a:gs>
            <a:gs pos="78000">
              <a:schemeClr val="accent2">
                <a:hueOff val="0"/>
                <a:satOff val="0"/>
                <a:lumOff val="0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kern="1200"/>
            <a:t>Emulgatorer bruges meget i fødevareindustrien</a:t>
          </a:r>
          <a:endParaRPr lang="en-US" sz="3000" kern="1200"/>
        </a:p>
      </dsp:txBody>
      <dsp:txXfrm>
        <a:off x="77747" y="92143"/>
        <a:ext cx="6473310" cy="1437168"/>
      </dsp:txXfrm>
    </dsp:sp>
    <dsp:sp modelId="{12407FEE-B5EF-47F9-BF24-F1673130A403}">
      <dsp:nvSpPr>
        <dsp:cNvPr id="0" name=""/>
        <dsp:cNvSpPr/>
      </dsp:nvSpPr>
      <dsp:spPr>
        <a:xfrm>
          <a:off x="0" y="1693459"/>
          <a:ext cx="6628804" cy="1592662"/>
        </a:xfrm>
        <a:prstGeom prst="roundRect">
          <a:avLst/>
        </a:prstGeom>
        <a:gradFill rotWithShape="0">
          <a:gsLst>
            <a:gs pos="0">
              <a:schemeClr val="accent2">
                <a:hueOff val="-1482143"/>
                <a:satOff val="7100"/>
                <a:lumOff val="6569"/>
                <a:alphaOff val="0"/>
                <a:tint val="96000"/>
                <a:lumMod val="100000"/>
              </a:schemeClr>
            </a:gs>
            <a:gs pos="78000">
              <a:schemeClr val="accent2">
                <a:hueOff val="-1482143"/>
                <a:satOff val="7100"/>
                <a:lumOff val="6569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kern="1200"/>
            <a:t>Det er fx emulgator der kan få vand og olie til at hænge sammen i margarine</a:t>
          </a:r>
          <a:endParaRPr lang="en-US" sz="3000" kern="1200"/>
        </a:p>
      </dsp:txBody>
      <dsp:txXfrm>
        <a:off x="77747" y="1771206"/>
        <a:ext cx="6473310" cy="1437168"/>
      </dsp:txXfrm>
    </dsp:sp>
    <dsp:sp modelId="{77A6B344-F877-4AB3-9373-F6E7A41FD0F9}">
      <dsp:nvSpPr>
        <dsp:cNvPr id="0" name=""/>
        <dsp:cNvSpPr/>
      </dsp:nvSpPr>
      <dsp:spPr>
        <a:xfrm>
          <a:off x="0" y="3372521"/>
          <a:ext cx="6628804" cy="1592662"/>
        </a:xfrm>
        <a:prstGeom prst="roundRect">
          <a:avLst/>
        </a:prstGeom>
        <a:gradFill rotWithShape="0">
          <a:gsLst>
            <a:gs pos="0">
              <a:schemeClr val="accent2">
                <a:hueOff val="-2964286"/>
                <a:satOff val="14200"/>
                <a:lumOff val="13137"/>
                <a:alphaOff val="0"/>
                <a:tint val="96000"/>
                <a:lumMod val="100000"/>
              </a:schemeClr>
            </a:gs>
            <a:gs pos="78000">
              <a:schemeClr val="accent2">
                <a:hueOff val="-2964286"/>
                <a:satOff val="14200"/>
                <a:lumOff val="13137"/>
                <a:alphaOff val="0"/>
                <a:shade val="94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3000" kern="1200"/>
            <a:t>Danmark har en stor emulgator-industri</a:t>
          </a:r>
          <a:endParaRPr lang="en-US" sz="3000" kern="1200"/>
        </a:p>
      </dsp:txBody>
      <dsp:txXfrm>
        <a:off x="77747" y="3450268"/>
        <a:ext cx="6473310" cy="143716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2C5CAE-B8A5-42DE-8151-16E025C73227}">
      <dsp:nvSpPr>
        <dsp:cNvPr id="0" name=""/>
        <dsp:cNvSpPr/>
      </dsp:nvSpPr>
      <dsp:spPr>
        <a:xfrm>
          <a:off x="0" y="630625"/>
          <a:ext cx="8596668" cy="11642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9DEEB3-66F3-4BD0-97DC-B0A1205E06B3}">
      <dsp:nvSpPr>
        <dsp:cNvPr id="0" name=""/>
        <dsp:cNvSpPr/>
      </dsp:nvSpPr>
      <dsp:spPr>
        <a:xfrm>
          <a:off x="352180" y="892577"/>
          <a:ext cx="640327" cy="6403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4899FF-88B3-4068-9203-982C9A85F41F}">
      <dsp:nvSpPr>
        <dsp:cNvPr id="0" name=""/>
        <dsp:cNvSpPr/>
      </dsp:nvSpPr>
      <dsp:spPr>
        <a:xfrm>
          <a:off x="1344687" y="630625"/>
          <a:ext cx="7251980" cy="1164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15" tIns="123215" rIns="123215" bIns="123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Opgaver: 13-14</a:t>
          </a:r>
          <a:endParaRPr lang="en-US" sz="2500" kern="1200"/>
        </a:p>
      </dsp:txBody>
      <dsp:txXfrm>
        <a:off x="1344687" y="630625"/>
        <a:ext cx="7251980" cy="1164231"/>
      </dsp:txXfrm>
    </dsp:sp>
    <dsp:sp modelId="{BC209E2C-3EA7-4291-87B5-BC33B3923E9B}">
      <dsp:nvSpPr>
        <dsp:cNvPr id="0" name=""/>
        <dsp:cNvSpPr/>
      </dsp:nvSpPr>
      <dsp:spPr>
        <a:xfrm>
          <a:off x="0" y="2085915"/>
          <a:ext cx="8596668" cy="116423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DA45C0-B057-4E84-8F08-B5AF16B54E21}">
      <dsp:nvSpPr>
        <dsp:cNvPr id="0" name=""/>
        <dsp:cNvSpPr/>
      </dsp:nvSpPr>
      <dsp:spPr>
        <a:xfrm>
          <a:off x="352180" y="2347867"/>
          <a:ext cx="640327" cy="64032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CE65E4-46F7-4847-890F-56F8578BE3DE}">
      <dsp:nvSpPr>
        <dsp:cNvPr id="0" name=""/>
        <dsp:cNvSpPr/>
      </dsp:nvSpPr>
      <dsp:spPr>
        <a:xfrm>
          <a:off x="1344687" y="2085915"/>
          <a:ext cx="7251980" cy="1164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15" tIns="123215" rIns="123215" bIns="12321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a-DK" sz="2500" kern="1200"/>
            <a:t>10 min.</a:t>
          </a:r>
          <a:endParaRPr lang="en-US" sz="2500" kern="1200"/>
        </a:p>
      </dsp:txBody>
      <dsp:txXfrm>
        <a:off x="1344687" y="2085915"/>
        <a:ext cx="7251980" cy="11642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4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#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#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#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#6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6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C0B083-F42E-4DFE-B8B8-860A0C6B760C}" type="datetimeFigureOut">
              <a:rPr lang="da-DK" smtClean="0"/>
              <a:t>28-09-2026</a:t>
            </a:fld>
            <a:endParaRPr lang="da-DK"/>
          </a:p>
        </p:txBody>
      </p:sp>
      <p:sp>
        <p:nvSpPr>
          <p:cNvPr id="4" name="Pladsholder til slidebille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Pladsholder til no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</a:p>
        </p:txBody>
      </p:sp>
      <p:sp>
        <p:nvSpPr>
          <p:cNvPr id="6" name="Pladsholder til sidefod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Pladsholder til sli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F66E2-58C8-4171-B590-71AAF1EC0387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335750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a-DK"/>
              <a:t>Klik for at redigere undertiteltypografien i masteren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2F4EB-B7DF-4BFD-A877-4320A6009717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73293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og indholdsobje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122F1-C484-4FCF-A460-20C5904CAD85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76322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fsnits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D9371-6958-4959-9477-640775A273BF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92367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dholdsobjek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DA66-D42F-40DD-87FA-854099542EA6}" type="datetime1">
              <a:rPr lang="da-DK" smtClean="0"/>
              <a:t>28-09-2026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23458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2F9EB-CF22-4B15-8178-2C7D9BB8D5BF}" type="datetime1">
              <a:rPr lang="da-DK" smtClean="0"/>
              <a:t>28-09-2026</a:t>
            </a:fld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00298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Ku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7F4FA-3D9F-48F3-9D66-3DA379A9D9A8}" type="datetime1">
              <a:rPr lang="da-DK" smtClean="0"/>
              <a:t>28-09-2026</a:t>
            </a:fld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90317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8AAFE-9244-4DDE-AA16-210AC2BB2E78}" type="datetime1">
              <a:rPr lang="da-DK" smtClean="0"/>
              <a:t>28-09-2026</a:t>
            </a:fld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28764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dhold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7D911-9ECE-427D-8706-212FBAFE891D}" type="datetime1">
              <a:rPr lang="da-DK" smtClean="0"/>
              <a:t>28-09-2026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63148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lede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da-DK"/>
              <a:t>Klik på ikonet for at tilføje et billede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541AC-BE48-44C5-987A-902A24FCEE0B}" type="datetime1">
              <a:rPr lang="da-DK" smtClean="0"/>
              <a:t>28-09-2026</a:t>
            </a:fld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83422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og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5F090-1E28-4FB7-ABB2-C0EDAE42E75A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79446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 med billed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BAA3D-B496-4963-9B7F-919DCA16A718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517636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vnek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21A3-517C-49AD-8210-158E49577224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915212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ort med citat og nav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0D1F0-A905-4FC3-81EA-54F29D2A2ECE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583247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dt eller fal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a-DK"/>
              <a:t>Klik for at redigere teksttypografierne i masteren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67A7A-84EC-4FCE-BED5-46C29AD94739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499182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og lodre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B1771-817F-43F1-8E44-E557229CBA47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3511825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et ti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5AD1C2-1114-4142-A76E-EC4B5801BCFF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862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a-DK"/>
              <a:t>Klik for at redigere titeltypografien i masteren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a-DK"/>
              <a:t>Klik for at redigere teksttypografierne i masteren</a:t>
            </a:r>
          </a:p>
          <a:p>
            <a:pPr lvl="1"/>
            <a:r>
              <a:rPr lang="da-DK"/>
              <a:t>Andet niveau</a:t>
            </a:r>
          </a:p>
          <a:p>
            <a:pPr lvl="2"/>
            <a:r>
              <a:rPr lang="da-DK"/>
              <a:t>Tredje niveau</a:t>
            </a:r>
          </a:p>
          <a:p>
            <a:pPr lvl="3"/>
            <a:r>
              <a:rPr lang="da-DK"/>
              <a:t>Fjerde niveau</a:t>
            </a:r>
          </a:p>
          <a:p>
            <a:pPr lvl="4"/>
            <a:r>
              <a:rPr lang="da-DK"/>
              <a:t>Femte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25106F-9D77-48A0-A33A-C89093C4FCEF}" type="datetime1">
              <a:rPr lang="da-DK" smtClean="0"/>
              <a:t>28-09-2026</a:t>
            </a:fld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CB070E1-47A7-42B4-900C-45F619CFF919}" type="slidenum">
              <a:rPr lang="da-DK" smtClean="0"/>
              <a:t>‹nr.›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95645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5ADED5-79F1-636D-59F5-FDA10C5AB4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/>
              <a:t>Polaritet og blandbarhed</a:t>
            </a:r>
          </a:p>
        </p:txBody>
      </p:sp>
      <p:sp>
        <p:nvSpPr>
          <p:cNvPr id="3" name="Undertitel 2">
            <a:extLst>
              <a:ext uri="{FF2B5EF4-FFF2-40B4-BE49-F238E27FC236}">
                <a16:creationId xmlns:a16="http://schemas.microsoft.com/office/drawing/2014/main" id="{9A914CD8-A64D-009F-4F15-25081EF646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/>
              <a:t>Kemi C for HF</a:t>
            </a:r>
          </a:p>
          <a:p>
            <a:r>
              <a:rPr lang="da-DK" dirty="0"/>
              <a:t>Kap. 6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8F11669C-B9C5-C37A-F4AB-F07CAD4B9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31294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BBF4B9-85EA-F80B-5FD2-A6467D35F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Inddeling af grundstoffer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1E6E29D-5177-29E2-D94B-3DBD70199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26781"/>
            <a:ext cx="8596668" cy="4414581"/>
          </a:xfrm>
        </p:spPr>
        <p:txBody>
          <a:bodyPr/>
          <a:lstStyle/>
          <a:p>
            <a:r>
              <a:rPr lang="da-DK" dirty="0"/>
              <a:t>Metaller (M), ikke-metaller (IM) </a:t>
            </a:r>
            <a:r>
              <a:rPr lang="da-DK" dirty="0">
                <a:solidFill>
                  <a:srgbClr val="0070C0"/>
                </a:solidFill>
              </a:rPr>
              <a:t>(og halvmetaller (HM))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4C3DBD6D-1EFC-3CC0-D23E-2BE79E1F17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0171" y="2253520"/>
            <a:ext cx="6640286" cy="4614568"/>
          </a:xfrm>
          <a:prstGeom prst="rect">
            <a:avLst/>
          </a:prstGeom>
        </p:spPr>
      </p:pic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BABA78D3-FB52-46D8-ACA5-8F44BD06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28530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759463-4A0A-4AF6-0B13-8CA1BD1B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Kemiske 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E65E416-DC23-BA27-3158-CB7ACB6A2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Kemiske forbindelser består af mindst to slags grundstoffer (fx NaCl)</a:t>
            </a:r>
          </a:p>
          <a:p>
            <a:endParaRPr lang="da-DK" dirty="0">
              <a:solidFill>
                <a:srgbClr val="0070C0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48DBFD2-7881-CDEF-D125-01FCC4D61E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1318416"/>
              </p:ext>
            </p:extLst>
          </p:nvPr>
        </p:nvGraphicFramePr>
        <p:xfrm>
          <a:off x="1670493" y="1793555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C54193F-E561-E72E-2D25-3CF7FC323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7933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E05320-2717-61F0-6A3A-507913CF9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Molekylforbindelser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E039650-6964-830E-1737-0A1573CE4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9849152" cy="2542040"/>
          </a:xfrm>
        </p:spPr>
        <p:txBody>
          <a:bodyPr/>
          <a:lstStyle/>
          <a:p>
            <a:r>
              <a:rPr lang="da-DK" dirty="0"/>
              <a:t>Molekylforbindelser består af IM og IM, fx H</a:t>
            </a:r>
            <a:r>
              <a:rPr lang="da-DK" baseline="-25000" dirty="0"/>
              <a:t>2</a:t>
            </a:r>
            <a:r>
              <a:rPr lang="da-DK" dirty="0"/>
              <a:t>O</a:t>
            </a:r>
          </a:p>
          <a:p>
            <a:r>
              <a:rPr lang="da-DK" dirty="0"/>
              <a:t>I molekylforbindelser deles atomerne om elektroner (for at opnå de ønskede 8 elektroner i yderste skal)</a:t>
            </a:r>
          </a:p>
          <a:p>
            <a:r>
              <a:rPr lang="da-DK" dirty="0"/>
              <a:t>Bindingerne mellem atomerne kaldes for en </a:t>
            </a:r>
            <a:r>
              <a:rPr lang="da-DK" dirty="0" err="1">
                <a:solidFill>
                  <a:srgbClr val="FF0000"/>
                </a:solidFill>
              </a:rPr>
              <a:t>elektronparbinding</a:t>
            </a:r>
            <a:endParaRPr lang="da-DK" dirty="0">
              <a:solidFill>
                <a:srgbClr val="FF0000"/>
              </a:solidFill>
            </a:endParaRPr>
          </a:p>
          <a:p>
            <a:r>
              <a:rPr lang="da-DK" dirty="0"/>
              <a:t>I en strukturformel vises et elektronpar med en streg</a:t>
            </a:r>
          </a:p>
          <a:p>
            <a:r>
              <a:rPr lang="da-DK" dirty="0"/>
              <a:t>Der findes enkeltbindinger, dobbeltbindinger og </a:t>
            </a:r>
            <a:r>
              <a:rPr lang="da-DK" dirty="0" err="1"/>
              <a:t>trippelbindinger</a:t>
            </a:r>
            <a:endParaRPr lang="da-DK" dirty="0"/>
          </a:p>
          <a:p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916F265A-EAE3-D58E-22AC-1BFB3D8F5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3887" y="4932819"/>
            <a:ext cx="4466770" cy="1606625"/>
          </a:xfrm>
          <a:prstGeom prst="rect">
            <a:avLst/>
          </a:prstGeom>
        </p:spPr>
      </p:pic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7F30C8A8-CFA3-A7CD-FEF1-8572F7B7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0025797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B4AA85-B331-653C-55B5-CA8A82A50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Elektronegativitet (EN)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3101DBA-0E87-C1B8-E7E1-B9F85F304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I et molekyle deles atomerne om elektronerne</a:t>
            </a:r>
          </a:p>
          <a:p>
            <a:r>
              <a:rPr lang="da-DK" dirty="0"/>
              <a:t>Imidlertid deles de ikke ligeligt om elektronerne</a:t>
            </a:r>
          </a:p>
          <a:p>
            <a:r>
              <a:rPr lang="da-DK" dirty="0"/>
              <a:t>Vi tager et meget simpelt molekyle som eksempel, </a:t>
            </a:r>
            <a:r>
              <a:rPr lang="da-DK" dirty="0" err="1"/>
              <a:t>hydrogenchlorid</a:t>
            </a:r>
            <a:r>
              <a:rPr lang="da-DK" dirty="0"/>
              <a:t>, </a:t>
            </a:r>
            <a:r>
              <a:rPr lang="da-DK" dirty="0" err="1"/>
              <a:t>HCl</a:t>
            </a:r>
            <a:endParaRPr lang="da-DK" dirty="0"/>
          </a:p>
          <a:p>
            <a:r>
              <a:rPr lang="da-DK" dirty="0" err="1"/>
              <a:t>HCl</a:t>
            </a:r>
            <a:r>
              <a:rPr lang="da-DK" dirty="0"/>
              <a:t> har strukturformlen H-Cl</a:t>
            </a:r>
          </a:p>
          <a:p>
            <a:r>
              <a:rPr lang="da-DK" dirty="0"/>
              <a:t>Der er altså en enkeltbinding (ét par elektroner) mellem H og Cl</a:t>
            </a:r>
          </a:p>
          <a:p>
            <a:r>
              <a:rPr lang="da-DK" dirty="0"/>
              <a:t>Imidlertid er Cl bedre til at trække i det fælles elektroner end H er</a:t>
            </a:r>
          </a:p>
          <a:p>
            <a:r>
              <a:rPr lang="da-DK" dirty="0"/>
              <a:t>Vi indfører begrebet </a:t>
            </a:r>
            <a:r>
              <a:rPr lang="da-DK" dirty="0">
                <a:solidFill>
                  <a:srgbClr val="FF0000"/>
                </a:solidFill>
              </a:rPr>
              <a:t>elektronegativitet</a:t>
            </a:r>
            <a:r>
              <a:rPr lang="da-DK" dirty="0"/>
              <a:t> (EN)</a:t>
            </a:r>
          </a:p>
          <a:p>
            <a:r>
              <a:rPr lang="da-DK" dirty="0"/>
              <a:t>EN er et mål for et atoms evne til at trække i elektronerne i en </a:t>
            </a:r>
            <a:r>
              <a:rPr lang="da-DK" dirty="0" err="1"/>
              <a:t>elektronparbinding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E85C2A86-E77D-F08F-6ED0-E9FC3455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126460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5E5DD4-6DAB-AD7B-3AD2-5C59EF8A1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Elektronegativitet (EN)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69B18EC-3AE8-3D38-E7E4-4E7D3342E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 er et tal mellem 1 og 4</a:t>
            </a:r>
          </a:p>
          <a:p>
            <a:r>
              <a:rPr lang="da-DK" dirty="0"/>
              <a:t>Jo højere EN er, jo bedre er atomet til at trække i fælles elektroner</a:t>
            </a:r>
          </a:p>
          <a:p>
            <a:r>
              <a:rPr lang="da-DK" dirty="0"/>
              <a:t>Her er nogle udvalgte eksempler:</a:t>
            </a:r>
          </a:p>
          <a:p>
            <a:endParaRPr lang="da-DK" dirty="0"/>
          </a:p>
          <a:p>
            <a:endParaRPr lang="da-DK" dirty="0"/>
          </a:p>
          <a:p>
            <a:endParaRPr lang="da-DK" dirty="0"/>
          </a:p>
          <a:p>
            <a:r>
              <a:rPr lang="da-DK" dirty="0"/>
              <a:t>Vi bruger eksemplet med H-Cl, og finder EN for H og Cl: 2,1 og 3,0</a:t>
            </a:r>
          </a:p>
          <a:p>
            <a:r>
              <a:rPr lang="da-DK" dirty="0"/>
              <a:t>Da Cl har den højeste EN, trækker det mest i de fælles elektroner</a:t>
            </a:r>
          </a:p>
          <a:p>
            <a:r>
              <a:rPr lang="da-DK" dirty="0"/>
              <a:t>Da Cl er bedst til at trække i elektroner (negative) bliver Cl en lille smule negativ</a:t>
            </a:r>
          </a:p>
          <a:p>
            <a:endParaRPr lang="da-DK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B4B46FB2-1FFA-071F-0F4F-F3B98DF842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0774419"/>
              </p:ext>
            </p:extLst>
          </p:nvPr>
        </p:nvGraphicFramePr>
        <p:xfrm>
          <a:off x="1259115" y="3582609"/>
          <a:ext cx="8128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279770983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9499340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5115157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1541837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7959234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Cl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862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2,1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3,5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3,0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2,1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1710085"/>
                  </a:ext>
                </a:extLst>
              </a:tr>
            </a:tbl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C5DF4FEA-C8DD-35FD-296D-3A04ECF7D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579466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1A0D83-2BBB-1A74-13C7-06BFFC380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Elektronegativitet (EN)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0A1F81D7-4798-FA1C-2D41-653998780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832323" cy="3880773"/>
          </a:xfrm>
        </p:spPr>
        <p:txBody>
          <a:bodyPr/>
          <a:lstStyle/>
          <a:p>
            <a:r>
              <a:rPr lang="da-DK" dirty="0"/>
              <a:t>Da Cl trækker elektroner (delvist) væk fra H, bliver H en lille smule positiv</a:t>
            </a:r>
          </a:p>
          <a:p>
            <a:r>
              <a:rPr lang="da-DK" dirty="0"/>
              <a:t>Vi kan illustrere det ved at skrive </a:t>
            </a:r>
            <a:r>
              <a:rPr lang="el-GR" dirty="0"/>
              <a:t>δ</a:t>
            </a:r>
            <a:r>
              <a:rPr lang="da-DK" dirty="0"/>
              <a:t>- (delta minus) ved Cl og </a:t>
            </a:r>
            <a:r>
              <a:rPr lang="el-GR" dirty="0"/>
              <a:t>δ</a:t>
            </a:r>
            <a:r>
              <a:rPr lang="da-DK" dirty="0"/>
              <a:t>+ ved H</a:t>
            </a:r>
          </a:p>
          <a:p>
            <a:r>
              <a:rPr lang="el-GR" dirty="0"/>
              <a:t>δ</a:t>
            </a:r>
            <a:r>
              <a:rPr lang="da-DK" dirty="0"/>
              <a:t> er det græske bogstav delta (lille delta)</a:t>
            </a:r>
          </a:p>
          <a:p>
            <a:r>
              <a:rPr lang="da-DK" dirty="0"/>
              <a:t>Man siger at molekylet er </a:t>
            </a:r>
            <a:r>
              <a:rPr lang="da-DK" dirty="0">
                <a:solidFill>
                  <a:srgbClr val="FF0000"/>
                </a:solidFill>
              </a:rPr>
              <a:t>polært</a:t>
            </a:r>
            <a:r>
              <a:rPr lang="da-DK" dirty="0"/>
              <a:t> eller at molekylet er en </a:t>
            </a:r>
            <a:r>
              <a:rPr lang="da-DK" dirty="0">
                <a:solidFill>
                  <a:srgbClr val="FF0000"/>
                </a:solidFill>
              </a:rPr>
              <a:t>dipol</a:t>
            </a:r>
          </a:p>
          <a:p>
            <a:endParaRPr lang="da-DK" dirty="0"/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018E8AF5-6EA6-1A61-AA95-D7A9245184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795" y="2387673"/>
            <a:ext cx="3006915" cy="2129898"/>
          </a:xfrm>
          <a:prstGeom prst="rect">
            <a:avLst/>
          </a:prstGeom>
        </p:spPr>
      </p:pic>
      <p:sp>
        <p:nvSpPr>
          <p:cNvPr id="6" name="Pladsholder til slidenummer 5">
            <a:extLst>
              <a:ext uri="{FF2B5EF4-FFF2-40B4-BE49-F238E27FC236}">
                <a16:creationId xmlns:a16="http://schemas.microsoft.com/office/drawing/2014/main" id="{C686F48A-B66C-A6B9-F21C-23124046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451451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9B7E6D-27D3-F99B-03CD-8202E19FF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Betingelse for polaritet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97DDF2B2-F343-C908-F279-D0E4769CB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For at få en mål for graden at polaritet, beregner vi forskellen i EN</a:t>
            </a:r>
          </a:p>
          <a:p>
            <a:r>
              <a:rPr lang="da-DK" dirty="0"/>
              <a:t>Denne forskel i EN betegner vi </a:t>
            </a:r>
            <a:r>
              <a:rPr lang="da-DK" dirty="0">
                <a:latin typeface="Trebuchet MS" panose="020B0603020202020204" pitchFamily="34" charset="0"/>
              </a:rPr>
              <a:t>∆</a:t>
            </a:r>
            <a:r>
              <a:rPr lang="da-DK" dirty="0"/>
              <a:t>EN</a:t>
            </a:r>
          </a:p>
          <a:p>
            <a:r>
              <a:rPr lang="da-DK" dirty="0">
                <a:latin typeface="Trebuchet MS" panose="020B0603020202020204" pitchFamily="34" charset="0"/>
              </a:rPr>
              <a:t>∆ e</a:t>
            </a:r>
            <a:r>
              <a:rPr lang="da-DK" dirty="0"/>
              <a:t>r et stort delta i det græske alfabet </a:t>
            </a:r>
          </a:p>
          <a:p>
            <a:r>
              <a:rPr lang="da-DK" dirty="0">
                <a:latin typeface="Trebuchet MS" panose="020B0603020202020204" pitchFamily="34" charset="0"/>
              </a:rPr>
              <a:t>∆ bruges i fysik og kemi til at beregne forskelle</a:t>
            </a:r>
          </a:p>
          <a:p>
            <a:r>
              <a:rPr lang="da-DK" dirty="0">
                <a:latin typeface="Trebuchet MS" panose="020B0603020202020204" pitchFamily="34" charset="0"/>
              </a:rPr>
              <a:t>I det konkrete eksempel med H-Cl, beregner vi:</a:t>
            </a:r>
          </a:p>
          <a:p>
            <a:r>
              <a:rPr lang="da-DK" dirty="0">
                <a:latin typeface="Trebuchet MS" panose="020B0603020202020204" pitchFamily="34" charset="0"/>
              </a:rPr>
              <a:t>∆EN = 3,0-2,1 = 0,9</a:t>
            </a:r>
          </a:p>
          <a:p>
            <a:r>
              <a:rPr lang="da-DK" dirty="0">
                <a:latin typeface="Trebuchet MS" panose="020B0603020202020204" pitchFamily="34" charset="0"/>
              </a:rPr>
              <a:t>I praksis skal ∆EN være over 0,5 for at vi betragter molekylet som polært</a:t>
            </a:r>
          </a:p>
          <a:p>
            <a:r>
              <a:rPr lang="da-DK" dirty="0">
                <a:solidFill>
                  <a:srgbClr val="FF0000"/>
                </a:solidFill>
                <a:latin typeface="Trebuchet MS" panose="020B0603020202020204" pitchFamily="34" charset="0"/>
              </a:rPr>
              <a:t>∆EN &lt; 0,5: </a:t>
            </a:r>
            <a:r>
              <a:rPr lang="da-DK" dirty="0" err="1">
                <a:solidFill>
                  <a:srgbClr val="FF0000"/>
                </a:solidFill>
                <a:latin typeface="Trebuchet MS" panose="020B0603020202020204" pitchFamily="34" charset="0"/>
              </a:rPr>
              <a:t>upolært</a:t>
            </a:r>
            <a:r>
              <a:rPr lang="da-DK" dirty="0">
                <a:solidFill>
                  <a:srgbClr val="FF0000"/>
                </a:solidFill>
                <a:latin typeface="Trebuchet MS" panose="020B0603020202020204" pitchFamily="34" charset="0"/>
              </a:rPr>
              <a:t> molekyle</a:t>
            </a:r>
          </a:p>
          <a:p>
            <a:r>
              <a:rPr lang="da-DK" dirty="0">
                <a:solidFill>
                  <a:srgbClr val="FF0000"/>
                </a:solidFill>
                <a:latin typeface="Trebuchet MS" panose="020B0603020202020204" pitchFamily="34" charset="0"/>
              </a:rPr>
              <a:t>∆EN &gt; 0,5: polært molekyle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C645B089-E726-813D-B42D-7DA2E9A56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37006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F59316-9044-CA31-45E8-363429683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Polaritet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88CA1D65-90CF-6626-AC15-C68CFB6AC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67293"/>
            <a:ext cx="4203010" cy="4574069"/>
          </a:xfrm>
        </p:spPr>
        <p:txBody>
          <a:bodyPr>
            <a:normAutofit/>
          </a:bodyPr>
          <a:lstStyle/>
          <a:p>
            <a:r>
              <a:rPr lang="da-DK" dirty="0"/>
              <a:t>Eksempel 1:</a:t>
            </a:r>
          </a:p>
          <a:p>
            <a:r>
              <a:rPr lang="da-DK" dirty="0" err="1"/>
              <a:t>HCl</a:t>
            </a:r>
            <a:endParaRPr lang="da-DK" dirty="0"/>
          </a:p>
          <a:p>
            <a:r>
              <a:rPr lang="da-DK" dirty="0"/>
              <a:t>Hvis forskellen i elektronegativitet (</a:t>
            </a:r>
            <a:r>
              <a:rPr lang="da-DK" dirty="0">
                <a:latin typeface="Trebuchet MS" panose="020B0603020202020204" pitchFamily="34" charset="0"/>
              </a:rPr>
              <a:t>∆</a:t>
            </a:r>
            <a:r>
              <a:rPr lang="da-DK" dirty="0"/>
              <a:t>EN) er større end 0,5 er molekylet polært</a:t>
            </a:r>
          </a:p>
          <a:p>
            <a:endParaRPr lang="da-DK" dirty="0"/>
          </a:p>
          <a:p>
            <a:r>
              <a:rPr lang="da-DK" dirty="0"/>
              <a:t>EN for H er 2,1</a:t>
            </a:r>
          </a:p>
          <a:p>
            <a:r>
              <a:rPr lang="da-DK" dirty="0"/>
              <a:t>EN for Cl er 3,0</a:t>
            </a:r>
          </a:p>
          <a:p>
            <a:r>
              <a:rPr lang="da-DK" dirty="0"/>
              <a:t>Forskellen er 0,9</a:t>
            </a:r>
          </a:p>
          <a:p>
            <a:r>
              <a:rPr lang="da-DK" dirty="0">
                <a:latin typeface="Trebuchet MS" panose="020B0603020202020204" pitchFamily="34" charset="0"/>
              </a:rPr>
              <a:t>∆</a:t>
            </a:r>
            <a:r>
              <a:rPr lang="da-DK" dirty="0"/>
              <a:t>EN &gt; 0,5</a:t>
            </a:r>
          </a:p>
          <a:p>
            <a:r>
              <a:rPr lang="da-DK" dirty="0"/>
              <a:t>Molekylet er polært</a:t>
            </a:r>
          </a:p>
          <a:p>
            <a:endParaRPr lang="da-DK" dirty="0"/>
          </a:p>
        </p:txBody>
      </p:sp>
      <p:sp>
        <p:nvSpPr>
          <p:cNvPr id="4" name="Pladsholder til indhold 2">
            <a:extLst>
              <a:ext uri="{FF2B5EF4-FFF2-40B4-BE49-F238E27FC236}">
                <a16:creationId xmlns:a16="http://schemas.microsoft.com/office/drawing/2014/main" id="{D2E00651-D893-4306-F096-2914FA2D8AE3}"/>
              </a:ext>
            </a:extLst>
          </p:cNvPr>
          <p:cNvSpPr txBox="1">
            <a:spLocks/>
          </p:cNvSpPr>
          <p:nvPr/>
        </p:nvSpPr>
        <p:spPr>
          <a:xfrm>
            <a:off x="5061492" y="1467294"/>
            <a:ext cx="4731093" cy="45740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a-DK" dirty="0"/>
              <a:t>Eksempel 2:</a:t>
            </a:r>
          </a:p>
          <a:p>
            <a:r>
              <a:rPr lang="da-DK" dirty="0"/>
              <a:t>CH</a:t>
            </a:r>
            <a:r>
              <a:rPr lang="da-DK" baseline="-25000" dirty="0"/>
              <a:t>4</a:t>
            </a:r>
          </a:p>
          <a:p>
            <a:r>
              <a:rPr lang="da-DK" dirty="0"/>
              <a:t>Hvis forskellen i elektronegativitet (</a:t>
            </a:r>
            <a:r>
              <a:rPr lang="da-DK" dirty="0">
                <a:latin typeface="Trebuchet MS" panose="020B0603020202020204" pitchFamily="34" charset="0"/>
              </a:rPr>
              <a:t>∆</a:t>
            </a:r>
            <a:r>
              <a:rPr lang="da-DK" dirty="0"/>
              <a:t>EN) er større end 0,5 er molekylet polært</a:t>
            </a:r>
          </a:p>
          <a:p>
            <a:endParaRPr lang="da-DK" dirty="0"/>
          </a:p>
          <a:p>
            <a:r>
              <a:rPr lang="da-DK" dirty="0"/>
              <a:t>EN for H er 2,1</a:t>
            </a:r>
          </a:p>
          <a:p>
            <a:r>
              <a:rPr lang="da-DK" dirty="0"/>
              <a:t>EN for C er 2,5</a:t>
            </a:r>
          </a:p>
          <a:p>
            <a:r>
              <a:rPr lang="da-DK" dirty="0"/>
              <a:t>Forskellen er 0,4</a:t>
            </a:r>
          </a:p>
          <a:p>
            <a:r>
              <a:rPr lang="da-DK" dirty="0">
                <a:latin typeface="Trebuchet MS" panose="020B0603020202020204" pitchFamily="34" charset="0"/>
              </a:rPr>
              <a:t>∆</a:t>
            </a:r>
            <a:r>
              <a:rPr lang="da-DK" dirty="0"/>
              <a:t>EN &lt; 0,5</a:t>
            </a:r>
          </a:p>
          <a:p>
            <a:r>
              <a:rPr lang="da-DK" dirty="0"/>
              <a:t>Molekylet er </a:t>
            </a:r>
            <a:r>
              <a:rPr lang="da-DK" dirty="0" err="1"/>
              <a:t>upolært</a:t>
            </a:r>
            <a:endParaRPr lang="da-DK" dirty="0"/>
          </a:p>
          <a:p>
            <a:endParaRPr lang="da-DK" dirty="0"/>
          </a:p>
        </p:txBody>
      </p:sp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5131969C-0886-48AC-2F7D-8210255CB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8049443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53B1AC-BB54-A885-EA14-308EA7D9D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Inddeling af kemiske forbindelser</a:t>
            </a:r>
          </a:p>
        </p:txBody>
      </p:sp>
      <p:graphicFrame>
        <p:nvGraphicFramePr>
          <p:cNvPr id="6" name="Pladsholder til indhold 5">
            <a:extLst>
              <a:ext uri="{FF2B5EF4-FFF2-40B4-BE49-F238E27FC236}">
                <a16:creationId xmlns:a16="http://schemas.microsoft.com/office/drawing/2014/main" id="{38099333-48D7-E06E-9912-86064B976C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9215786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Pladsholder til slidenummer 2">
            <a:extLst>
              <a:ext uri="{FF2B5EF4-FFF2-40B4-BE49-F238E27FC236}">
                <a16:creationId xmlns:a16="http://schemas.microsoft.com/office/drawing/2014/main" id="{6AC7C302-CC14-03C5-4A85-426615BCC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54300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55AE6B0-AC9E-4167-806F-E9DB135FC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3E08D1C-2229-506E-E2D4-50B6C16AC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da-DK" sz="4400"/>
              <a:t>Opgaver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3416A-383B-4FDC-B4C9-D8EDDFE9C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29267" y="-8467"/>
            <a:ext cx="4766733" cy="6866467"/>
            <a:chOff x="7425267" y="-8467"/>
            <a:chExt cx="4766733" cy="6866467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B0D29D5-3F7C-4197-821B-6D60A66CC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rgbClr val="BFBFBF">
                  <a:alpha val="75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47FB49A-3541-428A-AADE-682A3C5056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rgbClr val="BFBFBF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23">
              <a:extLst>
                <a:ext uri="{FF2B5EF4-FFF2-40B4-BE49-F238E27FC236}">
                  <a16:creationId xmlns:a16="http://schemas.microsoft.com/office/drawing/2014/main" id="{D96F53DC-08F1-42C6-B558-B83D54B276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5" name="Rectangle 25">
              <a:extLst>
                <a:ext uri="{FF2B5EF4-FFF2-40B4-BE49-F238E27FC236}">
                  <a16:creationId xmlns:a16="http://schemas.microsoft.com/office/drawing/2014/main" id="{AFE48CAF-A51C-463F-A570-ED99439A5C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6" name="Isosceles Triangle 15">
              <a:extLst>
                <a:ext uri="{FF2B5EF4-FFF2-40B4-BE49-F238E27FC236}">
                  <a16:creationId xmlns:a16="http://schemas.microsoft.com/office/drawing/2014/main" id="{01F0C48B-50FF-4351-8207-16D0960483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7" name="Rectangle 27">
              <a:extLst>
                <a:ext uri="{FF2B5EF4-FFF2-40B4-BE49-F238E27FC236}">
                  <a16:creationId xmlns:a16="http://schemas.microsoft.com/office/drawing/2014/main" id="{300384B6-5ED6-4F91-A548-B706D83751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8" name="Rectangle 28">
              <a:extLst>
                <a:ext uri="{FF2B5EF4-FFF2-40B4-BE49-F238E27FC236}">
                  <a16:creationId xmlns:a16="http://schemas.microsoft.com/office/drawing/2014/main" id="{337AFFAE-C182-463C-9459-8AB3C69D9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19" name="Rectangle 29">
              <a:extLst>
                <a:ext uri="{FF2B5EF4-FFF2-40B4-BE49-F238E27FC236}">
                  <a16:creationId xmlns:a16="http://schemas.microsoft.com/office/drawing/2014/main" id="{510ACF17-C3F0-42BF-BDEB-D079277121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E804EFD0-B84E-476F-9FC6-6C4A42EA00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da-DK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7BD1F4E-A66D-4C06-86DA-8D56CA7A3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77719" y="0"/>
            <a:ext cx="621428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CCAB2244-0C3A-5039-8398-DEDAA50CFB8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2289826"/>
              </p:ext>
            </p:extLst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6729C3EC-CC59-22E6-6036-0035F5CB8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90054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98B8C8-16D5-A5F0-0154-43EA5A4DD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Blandbarhedsregler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59317603-E8B6-7207-C049-7EEA682239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Et molekyles polaritet bruges til at afgøre om to stoffer er blandbare</a:t>
            </a:r>
          </a:p>
          <a:p>
            <a:endParaRPr lang="da-DK" dirty="0"/>
          </a:p>
          <a:p>
            <a:r>
              <a:rPr lang="da-DK" dirty="0"/>
              <a:t>Et polært stof kan blandes med et andet polært stof</a:t>
            </a:r>
          </a:p>
          <a:p>
            <a:r>
              <a:rPr lang="da-DK" dirty="0"/>
              <a:t>Et </a:t>
            </a:r>
            <a:r>
              <a:rPr lang="da-DK" dirty="0" err="1"/>
              <a:t>upolært</a:t>
            </a:r>
            <a:r>
              <a:rPr lang="da-DK" dirty="0"/>
              <a:t> stof kan blandes med et andet </a:t>
            </a:r>
            <a:r>
              <a:rPr lang="da-DK" dirty="0" err="1"/>
              <a:t>upolært</a:t>
            </a:r>
            <a:r>
              <a:rPr lang="da-DK" dirty="0"/>
              <a:t> stof</a:t>
            </a:r>
          </a:p>
          <a:p>
            <a:r>
              <a:rPr lang="da-DK" dirty="0"/>
              <a:t>Et polært stof kan IKKE blandes med et andet </a:t>
            </a:r>
            <a:r>
              <a:rPr lang="da-DK" dirty="0" err="1"/>
              <a:t>upolært</a:t>
            </a:r>
            <a:r>
              <a:rPr lang="da-DK" dirty="0"/>
              <a:t> stof</a:t>
            </a:r>
          </a:p>
          <a:p>
            <a:endParaRPr lang="da-DK" dirty="0"/>
          </a:p>
          <a:p>
            <a:r>
              <a:rPr lang="da-DK" dirty="0"/>
              <a:t>Eller som én regel:</a:t>
            </a:r>
          </a:p>
          <a:p>
            <a:r>
              <a:rPr lang="da-DK" dirty="0">
                <a:solidFill>
                  <a:srgbClr val="FF0000"/>
                </a:solidFill>
              </a:rPr>
              <a:t>Ens stoffer (samme polaritet) kan blandes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986102B-56FF-D3CE-0DF4-4D4D5AF09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0988229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E700B3-2232-A24D-5F04-FC5348969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Væskers blandbarhed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B75CD7C-CAB3-BFDD-3F89-A23D2B42A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En væske er altid en molekylforbindelse (ionforbindelser er altid på fast form)</a:t>
            </a:r>
          </a:p>
          <a:p>
            <a:r>
              <a:rPr lang="da-DK" dirty="0"/>
              <a:t>En molekylforbindelse kan enten være polær eller </a:t>
            </a:r>
            <a:r>
              <a:rPr lang="da-DK" dirty="0" err="1"/>
              <a:t>upolær</a:t>
            </a:r>
            <a:endParaRPr lang="da-DK" dirty="0"/>
          </a:p>
          <a:p>
            <a:r>
              <a:rPr lang="da-DK" dirty="0"/>
              <a:t>Blandbarhedsskema:</a:t>
            </a:r>
          </a:p>
          <a:p>
            <a:endParaRPr lang="da-DK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9A0A7DC3-E0C8-5BC3-F6B2-3F4720E93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3424"/>
              </p:ext>
            </p:extLst>
          </p:nvPr>
        </p:nvGraphicFramePr>
        <p:xfrm>
          <a:off x="1573619" y="3526661"/>
          <a:ext cx="7842101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435">
                  <a:extLst>
                    <a:ext uri="{9D8B030D-6E8A-4147-A177-3AD203B41FA5}">
                      <a16:colId xmlns:a16="http://schemas.microsoft.com/office/drawing/2014/main" val="106071917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2229981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67699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Væske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Væske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Blandbar?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3820989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da-DK" dirty="0"/>
                        <a:t>Polær væske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Polær væske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135643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Upolær</a:t>
                      </a:r>
                      <a:r>
                        <a:rPr lang="da-DK" dirty="0"/>
                        <a:t> væske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Nej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50693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da-DK" dirty="0" err="1"/>
                        <a:t>Upolær</a:t>
                      </a:r>
                      <a:r>
                        <a:rPr lang="da-DK" dirty="0"/>
                        <a:t> væske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Polær væske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Nej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6403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Upolær</a:t>
                      </a:r>
                      <a:r>
                        <a:rPr lang="da-DK" dirty="0"/>
                        <a:t> væske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9185894"/>
                  </a:ext>
                </a:extLst>
              </a:tr>
            </a:tbl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37C1F50-AD93-7E37-9748-DE265B889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417806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891679-0CB2-B171-80B5-43ACB9722E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Blandbarhed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19C8998B-74E2-A9E9-363E-FFD080903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6017380" cy="3880773"/>
          </a:xfrm>
        </p:spPr>
        <p:txBody>
          <a:bodyPr>
            <a:normAutofit lnSpcReduction="10000"/>
          </a:bodyPr>
          <a:lstStyle/>
          <a:p>
            <a:r>
              <a:rPr lang="da-DK" dirty="0"/>
              <a:t>Vand og heptan har strukturformlerne vist på figuren</a:t>
            </a:r>
          </a:p>
          <a:p>
            <a:r>
              <a:rPr lang="da-DK" dirty="0"/>
              <a:t>Vi slår EN op for H og O: 2,1 og 3,5</a:t>
            </a:r>
          </a:p>
          <a:p>
            <a:r>
              <a:rPr lang="da-DK" dirty="0"/>
              <a:t>Vi beregner: </a:t>
            </a:r>
            <a:r>
              <a:rPr lang="da-DK" dirty="0">
                <a:latin typeface="Trebuchet MS" panose="020B0603020202020204" pitchFamily="34" charset="0"/>
              </a:rPr>
              <a:t>∆EN = 3,5-2,1=1,4</a:t>
            </a:r>
          </a:p>
          <a:p>
            <a:r>
              <a:rPr lang="da-DK" dirty="0">
                <a:latin typeface="Trebuchet MS" panose="020B0603020202020204" pitchFamily="34" charset="0"/>
              </a:rPr>
              <a:t>∆EN er langt over 0,5, vand er altså særdeles polært</a:t>
            </a:r>
          </a:p>
          <a:p>
            <a:endParaRPr lang="da-DK" dirty="0">
              <a:latin typeface="Trebuchet MS" panose="020B0603020202020204" pitchFamily="34" charset="0"/>
            </a:endParaRPr>
          </a:p>
          <a:p>
            <a:r>
              <a:rPr lang="da-DK" dirty="0">
                <a:latin typeface="Trebuchet MS" panose="020B0603020202020204" pitchFamily="34" charset="0"/>
              </a:rPr>
              <a:t>Vi slår EN op for H og C: 2,1 og 2,5</a:t>
            </a:r>
          </a:p>
          <a:p>
            <a:r>
              <a:rPr lang="da-DK" dirty="0">
                <a:latin typeface="Trebuchet MS" panose="020B0603020202020204" pitchFamily="34" charset="0"/>
              </a:rPr>
              <a:t>Vi beregner: ∆EN = 2,5-2,1=0,4</a:t>
            </a:r>
          </a:p>
          <a:p>
            <a:r>
              <a:rPr lang="da-DK" dirty="0">
                <a:latin typeface="Trebuchet MS" panose="020B0603020202020204" pitchFamily="34" charset="0"/>
              </a:rPr>
              <a:t>Da ∆EN er under 0,5, er heptan </a:t>
            </a:r>
            <a:r>
              <a:rPr lang="da-DK" dirty="0" err="1">
                <a:latin typeface="Trebuchet MS" panose="020B0603020202020204" pitchFamily="34" charset="0"/>
              </a:rPr>
              <a:t>upolært</a:t>
            </a:r>
            <a:endParaRPr lang="da-DK" dirty="0">
              <a:latin typeface="Trebuchet MS" panose="020B0603020202020204" pitchFamily="34" charset="0"/>
            </a:endParaRPr>
          </a:p>
          <a:p>
            <a:endParaRPr lang="da-DK" dirty="0">
              <a:latin typeface="Trebuchet MS" panose="020B0603020202020204" pitchFamily="34" charset="0"/>
            </a:endParaRPr>
          </a:p>
          <a:p>
            <a:r>
              <a:rPr lang="da-DK" dirty="0">
                <a:latin typeface="Trebuchet MS" panose="020B0603020202020204" pitchFamily="34" charset="0"/>
              </a:rPr>
              <a:t>De to stoffer kan altså </a:t>
            </a:r>
            <a:r>
              <a:rPr lang="da-DK" dirty="0">
                <a:solidFill>
                  <a:srgbClr val="FF0000"/>
                </a:solidFill>
                <a:latin typeface="Trebuchet MS" panose="020B0603020202020204" pitchFamily="34" charset="0"/>
              </a:rPr>
              <a:t>ikke</a:t>
            </a:r>
            <a:r>
              <a:rPr lang="da-DK" dirty="0">
                <a:latin typeface="Trebuchet MS" panose="020B0603020202020204" pitchFamily="34" charset="0"/>
              </a:rPr>
              <a:t> blandes</a:t>
            </a:r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FA529DB-387B-BC79-D98E-1D03DB37D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14</a:t>
            </a:fld>
            <a:endParaRPr lang="da-DK"/>
          </a:p>
        </p:txBody>
      </p:sp>
      <p:pic>
        <p:nvPicPr>
          <p:cNvPr id="6" name="Billede 5">
            <a:extLst>
              <a:ext uri="{FF2B5EF4-FFF2-40B4-BE49-F238E27FC236}">
                <a16:creationId xmlns:a16="http://schemas.microsoft.com/office/drawing/2014/main" id="{05F717B6-1AFB-77B1-FD70-9CD5D23033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0123" y="2448559"/>
            <a:ext cx="4736566" cy="22214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772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D1510CE-265C-5DCD-366F-866F149A5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233A6EA2-422B-BE1C-73F3-182A828F8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CB070E1-47A7-42B4-900C-45F619CFF919}" type="slidenum">
              <a:rPr lang="da-DK" smtClean="0"/>
              <a:pPr>
                <a:spcAft>
                  <a:spcPts val="600"/>
                </a:spcAft>
              </a:pPr>
              <a:t>15</a:t>
            </a:fld>
            <a:endParaRPr lang="da-DK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227157D7-A267-E452-8E0A-0F6310F638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7198675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74080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BB927-57C1-1201-FE84-813D651AC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Molekylforbindelser og ionforbindelser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B85990AB-261B-BAC7-830A-73B9F8DE0F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Molekylforbindelser kan deles op i </a:t>
            </a:r>
            <a:r>
              <a:rPr lang="da-DK" dirty="0" err="1"/>
              <a:t>upolære</a:t>
            </a:r>
            <a:r>
              <a:rPr lang="da-DK" dirty="0"/>
              <a:t> og polære</a:t>
            </a:r>
          </a:p>
          <a:p>
            <a:r>
              <a:rPr lang="da-DK" dirty="0"/>
              <a:t>De polære molekylforbindelser begynder at få en vis karakter af ionforbindelser (hvor elektronerne overføres helt)</a:t>
            </a:r>
          </a:p>
          <a:p>
            <a:r>
              <a:rPr lang="da-DK" dirty="0"/>
              <a:t>Vi kan se det som en glidende skala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9B5B3564-CB25-DF53-D5B4-C7FF096B0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16</a:t>
            </a:fld>
            <a:endParaRPr lang="da-DK"/>
          </a:p>
        </p:txBody>
      </p:sp>
      <p:graphicFrame>
        <p:nvGraphicFramePr>
          <p:cNvPr id="5" name="Tabel 4">
            <a:extLst>
              <a:ext uri="{FF2B5EF4-FFF2-40B4-BE49-F238E27FC236}">
                <a16:creationId xmlns:a16="http://schemas.microsoft.com/office/drawing/2014/main" id="{35432B1F-236C-3677-94E7-6E07EE6B68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505367"/>
              </p:ext>
            </p:extLst>
          </p:nvPr>
        </p:nvGraphicFramePr>
        <p:xfrm>
          <a:off x="1146003" y="3963609"/>
          <a:ext cx="8127999" cy="165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510696713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36014782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7084379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 err="1"/>
                        <a:t>Upolære</a:t>
                      </a:r>
                      <a:r>
                        <a:rPr lang="da-DK" dirty="0"/>
                        <a:t> molekylforbindelser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Polære molekylforbindelser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Ionforbindelser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192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>
                          <a:latin typeface="Trebuchet MS" panose="020B0603020202020204" pitchFamily="34" charset="0"/>
                        </a:rPr>
                        <a:t>∆EN &lt; 0,5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latin typeface="Trebuchet MS" panose="020B0603020202020204" pitchFamily="34" charset="0"/>
                        </a:rPr>
                        <a:t>0,5 &lt; ∆EN &lt; 1,8</a:t>
                      </a: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>
                          <a:latin typeface="Trebuchet MS" panose="020B0603020202020204" pitchFamily="34" charset="0"/>
                        </a:rPr>
                        <a:t>∆EN &gt; 1,8</a:t>
                      </a:r>
                      <a:endParaRPr lang="da-DK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4359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Elektroner deles ligeligt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Elektroner deles – men ”skævt”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Elektroner overføres fra metal til ikkemetal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14698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19782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79D0B-18A7-7F73-B40F-1F1F40E2F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784E3D3-13DB-6845-E11E-08409C56B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Inddeling af kemiske forbindelser</a:t>
            </a:r>
          </a:p>
        </p:txBody>
      </p:sp>
      <p:graphicFrame>
        <p:nvGraphicFramePr>
          <p:cNvPr id="6" name="Pladsholder til indhold 5">
            <a:extLst>
              <a:ext uri="{FF2B5EF4-FFF2-40B4-BE49-F238E27FC236}">
                <a16:creationId xmlns:a16="http://schemas.microsoft.com/office/drawing/2014/main" id="{823A9335-9F0D-9A77-443D-DDB3ADE5F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8383374"/>
              </p:ext>
            </p:extLst>
          </p:nvPr>
        </p:nvGraphicFramePr>
        <p:xfrm>
          <a:off x="677863" y="2160588"/>
          <a:ext cx="8596312" cy="3881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kstfelt 2">
            <a:extLst>
              <a:ext uri="{FF2B5EF4-FFF2-40B4-BE49-F238E27FC236}">
                <a16:creationId xmlns:a16="http://schemas.microsoft.com/office/drawing/2014/main" id="{AD450979-065E-AE26-50DE-7968A45E9316}"/>
              </a:ext>
            </a:extLst>
          </p:cNvPr>
          <p:cNvSpPr txBox="1"/>
          <p:nvPr/>
        </p:nvSpPr>
        <p:spPr>
          <a:xfrm>
            <a:off x="839972" y="1424763"/>
            <a:ext cx="80594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dirty="0"/>
              <a:t>Når det gælder blandbarhedsregler, hører de polære molekylforbindelser mere sammen med ionforbindelser end med de </a:t>
            </a:r>
            <a:r>
              <a:rPr lang="da-DK" dirty="0" err="1"/>
              <a:t>upolære</a:t>
            </a:r>
            <a:r>
              <a:rPr lang="da-DK" dirty="0"/>
              <a:t> molekylforbindelser.</a:t>
            </a:r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57E67646-318A-2747-25D9-1E00B5096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17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638350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99BBCE-7B77-8B61-A5F6-C8710101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Faste stoffers opløselighed i væske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06992A3-9CE7-A3FE-2C7D-1711CA210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Et fast stof kan enten være en ionforbindelse, en polær molekylforbindelse eller en </a:t>
            </a:r>
            <a:r>
              <a:rPr lang="da-DK" dirty="0" err="1"/>
              <a:t>upolær</a:t>
            </a:r>
            <a:r>
              <a:rPr lang="da-DK" dirty="0"/>
              <a:t> molekylforbindelse</a:t>
            </a:r>
          </a:p>
          <a:p>
            <a:r>
              <a:rPr lang="da-DK" dirty="0"/>
              <a:t>En væske kan enten være en polær molekylforbindelse eller en </a:t>
            </a:r>
            <a:r>
              <a:rPr lang="da-DK" dirty="0" err="1"/>
              <a:t>upolær</a:t>
            </a:r>
            <a:r>
              <a:rPr lang="da-DK" dirty="0"/>
              <a:t> molekylforbindelse</a:t>
            </a:r>
          </a:p>
          <a:p>
            <a:r>
              <a:rPr lang="da-DK" dirty="0"/>
              <a:t>Opløsningsskema</a:t>
            </a:r>
          </a:p>
          <a:p>
            <a:endParaRPr lang="da-DK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67CA991D-03FE-1840-B879-159BBFB917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413801"/>
              </p:ext>
            </p:extLst>
          </p:nvPr>
        </p:nvGraphicFramePr>
        <p:xfrm>
          <a:off x="1690577" y="4023360"/>
          <a:ext cx="80441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7507">
                  <a:extLst>
                    <a:ext uri="{9D8B030D-6E8A-4147-A177-3AD203B41FA5}">
                      <a16:colId xmlns:a16="http://schemas.microsoft.com/office/drawing/2014/main" val="347071505"/>
                    </a:ext>
                  </a:extLst>
                </a:gridCol>
                <a:gridCol w="2687280">
                  <a:extLst>
                    <a:ext uri="{9D8B030D-6E8A-4147-A177-3AD203B41FA5}">
                      <a16:colId xmlns:a16="http://schemas.microsoft.com/office/drawing/2014/main" val="286571684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443877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a-DK" dirty="0"/>
                        <a:t>Væske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Fast stof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Opløselig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6791718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da-DK" dirty="0"/>
                        <a:t>Polær </a:t>
                      </a:r>
                      <a:r>
                        <a:rPr lang="da-DK" dirty="0" err="1"/>
                        <a:t>molekylforb</a:t>
                      </a:r>
                      <a:r>
                        <a:rPr lang="da-DK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Ionforbindelse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1203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Polær </a:t>
                      </a:r>
                      <a:r>
                        <a:rPr lang="da-DK" dirty="0" err="1"/>
                        <a:t>molekylforb</a:t>
                      </a:r>
                      <a:r>
                        <a:rPr lang="da-DK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222579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Upolær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molekylforb</a:t>
                      </a:r>
                      <a:r>
                        <a:rPr lang="da-DK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Nej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220794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a-DK" dirty="0" err="1"/>
                        <a:t>Upolær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molekylforb</a:t>
                      </a:r>
                      <a:r>
                        <a:rPr lang="da-DK" dirty="0"/>
                        <a:t>.</a:t>
                      </a:r>
                    </a:p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Ionforbindelse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Nej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137294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Polær </a:t>
                      </a:r>
                      <a:r>
                        <a:rPr lang="da-DK" dirty="0" err="1"/>
                        <a:t>molekylforb</a:t>
                      </a:r>
                      <a:r>
                        <a:rPr lang="da-DK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Nej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844362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da-DK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err="1"/>
                        <a:t>Upolær</a:t>
                      </a:r>
                      <a:r>
                        <a:rPr lang="da-DK" dirty="0"/>
                        <a:t> </a:t>
                      </a:r>
                      <a:r>
                        <a:rPr lang="da-DK" dirty="0" err="1"/>
                        <a:t>molekylforb</a:t>
                      </a:r>
                      <a:r>
                        <a:rPr lang="da-DK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/>
                        <a:t>Ja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1066097"/>
                  </a:ext>
                </a:extLst>
              </a:tr>
            </a:tbl>
          </a:graphicData>
        </a:graphic>
      </p:graphicFrame>
      <p:sp>
        <p:nvSpPr>
          <p:cNvPr id="5" name="Pladsholder til slidenummer 4">
            <a:extLst>
              <a:ext uri="{FF2B5EF4-FFF2-40B4-BE49-F238E27FC236}">
                <a16:creationId xmlns:a16="http://schemas.microsoft.com/office/drawing/2014/main" id="{D6DA1AA8-F356-D998-2730-B352D34A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18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125475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F4444CE-BC8D-4D61-B303-4C05614E6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A046FF4-D47A-4661-7F7C-0E15E59CD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da-DK" dirty="0"/>
              <a:t>Opgaver</a:t>
            </a:r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73772B81-181F-48B7-8826-4D9686D15D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F0907908-7441-13A1-513B-BD3F7B96D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4532" y="6182876"/>
            <a:ext cx="683339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5CB070E1-47A7-42B4-900C-45F619CFF919}" type="slidenum">
              <a:rPr lang="da-DK" smtClean="0"/>
              <a:pPr>
                <a:spcAft>
                  <a:spcPts val="600"/>
                </a:spcAft>
              </a:pPr>
              <a:t>19</a:t>
            </a:fld>
            <a:endParaRPr lang="da-DK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B2205F6E-03C6-4E92-877C-E2482F6599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a-DK"/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4B4AAEA1-36E7-5FDE-7095-BD6C69E22A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28558812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694936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EC0437-29B5-42F9-9755-257311805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da-DK" sz="4400" dirty="0"/>
              <a:t>Emulsion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790A7FB5-D1A3-407F-9B9A-7379CBCD24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623899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Oliedråber flyder på vand med en rød baggrund">
            <a:extLst>
              <a:ext uri="{FF2B5EF4-FFF2-40B4-BE49-F238E27FC236}">
                <a16:creationId xmlns:a16="http://schemas.microsoft.com/office/drawing/2014/main" id="{F2D0E263-4E54-497A-9BA6-DECF3276959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362"/>
          <a:stretch/>
        </p:blipFill>
        <p:spPr>
          <a:xfrm>
            <a:off x="4269854" y="-1"/>
            <a:ext cx="7922146" cy="685800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B8BF88E-47CB-41A8-9612-DE39E097E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3851123" cy="1320800"/>
          </a:xfrm>
        </p:spPr>
        <p:txBody>
          <a:bodyPr>
            <a:normAutofit/>
          </a:bodyPr>
          <a:lstStyle/>
          <a:p>
            <a:r>
              <a:rPr lang="da-DK" dirty="0"/>
              <a:t>Emulsion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C096DA5C-71B5-4BEB-93EE-03069B60B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3851122" cy="3880773"/>
          </a:xfrm>
        </p:spPr>
        <p:txBody>
          <a:bodyPr>
            <a:normAutofit/>
          </a:bodyPr>
          <a:lstStyle/>
          <a:p>
            <a:r>
              <a:rPr lang="da-DK" dirty="0"/>
              <a:t>Vand og olie kan rystes sammen så det blandes</a:t>
            </a:r>
          </a:p>
          <a:p>
            <a:r>
              <a:rPr lang="da-DK" dirty="0"/>
              <a:t>En sådan blanding kaldes for en emulsion</a:t>
            </a:r>
          </a:p>
          <a:p>
            <a:r>
              <a:rPr lang="da-DK" dirty="0"/>
              <a:t>En emulsion af vand og olie vil skille igen</a:t>
            </a:r>
          </a:p>
          <a:p>
            <a:r>
              <a:rPr lang="da-DK" dirty="0"/>
              <a:t>Vi siger at emulsionen er </a:t>
            </a:r>
            <a:r>
              <a:rPr lang="da-DK" dirty="0">
                <a:solidFill>
                  <a:srgbClr val="FF0000"/>
                </a:solidFill>
              </a:rPr>
              <a:t>ustabil</a:t>
            </a:r>
          </a:p>
        </p:txBody>
      </p:sp>
    </p:spTree>
    <p:extLst>
      <p:ext uri="{BB962C8B-B14F-4D97-AF65-F5344CB8AC3E}">
        <p14:creationId xmlns:p14="http://schemas.microsoft.com/office/powerpoint/2010/main" val="33240231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253471-F860-47A6-A046-46C302073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da-DK" sz="4400"/>
              <a:t>O/V- og V/O-emulsion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E7E0F060-3C41-4815-95DF-EAEB3104B5D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802516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9E317D-8F9D-4E63-9CC6-E05A1321C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da-DK" sz="4400"/>
              <a:t>Emulgator</a:t>
            </a:r>
          </a:p>
        </p:txBody>
      </p:sp>
      <p:graphicFrame>
        <p:nvGraphicFramePr>
          <p:cNvPr id="5" name="Pladsholder til indhold 2">
            <a:extLst>
              <a:ext uri="{FF2B5EF4-FFF2-40B4-BE49-F238E27FC236}">
                <a16:creationId xmlns:a16="http://schemas.microsoft.com/office/drawing/2014/main" id="{1E745FD3-EC94-4F2E-B8F9-E76FB67FD9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3022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EBA925-B165-45C1-B081-6C92BC11A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723" y="609600"/>
            <a:ext cx="4512989" cy="2227730"/>
          </a:xfrm>
        </p:spPr>
        <p:txBody>
          <a:bodyPr anchor="ctr">
            <a:normAutofit/>
          </a:bodyPr>
          <a:lstStyle/>
          <a:p>
            <a:r>
              <a:rPr lang="da-DK">
                <a:solidFill>
                  <a:srgbClr val="FFFFFF"/>
                </a:solidFill>
              </a:rPr>
              <a:t>Emulgator</a:t>
            </a:r>
          </a:p>
        </p:txBody>
      </p:sp>
      <p:pic>
        <p:nvPicPr>
          <p:cNvPr id="5" name="Billede 4">
            <a:extLst>
              <a:ext uri="{FF2B5EF4-FFF2-40B4-BE49-F238E27FC236}">
                <a16:creationId xmlns:a16="http://schemas.microsoft.com/office/drawing/2014/main" id="{71506254-1E13-4B2D-9687-FD78D558A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062" y="1377418"/>
            <a:ext cx="10172338" cy="2878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8356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2D548C-BDB2-434E-B91B-7B146127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Emulgator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DD29EF22-31A3-441A-A0AF-013B427AB8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Symbolsk repræsentation af emulgator:</a:t>
            </a:r>
          </a:p>
          <a:p>
            <a:r>
              <a:rPr lang="da-DK" dirty="0"/>
              <a:t>Den polær den symboliseres med en cirkel</a:t>
            </a:r>
          </a:p>
          <a:p>
            <a:r>
              <a:rPr lang="da-DK" dirty="0"/>
              <a:t>Den </a:t>
            </a:r>
            <a:r>
              <a:rPr lang="da-DK" dirty="0" err="1"/>
              <a:t>upolære</a:t>
            </a:r>
            <a:r>
              <a:rPr lang="da-DK" dirty="0"/>
              <a:t> del symboliseres med en streg</a:t>
            </a:r>
          </a:p>
          <a:p>
            <a:endParaRPr lang="da-DK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0A73B596-D141-40AC-A24D-094F60626669}"/>
              </a:ext>
            </a:extLst>
          </p:cNvPr>
          <p:cNvSpPr/>
          <p:nvPr/>
        </p:nvSpPr>
        <p:spPr>
          <a:xfrm>
            <a:off x="6329680" y="4053840"/>
            <a:ext cx="375920" cy="467360"/>
          </a:xfrm>
          <a:prstGeom prst="ellipse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cxnSp>
        <p:nvCxnSpPr>
          <p:cNvPr id="6" name="Lige forbindelse 5">
            <a:extLst>
              <a:ext uri="{FF2B5EF4-FFF2-40B4-BE49-F238E27FC236}">
                <a16:creationId xmlns:a16="http://schemas.microsoft.com/office/drawing/2014/main" id="{6178CE8E-4B3A-4D0F-8F8C-46A69C1A4E21}"/>
              </a:ext>
            </a:extLst>
          </p:cNvPr>
          <p:cNvCxnSpPr>
            <a:stCxn id="4" idx="2"/>
          </p:cNvCxnSpPr>
          <p:nvPr/>
        </p:nvCxnSpPr>
        <p:spPr>
          <a:xfrm flipH="1">
            <a:off x="3299791" y="4287519"/>
            <a:ext cx="3029889" cy="36000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6311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DEE8949-DD97-45B1-83AC-624905B47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Emulgator</a:t>
            </a:r>
          </a:p>
        </p:txBody>
      </p:sp>
      <p:pic>
        <p:nvPicPr>
          <p:cNvPr id="5" name="Pladsholder til indhold 4">
            <a:extLst>
              <a:ext uri="{FF2B5EF4-FFF2-40B4-BE49-F238E27FC236}">
                <a16:creationId xmlns:a16="http://schemas.microsoft.com/office/drawing/2014/main" id="{5FEEC314-3272-4341-9A6E-80CE20F7A0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814" y="1370403"/>
            <a:ext cx="7043527" cy="5282645"/>
          </a:xfrm>
        </p:spPr>
      </p:pic>
    </p:spTree>
    <p:extLst>
      <p:ext uri="{BB962C8B-B14F-4D97-AF65-F5344CB8AC3E}">
        <p14:creationId xmlns:p14="http://schemas.microsoft.com/office/powerpoint/2010/main" val="16362951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47B8E6-5A7E-4E68-ACE9-88F5EA3EB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481" y="1382486"/>
            <a:ext cx="3547581" cy="4093028"/>
          </a:xfrm>
        </p:spPr>
        <p:txBody>
          <a:bodyPr anchor="ctr">
            <a:normAutofit/>
          </a:bodyPr>
          <a:lstStyle/>
          <a:p>
            <a:r>
              <a:rPr lang="da-DK" sz="4400"/>
              <a:t>Emulgator</a:t>
            </a:r>
          </a:p>
        </p:txBody>
      </p:sp>
      <p:graphicFrame>
        <p:nvGraphicFramePr>
          <p:cNvPr id="7" name="Pladsholder til indhold 2">
            <a:extLst>
              <a:ext uri="{FF2B5EF4-FFF2-40B4-BE49-F238E27FC236}">
                <a16:creationId xmlns:a16="http://schemas.microsoft.com/office/drawing/2014/main" id="{45D06C01-CF42-4B5C-91B9-7B2E66A4E85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16553" y="944563"/>
          <a:ext cx="6628804" cy="49795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691821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8D4A99-A304-B506-E160-DF0CD3617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Opgaver</a:t>
            </a:r>
          </a:p>
        </p:txBody>
      </p:sp>
      <p:graphicFrame>
        <p:nvGraphicFramePr>
          <p:cNvPr id="6" name="Pladsholder til indhold 2">
            <a:extLst>
              <a:ext uri="{FF2B5EF4-FFF2-40B4-BE49-F238E27FC236}">
                <a16:creationId xmlns:a16="http://schemas.microsoft.com/office/drawing/2014/main" id="{852B4D31-C6CC-6B3D-9F9F-AC024A9D266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77334" y="2160589"/>
          <a:ext cx="8596668" cy="38807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A0EA9619-2EF2-95DB-B0B9-51B7C8731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28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983930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7F86D0-9D0A-739A-4450-E4358CCDC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Oversigt</a:t>
            </a:r>
          </a:p>
        </p:txBody>
      </p:sp>
      <p:sp>
        <p:nvSpPr>
          <p:cNvPr id="3" name="Pladsholder til indhold 2">
            <a:extLst>
              <a:ext uri="{FF2B5EF4-FFF2-40B4-BE49-F238E27FC236}">
                <a16:creationId xmlns:a16="http://schemas.microsoft.com/office/drawing/2014/main" id="{75756411-5180-FE89-6AC2-FB52DEA15D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Molekyler</a:t>
            </a:r>
          </a:p>
          <a:p>
            <a:r>
              <a:rPr lang="da-DK" dirty="0"/>
              <a:t>Elektronegativitet (EN)</a:t>
            </a:r>
          </a:p>
          <a:p>
            <a:r>
              <a:rPr lang="da-DK" dirty="0"/>
              <a:t>Forskelle i EN (</a:t>
            </a:r>
            <a:r>
              <a:rPr lang="da-DK" dirty="0">
                <a:latin typeface="Trebuchet MS" panose="020B0603020202020204" pitchFamily="34" charset="0"/>
              </a:rPr>
              <a:t>∆EN)</a:t>
            </a:r>
          </a:p>
          <a:p>
            <a:r>
              <a:rPr lang="da-DK" dirty="0">
                <a:latin typeface="Trebuchet MS" panose="020B0603020202020204" pitchFamily="34" charset="0"/>
              </a:rPr>
              <a:t>Polaritet</a:t>
            </a:r>
          </a:p>
          <a:p>
            <a:r>
              <a:rPr lang="da-DK" dirty="0">
                <a:latin typeface="Trebuchet MS" panose="020B0603020202020204" pitchFamily="34" charset="0"/>
              </a:rPr>
              <a:t>Blandbarhedsregler</a:t>
            </a:r>
          </a:p>
          <a:p>
            <a:r>
              <a:rPr lang="da-DK" dirty="0" err="1">
                <a:latin typeface="Trebuchet MS" panose="020B0603020202020204" pitchFamily="34" charset="0"/>
              </a:rPr>
              <a:t>Upolære</a:t>
            </a:r>
            <a:r>
              <a:rPr lang="da-DK" dirty="0">
                <a:latin typeface="Trebuchet MS" panose="020B0603020202020204" pitchFamily="34" charset="0"/>
              </a:rPr>
              <a:t> molekylforbindelser, polære molekylforbindelser og ionforbindelser</a:t>
            </a:r>
          </a:p>
          <a:p>
            <a:r>
              <a:rPr lang="da-DK" dirty="0">
                <a:latin typeface="Trebuchet MS" panose="020B0603020202020204" pitchFamily="34" charset="0"/>
              </a:rPr>
              <a:t>Emulsion</a:t>
            </a:r>
          </a:p>
          <a:p>
            <a:r>
              <a:rPr lang="da-DK" dirty="0">
                <a:latin typeface="Trebuchet MS" panose="020B0603020202020204" pitchFamily="34" charset="0"/>
              </a:rPr>
              <a:t>Emulgator</a:t>
            </a:r>
          </a:p>
          <a:p>
            <a:endParaRPr lang="da-DK" dirty="0"/>
          </a:p>
        </p:txBody>
      </p:sp>
      <p:sp>
        <p:nvSpPr>
          <p:cNvPr id="4" name="Pladsholder til slidenummer 3">
            <a:extLst>
              <a:ext uri="{FF2B5EF4-FFF2-40B4-BE49-F238E27FC236}">
                <a16:creationId xmlns:a16="http://schemas.microsoft.com/office/drawing/2014/main" id="{31AA45C4-58A8-AC57-C04E-4574AE3E1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070E1-47A7-42B4-900C-45F619CFF919}" type="slidenum">
              <a:rPr lang="da-DK" smtClean="0"/>
              <a:t>29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71701576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168</TotalTime>
  <Words>1210</Words>
  <Application>Microsoft Office PowerPoint</Application>
  <PresentationFormat>Widescreen</PresentationFormat>
  <Paragraphs>250</Paragraphs>
  <Slides>29</Slides>
  <Notes>0</Notes>
  <HiddenSlides>0</HiddenSlides>
  <MMClips>0</MMClips>
  <ScaleCrop>false</ScaleCrop>
  <HeadingPairs>
    <vt:vector size="6" baseType="variant">
      <vt:variant>
        <vt:lpstr>Benyttede skrifttyper</vt:lpstr>
      </vt:variant>
      <vt:variant>
        <vt:i4>4</vt:i4>
      </vt:variant>
      <vt:variant>
        <vt:lpstr>Tema</vt:lpstr>
      </vt:variant>
      <vt:variant>
        <vt:i4>1</vt:i4>
      </vt:variant>
      <vt:variant>
        <vt:lpstr>Slidetitler</vt:lpstr>
      </vt:variant>
      <vt:variant>
        <vt:i4>29</vt:i4>
      </vt:variant>
    </vt:vector>
  </HeadingPairs>
  <TitlesOfParts>
    <vt:vector size="34" baseType="lpstr">
      <vt:lpstr>Aptos</vt:lpstr>
      <vt:lpstr>Arial</vt:lpstr>
      <vt:lpstr>Trebuchet MS</vt:lpstr>
      <vt:lpstr>Wingdings 3</vt:lpstr>
      <vt:lpstr>Facet</vt:lpstr>
      <vt:lpstr>Polaritet og blandbarhed</vt:lpstr>
      <vt:lpstr>Inddeling af grundstoffer</vt:lpstr>
      <vt:lpstr>Kemiske forbindelser</vt:lpstr>
      <vt:lpstr>Molekylforbindelser</vt:lpstr>
      <vt:lpstr>Elektronegativitet (EN)</vt:lpstr>
      <vt:lpstr>Elektronegativitet (EN)</vt:lpstr>
      <vt:lpstr>Elektronegativitet (EN)</vt:lpstr>
      <vt:lpstr>Betingelse for polaritet</vt:lpstr>
      <vt:lpstr>Polaritet</vt:lpstr>
      <vt:lpstr>Inddeling af kemiske forbindelser</vt:lpstr>
      <vt:lpstr>Opgaver</vt:lpstr>
      <vt:lpstr>Blandbarhedsregler</vt:lpstr>
      <vt:lpstr>Væskers blandbarhed</vt:lpstr>
      <vt:lpstr>Blandbarhed</vt:lpstr>
      <vt:lpstr>Opgaver</vt:lpstr>
      <vt:lpstr>Molekylforbindelser og ionforbindelser</vt:lpstr>
      <vt:lpstr>Inddeling af kemiske forbindelser</vt:lpstr>
      <vt:lpstr>Faste stoffers opløselighed i væske</vt:lpstr>
      <vt:lpstr>Opgaver</vt:lpstr>
      <vt:lpstr>Emulsion</vt:lpstr>
      <vt:lpstr>Emulsion</vt:lpstr>
      <vt:lpstr>O/V- og V/O-emulsion</vt:lpstr>
      <vt:lpstr>Emulgator</vt:lpstr>
      <vt:lpstr>Emulgator</vt:lpstr>
      <vt:lpstr>Emulgator</vt:lpstr>
      <vt:lpstr>Emulgator</vt:lpstr>
      <vt:lpstr>Emulgator</vt:lpstr>
      <vt:lpstr>Opgaver</vt:lpstr>
      <vt:lpstr>Oversigt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Henry Valdemar Vest</dc:creator>
  <cp:lastModifiedBy>Henry Valdemar Vest</cp:lastModifiedBy>
  <cp:revision>6</cp:revision>
  <dcterms:created xsi:type="dcterms:W3CDTF">2025-11-06T11:36:37Z</dcterms:created>
  <dcterms:modified xsi:type="dcterms:W3CDTF">2026-09-28T07:18:56Z</dcterms:modified>
</cp:coreProperties>
</file>