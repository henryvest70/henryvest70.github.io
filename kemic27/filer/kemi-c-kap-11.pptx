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4" r:id="rId12"/>
    <p:sldId id="273" r:id="rId13"/>
    <p:sldId id="275" r:id="rId14"/>
    <p:sldId id="276" r:id="rId15"/>
    <p:sldId id="263" r:id="rId16"/>
    <p:sldId id="264" r:id="rId17"/>
    <p:sldId id="265" r:id="rId18"/>
    <p:sldId id="266" r:id="rId19"/>
    <p:sldId id="277" r:id="rId20"/>
    <p:sldId id="267" r:id="rId21"/>
    <p:sldId id="268" r:id="rId22"/>
    <p:sldId id="269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ry Vest" initials="HV" lastIdx="1" clrIdx="0">
    <p:extLst>
      <p:ext uri="{19B8F6BF-5375-455C-9EA6-DF929625EA0E}">
        <p15:presenceInfo xmlns:p15="http://schemas.microsoft.com/office/powerpoint/2012/main" userId="S::hv@gentoftehf.onmicrosoft.com::f5b1f0ec-4051-405f-83b3-0c678f78df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74D4BA-B966-49CB-8131-9C4EA1DD240F}" v="20" dt="2026-10-01T07:48:36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modSld">
      <pc:chgData name="Henry Valdemar Vest" userId="f5b1f0ec-4051-405f-83b3-0c678f78df49" providerId="ADAL" clId="{0B671710-12AA-4A9C-8982-6D6CBD054718}" dt="2026-10-01T07:48:41.991" v="281" actId="20577"/>
      <pc:docMkLst>
        <pc:docMk/>
      </pc:docMkLst>
      <pc:sldChg chg="modSp mod">
        <pc:chgData name="Henry Valdemar Vest" userId="f5b1f0ec-4051-405f-83b3-0c678f78df49" providerId="ADAL" clId="{0B671710-12AA-4A9C-8982-6D6CBD054718}" dt="2026-10-01T07:40:02.618" v="2" actId="20577"/>
        <pc:sldMkLst>
          <pc:docMk/>
          <pc:sldMk cId="4230318268" sldId="256"/>
        </pc:sldMkLst>
        <pc:spChg chg="mod">
          <ac:chgData name="Henry Valdemar Vest" userId="f5b1f0ec-4051-405f-83b3-0c678f78df49" providerId="ADAL" clId="{0B671710-12AA-4A9C-8982-6D6CBD054718}" dt="2026-10-01T07:40:02.618" v="2" actId="20577"/>
          <ac:spMkLst>
            <pc:docMk/>
            <pc:sldMk cId="4230318268" sldId="256"/>
            <ac:spMk id="3" creationId="{AFE1EDD6-A7C5-4E9F-8EFE-B475C86112A8}"/>
          </ac:spMkLst>
        </pc:spChg>
      </pc:sldChg>
      <pc:sldChg chg="modSp mod">
        <pc:chgData name="Henry Valdemar Vest" userId="f5b1f0ec-4051-405f-83b3-0c678f78df49" providerId="ADAL" clId="{0B671710-12AA-4A9C-8982-6D6CBD054718}" dt="2026-10-01T07:40:34.859" v="8" actId="20577"/>
        <pc:sldMkLst>
          <pc:docMk/>
          <pc:sldMk cId="309952300" sldId="258"/>
        </pc:sldMkLst>
        <pc:spChg chg="mod">
          <ac:chgData name="Henry Valdemar Vest" userId="f5b1f0ec-4051-405f-83b3-0c678f78df49" providerId="ADAL" clId="{0B671710-12AA-4A9C-8982-6D6CBD054718}" dt="2026-10-01T07:40:34.859" v="8" actId="20577"/>
          <ac:spMkLst>
            <pc:docMk/>
            <pc:sldMk cId="309952300" sldId="258"/>
            <ac:spMk id="3" creationId="{FCD1FFEE-A583-41B2-8148-5F1369B75D18}"/>
          </ac:spMkLst>
        </pc:spChg>
      </pc:sldChg>
      <pc:sldChg chg="modSp mod">
        <pc:chgData name="Henry Valdemar Vest" userId="f5b1f0ec-4051-405f-83b3-0c678f78df49" providerId="ADAL" clId="{0B671710-12AA-4A9C-8982-6D6CBD054718}" dt="2026-10-01T07:40:53.742" v="14" actId="20577"/>
        <pc:sldMkLst>
          <pc:docMk/>
          <pc:sldMk cId="2913687700" sldId="259"/>
        </pc:sldMkLst>
        <pc:graphicFrameChg chg="modGraphic">
          <ac:chgData name="Henry Valdemar Vest" userId="f5b1f0ec-4051-405f-83b3-0c678f78df49" providerId="ADAL" clId="{0B671710-12AA-4A9C-8982-6D6CBD054718}" dt="2026-10-01T07:40:53.742" v="14" actId="20577"/>
          <ac:graphicFrameMkLst>
            <pc:docMk/>
            <pc:sldMk cId="2913687700" sldId="259"/>
            <ac:graphicFrameMk id="5" creationId="{F1590380-4510-4900-AE75-CD7C5172190A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1T07:41:13.113" v="17" actId="20577"/>
        <pc:sldMkLst>
          <pc:docMk/>
          <pc:sldMk cId="4101980200" sldId="260"/>
        </pc:sldMkLst>
        <pc:graphicFrameChg chg="modGraphic">
          <ac:chgData name="Henry Valdemar Vest" userId="f5b1f0ec-4051-405f-83b3-0c678f78df49" providerId="ADAL" clId="{0B671710-12AA-4A9C-8982-6D6CBD054718}" dt="2026-10-01T07:41:13.113" v="17" actId="20577"/>
          <ac:graphicFrameMkLst>
            <pc:docMk/>
            <pc:sldMk cId="4101980200" sldId="260"/>
            <ac:graphicFrameMk id="5" creationId="{C803BF3A-6121-42D4-A18B-3DAE276A93E0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1T07:43:31.077" v="49" actId="20577"/>
        <pc:sldMkLst>
          <pc:docMk/>
          <pc:sldMk cId="1403375323" sldId="263"/>
        </pc:sldMkLst>
        <pc:spChg chg="mod">
          <ac:chgData name="Henry Valdemar Vest" userId="f5b1f0ec-4051-405f-83b3-0c678f78df49" providerId="ADAL" clId="{0B671710-12AA-4A9C-8982-6D6CBD054718}" dt="2026-10-01T07:43:31.077" v="49" actId="20577"/>
          <ac:spMkLst>
            <pc:docMk/>
            <pc:sldMk cId="1403375323" sldId="263"/>
            <ac:spMk id="3" creationId="{BB714209-7531-4FA0-B44C-10E64A9AD6CF}"/>
          </ac:spMkLst>
        </pc:spChg>
      </pc:sldChg>
      <pc:sldChg chg="modSp mod">
        <pc:chgData name="Henry Valdemar Vest" userId="f5b1f0ec-4051-405f-83b3-0c678f78df49" providerId="ADAL" clId="{0B671710-12AA-4A9C-8982-6D6CBD054718}" dt="2026-10-01T07:42:04.469" v="32" actId="20577"/>
        <pc:sldMkLst>
          <pc:docMk/>
          <pc:sldMk cId="1305049960" sldId="272"/>
        </pc:sldMkLst>
        <pc:spChg chg="mod">
          <ac:chgData name="Henry Valdemar Vest" userId="f5b1f0ec-4051-405f-83b3-0c678f78df49" providerId="ADAL" clId="{0B671710-12AA-4A9C-8982-6D6CBD054718}" dt="2026-10-01T07:42:04.469" v="32" actId="20577"/>
          <ac:spMkLst>
            <pc:docMk/>
            <pc:sldMk cId="1305049960" sldId="272"/>
            <ac:spMk id="3" creationId="{626421A2-E6A7-49B4-AA51-161E431508EE}"/>
          </ac:spMkLst>
        </pc:spChg>
      </pc:sldChg>
      <pc:sldChg chg="modSp mod">
        <pc:chgData name="Henry Valdemar Vest" userId="f5b1f0ec-4051-405f-83b3-0c678f78df49" providerId="ADAL" clId="{0B671710-12AA-4A9C-8982-6D6CBD054718}" dt="2026-10-01T07:42:36.085" v="37" actId="20577"/>
        <pc:sldMkLst>
          <pc:docMk/>
          <pc:sldMk cId="4260509215" sldId="273"/>
        </pc:sldMkLst>
        <pc:spChg chg="mod">
          <ac:chgData name="Henry Valdemar Vest" userId="f5b1f0ec-4051-405f-83b3-0c678f78df49" providerId="ADAL" clId="{0B671710-12AA-4A9C-8982-6D6CBD054718}" dt="2026-10-01T07:42:36.085" v="37" actId="20577"/>
          <ac:spMkLst>
            <pc:docMk/>
            <pc:sldMk cId="4260509215" sldId="273"/>
            <ac:spMk id="3" creationId="{C8C0CA13-DB37-4C7A-9A57-84D3A718F640}"/>
          </ac:spMkLst>
        </pc:spChg>
      </pc:sldChg>
      <pc:sldChg chg="modSp mod">
        <pc:chgData name="Henry Valdemar Vest" userId="f5b1f0ec-4051-405f-83b3-0c678f78df49" providerId="ADAL" clId="{0B671710-12AA-4A9C-8982-6D6CBD054718}" dt="2026-10-01T07:42:59.532" v="43" actId="20577"/>
        <pc:sldMkLst>
          <pc:docMk/>
          <pc:sldMk cId="3855471320" sldId="275"/>
        </pc:sldMkLst>
        <pc:spChg chg="mod">
          <ac:chgData name="Henry Valdemar Vest" userId="f5b1f0ec-4051-405f-83b3-0c678f78df49" providerId="ADAL" clId="{0B671710-12AA-4A9C-8982-6D6CBD054718}" dt="2026-10-01T07:42:59.532" v="43" actId="20577"/>
          <ac:spMkLst>
            <pc:docMk/>
            <pc:sldMk cId="3855471320" sldId="275"/>
            <ac:spMk id="3" creationId="{DB7CC3E2-6077-483C-8BE9-8C81738A220F}"/>
          </ac:spMkLst>
        </pc:spChg>
      </pc:sldChg>
      <pc:sldChg chg="addSp modSp mod setBg setClrOvrMap">
        <pc:chgData name="Henry Valdemar Vest" userId="f5b1f0ec-4051-405f-83b3-0c678f78df49" providerId="ADAL" clId="{0B671710-12AA-4A9C-8982-6D6CBD054718}" dt="2026-10-01T07:44:47.133" v="55" actId="1076"/>
        <pc:sldMkLst>
          <pc:docMk/>
          <pc:sldMk cId="1173292032" sldId="277"/>
        </pc:sldMkLst>
        <pc:spChg chg="mod ord">
          <ac:chgData name="Henry Valdemar Vest" userId="f5b1f0ec-4051-405f-83b3-0c678f78df49" providerId="ADAL" clId="{0B671710-12AA-4A9C-8982-6D6CBD054718}" dt="2026-10-01T07:44:38.112" v="50" actId="26606"/>
          <ac:spMkLst>
            <pc:docMk/>
            <pc:sldMk cId="1173292032" sldId="277"/>
            <ac:spMk id="2" creationId="{14388D1B-C954-A035-07B6-E5E0D554FE81}"/>
          </ac:spMkLst>
        </pc:spChg>
        <pc:spChg chg="mod">
          <ac:chgData name="Henry Valdemar Vest" userId="f5b1f0ec-4051-405f-83b3-0c678f78df49" providerId="ADAL" clId="{0B671710-12AA-4A9C-8982-6D6CBD054718}" dt="2026-10-01T07:44:38.112" v="50" actId="26606"/>
          <ac:spMkLst>
            <pc:docMk/>
            <pc:sldMk cId="1173292032" sldId="277"/>
            <ac:spMk id="4" creationId="{9B2E46AC-4D96-9C65-5AE7-30EABFF4720E}"/>
          </ac:spMkLst>
        </pc:spChg>
        <pc:graphicFrameChg chg="mod ord modGraphic">
          <ac:chgData name="Henry Valdemar Vest" userId="f5b1f0ec-4051-405f-83b3-0c678f78df49" providerId="ADAL" clId="{0B671710-12AA-4A9C-8982-6D6CBD054718}" dt="2026-10-01T07:44:43.919" v="54" actId="20577"/>
          <ac:graphicFrameMkLst>
            <pc:docMk/>
            <pc:sldMk cId="1173292032" sldId="277"/>
            <ac:graphicFrameMk id="11" creationId="{A4385EC0-760F-FFBD-1958-15E0FD0BA3AB}"/>
          </ac:graphicFrameMkLst>
        </pc:graphicFrameChg>
        <pc:picChg chg="mod">
          <ac:chgData name="Henry Valdemar Vest" userId="f5b1f0ec-4051-405f-83b3-0c678f78df49" providerId="ADAL" clId="{0B671710-12AA-4A9C-8982-6D6CBD054718}" dt="2026-10-01T07:44:47.133" v="55" actId="1076"/>
          <ac:picMkLst>
            <pc:docMk/>
            <pc:sldMk cId="1173292032" sldId="277"/>
            <ac:picMk id="9" creationId="{9D64A804-1214-954E-256F-B52B85DD3B29}"/>
          </ac:picMkLst>
        </pc:picChg>
        <pc:cxnChg chg="add">
          <ac:chgData name="Henry Valdemar Vest" userId="f5b1f0ec-4051-405f-83b3-0c678f78df49" providerId="ADAL" clId="{0B671710-12AA-4A9C-8982-6D6CBD054718}" dt="2026-10-01T07:44:38.112" v="50" actId="26606"/>
          <ac:cxnSpMkLst>
            <pc:docMk/>
            <pc:sldMk cId="1173292032" sldId="277"/>
            <ac:cxnSpMk id="16" creationId="{5ECB1430-5CD1-470D-8F0F-7EDE4C790297}"/>
          </ac:cxnSpMkLst>
        </pc:cxnChg>
      </pc:sldChg>
      <pc:sldChg chg="addSp modSp mod setBg setClrOvrMap">
        <pc:chgData name="Henry Valdemar Vest" userId="f5b1f0ec-4051-405f-83b3-0c678f78df49" providerId="ADAL" clId="{0B671710-12AA-4A9C-8982-6D6CBD054718}" dt="2026-10-01T07:46:17.156" v="59" actId="1076"/>
        <pc:sldMkLst>
          <pc:docMk/>
          <pc:sldMk cId="2339634342" sldId="278"/>
        </pc:sldMkLst>
        <pc:spChg chg="mod ord">
          <ac:chgData name="Henry Valdemar Vest" userId="f5b1f0ec-4051-405f-83b3-0c678f78df49" providerId="ADAL" clId="{0B671710-12AA-4A9C-8982-6D6CBD054718}" dt="2026-10-01T07:46:06.045" v="56" actId="26606"/>
          <ac:spMkLst>
            <pc:docMk/>
            <pc:sldMk cId="2339634342" sldId="278"/>
            <ac:spMk id="2" creationId="{14388D1B-C954-A035-07B6-E5E0D554FE81}"/>
          </ac:spMkLst>
        </pc:spChg>
        <pc:spChg chg="mod">
          <ac:chgData name="Henry Valdemar Vest" userId="f5b1f0ec-4051-405f-83b3-0c678f78df49" providerId="ADAL" clId="{0B671710-12AA-4A9C-8982-6D6CBD054718}" dt="2026-10-01T07:46:06.045" v="56" actId="26606"/>
          <ac:spMkLst>
            <pc:docMk/>
            <pc:sldMk cId="2339634342" sldId="278"/>
            <ac:spMk id="4" creationId="{9B2E46AC-4D96-9C65-5AE7-30EABFF4720E}"/>
          </ac:spMkLst>
        </pc:spChg>
        <pc:graphicFrameChg chg="mod ord modGraphic">
          <ac:chgData name="Henry Valdemar Vest" userId="f5b1f0ec-4051-405f-83b3-0c678f78df49" providerId="ADAL" clId="{0B671710-12AA-4A9C-8982-6D6CBD054718}" dt="2026-10-01T07:46:15.385" v="58" actId="478"/>
          <ac:graphicFrameMkLst>
            <pc:docMk/>
            <pc:sldMk cId="2339634342" sldId="278"/>
            <ac:graphicFrameMk id="11" creationId="{A4385EC0-760F-FFBD-1958-15E0FD0BA3AB}"/>
          </ac:graphicFrameMkLst>
        </pc:graphicFrameChg>
        <pc:picChg chg="mod">
          <ac:chgData name="Henry Valdemar Vest" userId="f5b1f0ec-4051-405f-83b3-0c678f78df49" providerId="ADAL" clId="{0B671710-12AA-4A9C-8982-6D6CBD054718}" dt="2026-10-01T07:46:17.156" v="59" actId="1076"/>
          <ac:picMkLst>
            <pc:docMk/>
            <pc:sldMk cId="2339634342" sldId="278"/>
            <ac:picMk id="9" creationId="{9D64A804-1214-954E-256F-B52B85DD3B29}"/>
          </ac:picMkLst>
        </pc:picChg>
        <pc:cxnChg chg="add">
          <ac:chgData name="Henry Valdemar Vest" userId="f5b1f0ec-4051-405f-83b3-0c678f78df49" providerId="ADAL" clId="{0B671710-12AA-4A9C-8982-6D6CBD054718}" dt="2026-10-01T07:46:06.045" v="56" actId="26606"/>
          <ac:cxnSpMkLst>
            <pc:docMk/>
            <pc:sldMk cId="2339634342" sldId="278"/>
            <ac:cxnSpMk id="16" creationId="{5ECB1430-5CD1-470D-8F0F-7EDE4C790297}"/>
          </ac:cxnSpMkLst>
        </pc:cxnChg>
      </pc:sldChg>
      <pc:sldChg chg="modSp new mod">
        <pc:chgData name="Henry Valdemar Vest" userId="f5b1f0ec-4051-405f-83b3-0c678f78df49" providerId="ADAL" clId="{0B671710-12AA-4A9C-8982-6D6CBD054718}" dt="2026-10-01T07:48:41.991" v="281" actId="20577"/>
        <pc:sldMkLst>
          <pc:docMk/>
          <pc:sldMk cId="641540922" sldId="279"/>
        </pc:sldMkLst>
        <pc:spChg chg="mod">
          <ac:chgData name="Henry Valdemar Vest" userId="f5b1f0ec-4051-405f-83b3-0c678f78df49" providerId="ADAL" clId="{0B671710-12AA-4A9C-8982-6D6CBD054718}" dt="2026-10-01T07:46:27.441" v="68" actId="20577"/>
          <ac:spMkLst>
            <pc:docMk/>
            <pc:sldMk cId="641540922" sldId="279"/>
            <ac:spMk id="2" creationId="{6D8A2786-9CC0-D85E-7144-CE34C60E9526}"/>
          </ac:spMkLst>
        </pc:spChg>
        <pc:spChg chg="mod">
          <ac:chgData name="Henry Valdemar Vest" userId="f5b1f0ec-4051-405f-83b3-0c678f78df49" providerId="ADAL" clId="{0B671710-12AA-4A9C-8982-6D6CBD054718}" dt="2026-10-01T07:48:41.991" v="281" actId="20577"/>
          <ac:spMkLst>
            <pc:docMk/>
            <pc:sldMk cId="641540922" sldId="279"/>
            <ac:spMk id="3" creationId="{04F7AC3E-3163-00AB-1E28-FCB4C89E49D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ata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3.svg"/><Relationship Id="rId7" Type="http://schemas.openxmlformats.org/officeDocument/2006/relationships/image" Target="../media/image25.svg"/><Relationship Id="rId2" Type="http://schemas.openxmlformats.org/officeDocument/2006/relationships/image" Target="../media/image39.png"/><Relationship Id="rId1" Type="http://schemas.openxmlformats.org/officeDocument/2006/relationships/image" Target="../media/image380.png"/><Relationship Id="rId6" Type="http://schemas.openxmlformats.org/officeDocument/2006/relationships/image" Target="../media/image43.png"/><Relationship Id="rId5" Type="http://schemas.openxmlformats.org/officeDocument/2006/relationships/image" Target="../media/image24.svg"/><Relationship Id="rId4" Type="http://schemas.openxmlformats.org/officeDocument/2006/relationships/image" Target="../media/image41.png"/><Relationship Id="rId9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FE7B87-6408-4893-854A-D83E04B0C2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7A768064-3C24-45B6-BFA5-6CF67561231D}">
      <dgm:prSet/>
      <dgm:spPr/>
      <dgm:t>
        <a:bodyPr/>
        <a:lstStyle/>
        <a:p>
          <a:r>
            <a:rPr lang="da-DK"/>
            <a:t>En titrering er en kemisk analysemetode</a:t>
          </a:r>
          <a:endParaRPr lang="en-US"/>
        </a:p>
      </dgm:t>
    </dgm:pt>
    <dgm:pt modelId="{B9B601B6-A5F0-4E9D-BA96-DAAD28BC530B}" type="parTrans" cxnId="{BF0A5DEE-93EB-4CC2-8B4A-A7B8FA23CFB5}">
      <dgm:prSet/>
      <dgm:spPr/>
      <dgm:t>
        <a:bodyPr/>
        <a:lstStyle/>
        <a:p>
          <a:endParaRPr lang="en-US"/>
        </a:p>
      </dgm:t>
    </dgm:pt>
    <dgm:pt modelId="{2ED0AED3-94CC-48A9-80BC-0D9F27491269}" type="sibTrans" cxnId="{BF0A5DEE-93EB-4CC2-8B4A-A7B8FA23CFB5}">
      <dgm:prSet/>
      <dgm:spPr/>
      <dgm:t>
        <a:bodyPr/>
        <a:lstStyle/>
        <a:p>
          <a:endParaRPr lang="en-US"/>
        </a:p>
      </dgm:t>
    </dgm:pt>
    <dgm:pt modelId="{DE798DBE-71F3-4B3B-953D-7988616015DF}">
      <dgm:prSet/>
      <dgm:spPr/>
      <dgm:t>
        <a:bodyPr/>
        <a:lstStyle/>
        <a:p>
          <a:r>
            <a:rPr lang="da-DK" dirty="0"/>
            <a:t>Metoden bruges til at bestemme stofmængdekoncentrationen af et stof opløst i væske (ofte vand)</a:t>
          </a:r>
          <a:endParaRPr lang="en-US" dirty="0"/>
        </a:p>
      </dgm:t>
    </dgm:pt>
    <dgm:pt modelId="{94B69BB8-CD5F-4928-A8D2-685F55FCA9A6}" type="parTrans" cxnId="{E4284ED3-7D95-4E15-96BA-D6AE89342A0C}">
      <dgm:prSet/>
      <dgm:spPr/>
      <dgm:t>
        <a:bodyPr/>
        <a:lstStyle/>
        <a:p>
          <a:endParaRPr lang="en-US"/>
        </a:p>
      </dgm:t>
    </dgm:pt>
    <dgm:pt modelId="{351A3F23-A153-43BF-A4C9-A50AA14B976F}" type="sibTrans" cxnId="{E4284ED3-7D95-4E15-96BA-D6AE89342A0C}">
      <dgm:prSet/>
      <dgm:spPr/>
      <dgm:t>
        <a:bodyPr/>
        <a:lstStyle/>
        <a:p>
          <a:endParaRPr lang="en-US"/>
        </a:p>
      </dgm:t>
    </dgm:pt>
    <dgm:pt modelId="{BA31F476-6EC6-4906-B210-8E87DDFB4071}">
      <dgm:prSet/>
      <dgm:spPr/>
      <dgm:t>
        <a:bodyPr/>
        <a:lstStyle/>
        <a:p>
          <a:r>
            <a:rPr lang="da-DK"/>
            <a:t>Vi tager udgangspunkt i et konkret eksempel: vi vil bestemme koncentrationen af salt (natriumchlorid) i havvand</a:t>
          </a:r>
          <a:endParaRPr lang="en-US"/>
        </a:p>
      </dgm:t>
    </dgm:pt>
    <dgm:pt modelId="{CB2C9D99-015E-4BC1-8DDB-ECB2ED4FE819}" type="parTrans" cxnId="{40B7482F-FF22-4ACF-9A82-6A0579F9FE0F}">
      <dgm:prSet/>
      <dgm:spPr/>
      <dgm:t>
        <a:bodyPr/>
        <a:lstStyle/>
        <a:p>
          <a:endParaRPr lang="en-US"/>
        </a:p>
      </dgm:t>
    </dgm:pt>
    <dgm:pt modelId="{BE7E0C7A-ABCD-4FCC-9F5C-FEB193BF3AD1}" type="sibTrans" cxnId="{40B7482F-FF22-4ACF-9A82-6A0579F9FE0F}">
      <dgm:prSet/>
      <dgm:spPr/>
      <dgm:t>
        <a:bodyPr/>
        <a:lstStyle/>
        <a:p>
          <a:endParaRPr lang="en-US"/>
        </a:p>
      </dgm:t>
    </dgm:pt>
    <dgm:pt modelId="{17B2BE84-97A2-4EED-9222-42085182C674}" type="pres">
      <dgm:prSet presAssocID="{04FE7B87-6408-4893-854A-D83E04B0C2F6}" presName="root" presStyleCnt="0">
        <dgm:presLayoutVars>
          <dgm:dir/>
          <dgm:resizeHandles val="exact"/>
        </dgm:presLayoutVars>
      </dgm:prSet>
      <dgm:spPr/>
    </dgm:pt>
    <dgm:pt modelId="{BBD7985E-E6F4-44CD-B065-56B28BD4785F}" type="pres">
      <dgm:prSet presAssocID="{7A768064-3C24-45B6-BFA5-6CF67561231D}" presName="compNode" presStyleCnt="0"/>
      <dgm:spPr/>
    </dgm:pt>
    <dgm:pt modelId="{ADA92A04-82D6-4925-BE3A-4C50B2FA8EB6}" type="pres">
      <dgm:prSet presAssocID="{7A768064-3C24-45B6-BFA5-6CF67561231D}" presName="bgRect" presStyleLbl="bgShp" presStyleIdx="0" presStyleCnt="3"/>
      <dgm:spPr/>
    </dgm:pt>
    <dgm:pt modelId="{C7B9928A-D90F-4830-8B8C-DE86B655599A}" type="pres">
      <dgm:prSet presAssocID="{7A768064-3C24-45B6-BFA5-6CF67561231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lbe"/>
        </a:ext>
      </dgm:extLst>
    </dgm:pt>
    <dgm:pt modelId="{C4F93E15-3B0C-46BA-A7B9-F48D1D47C1B1}" type="pres">
      <dgm:prSet presAssocID="{7A768064-3C24-45B6-BFA5-6CF67561231D}" presName="spaceRect" presStyleCnt="0"/>
      <dgm:spPr/>
    </dgm:pt>
    <dgm:pt modelId="{EC1A37FB-11DC-4AD6-A711-D6841020697D}" type="pres">
      <dgm:prSet presAssocID="{7A768064-3C24-45B6-BFA5-6CF67561231D}" presName="parTx" presStyleLbl="revTx" presStyleIdx="0" presStyleCnt="3">
        <dgm:presLayoutVars>
          <dgm:chMax val="0"/>
          <dgm:chPref val="0"/>
        </dgm:presLayoutVars>
      </dgm:prSet>
      <dgm:spPr/>
    </dgm:pt>
    <dgm:pt modelId="{0AEE79A5-944B-462C-9B83-2E2332AFC7C3}" type="pres">
      <dgm:prSet presAssocID="{2ED0AED3-94CC-48A9-80BC-0D9F27491269}" presName="sibTrans" presStyleCnt="0"/>
      <dgm:spPr/>
    </dgm:pt>
    <dgm:pt modelId="{E6BB428E-E0F0-4522-AE18-EF594036545F}" type="pres">
      <dgm:prSet presAssocID="{DE798DBE-71F3-4B3B-953D-7988616015DF}" presName="compNode" presStyleCnt="0"/>
      <dgm:spPr/>
    </dgm:pt>
    <dgm:pt modelId="{D3C7E2D5-8D4D-4A47-9717-C74D918ECB97}" type="pres">
      <dgm:prSet presAssocID="{DE798DBE-71F3-4B3B-953D-7988616015DF}" presName="bgRect" presStyleLbl="bgShp" presStyleIdx="1" presStyleCnt="3"/>
      <dgm:spPr/>
    </dgm:pt>
    <dgm:pt modelId="{07130441-30E9-40D8-9049-F7A7B51EA47B}" type="pres">
      <dgm:prSet presAssocID="{DE798DBE-71F3-4B3B-953D-7988616015DF}" presName="iconRect" presStyleLbl="node1" presStyleIdx="1" presStyleCnt="3"/>
      <dgm:spPr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åndklæde"/>
        </a:ext>
      </dgm:extLst>
    </dgm:pt>
    <dgm:pt modelId="{E307FF2A-421B-494E-A1BC-B440B4B508E2}" type="pres">
      <dgm:prSet presAssocID="{DE798DBE-71F3-4B3B-953D-7988616015DF}" presName="spaceRect" presStyleCnt="0"/>
      <dgm:spPr/>
    </dgm:pt>
    <dgm:pt modelId="{3003CC4A-1B56-40D6-8F58-13297995C1C7}" type="pres">
      <dgm:prSet presAssocID="{DE798DBE-71F3-4B3B-953D-7988616015DF}" presName="parTx" presStyleLbl="revTx" presStyleIdx="1" presStyleCnt="3">
        <dgm:presLayoutVars>
          <dgm:chMax val="0"/>
          <dgm:chPref val="0"/>
        </dgm:presLayoutVars>
      </dgm:prSet>
      <dgm:spPr/>
    </dgm:pt>
    <dgm:pt modelId="{7EDE8346-374E-474D-94B0-E64B4D76DFDB}" type="pres">
      <dgm:prSet presAssocID="{351A3F23-A153-43BF-A4C9-A50AA14B976F}" presName="sibTrans" presStyleCnt="0"/>
      <dgm:spPr/>
    </dgm:pt>
    <dgm:pt modelId="{8A1172FB-AFCA-4D36-A248-522343DD50DD}" type="pres">
      <dgm:prSet presAssocID="{BA31F476-6EC6-4906-B210-8E87DDFB4071}" presName="compNode" presStyleCnt="0"/>
      <dgm:spPr/>
    </dgm:pt>
    <dgm:pt modelId="{E74F380C-65AB-48AD-AAA3-8DEB3CCA2E9C}" type="pres">
      <dgm:prSet presAssocID="{BA31F476-6EC6-4906-B210-8E87DDFB4071}" presName="bgRect" presStyleLbl="bgShp" presStyleIdx="2" presStyleCnt="3"/>
      <dgm:spPr/>
    </dgm:pt>
    <dgm:pt modelId="{5A5EC27C-4618-4431-9360-10D7E4954021}" type="pres">
      <dgm:prSet presAssocID="{BA31F476-6EC6-4906-B210-8E87DDFB4071}" presName="iconRect" presStyleLbl="node1" presStyleIdx="2" presStyleCnt="3"/>
      <dgm:spPr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42811641-FF77-4CAC-A01D-152050176AFA}" type="pres">
      <dgm:prSet presAssocID="{BA31F476-6EC6-4906-B210-8E87DDFB4071}" presName="spaceRect" presStyleCnt="0"/>
      <dgm:spPr/>
    </dgm:pt>
    <dgm:pt modelId="{297F1ECA-60C3-448D-A565-95E1D37F32E9}" type="pres">
      <dgm:prSet presAssocID="{BA31F476-6EC6-4906-B210-8E87DDFB407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0B7482F-FF22-4ACF-9A82-6A0579F9FE0F}" srcId="{04FE7B87-6408-4893-854A-D83E04B0C2F6}" destId="{BA31F476-6EC6-4906-B210-8E87DDFB4071}" srcOrd="2" destOrd="0" parTransId="{CB2C9D99-015E-4BC1-8DDB-ECB2ED4FE819}" sibTransId="{BE7E0C7A-ABCD-4FCC-9F5C-FEB193BF3AD1}"/>
    <dgm:cxn modelId="{E112E92F-E0DF-4C7F-B7A3-AC1F065F2077}" type="presOf" srcId="{04FE7B87-6408-4893-854A-D83E04B0C2F6}" destId="{17B2BE84-97A2-4EED-9222-42085182C674}" srcOrd="0" destOrd="0" presId="urn:microsoft.com/office/officeart/2018/2/layout/IconVerticalSolidList"/>
    <dgm:cxn modelId="{C46C1785-D144-46AF-84AC-666DD9FCC802}" type="presOf" srcId="{7A768064-3C24-45B6-BFA5-6CF67561231D}" destId="{EC1A37FB-11DC-4AD6-A711-D6841020697D}" srcOrd="0" destOrd="0" presId="urn:microsoft.com/office/officeart/2018/2/layout/IconVerticalSolidList"/>
    <dgm:cxn modelId="{9D2536C1-A3CE-444F-870E-E5C38ABF43E0}" type="presOf" srcId="{DE798DBE-71F3-4B3B-953D-7988616015DF}" destId="{3003CC4A-1B56-40D6-8F58-13297995C1C7}" srcOrd="0" destOrd="0" presId="urn:microsoft.com/office/officeart/2018/2/layout/IconVerticalSolidList"/>
    <dgm:cxn modelId="{E4284ED3-7D95-4E15-96BA-D6AE89342A0C}" srcId="{04FE7B87-6408-4893-854A-D83E04B0C2F6}" destId="{DE798DBE-71F3-4B3B-953D-7988616015DF}" srcOrd="1" destOrd="0" parTransId="{94B69BB8-CD5F-4928-A8D2-685F55FCA9A6}" sibTransId="{351A3F23-A153-43BF-A4C9-A50AA14B976F}"/>
    <dgm:cxn modelId="{D05F49D4-94B2-4698-A6DE-A5661470C147}" type="presOf" srcId="{BA31F476-6EC6-4906-B210-8E87DDFB4071}" destId="{297F1ECA-60C3-448D-A565-95E1D37F32E9}" srcOrd="0" destOrd="0" presId="urn:microsoft.com/office/officeart/2018/2/layout/IconVerticalSolidList"/>
    <dgm:cxn modelId="{BF0A5DEE-93EB-4CC2-8B4A-A7B8FA23CFB5}" srcId="{04FE7B87-6408-4893-854A-D83E04B0C2F6}" destId="{7A768064-3C24-45B6-BFA5-6CF67561231D}" srcOrd="0" destOrd="0" parTransId="{B9B601B6-A5F0-4E9D-BA96-DAAD28BC530B}" sibTransId="{2ED0AED3-94CC-48A9-80BC-0D9F27491269}"/>
    <dgm:cxn modelId="{E8456741-D6D8-4E66-A8F2-052A3C7B1600}" type="presParOf" srcId="{17B2BE84-97A2-4EED-9222-42085182C674}" destId="{BBD7985E-E6F4-44CD-B065-56B28BD4785F}" srcOrd="0" destOrd="0" presId="urn:microsoft.com/office/officeart/2018/2/layout/IconVerticalSolidList"/>
    <dgm:cxn modelId="{0E423523-355B-4BC2-A6C6-31F3DC978C10}" type="presParOf" srcId="{BBD7985E-E6F4-44CD-B065-56B28BD4785F}" destId="{ADA92A04-82D6-4925-BE3A-4C50B2FA8EB6}" srcOrd="0" destOrd="0" presId="urn:microsoft.com/office/officeart/2018/2/layout/IconVerticalSolidList"/>
    <dgm:cxn modelId="{A1D818DC-66ED-468D-BE57-BE66FB2894DF}" type="presParOf" srcId="{BBD7985E-E6F4-44CD-B065-56B28BD4785F}" destId="{C7B9928A-D90F-4830-8B8C-DE86B655599A}" srcOrd="1" destOrd="0" presId="urn:microsoft.com/office/officeart/2018/2/layout/IconVerticalSolidList"/>
    <dgm:cxn modelId="{C730FF41-39B4-4995-B812-320E62E08BA3}" type="presParOf" srcId="{BBD7985E-E6F4-44CD-B065-56B28BD4785F}" destId="{C4F93E15-3B0C-46BA-A7B9-F48D1D47C1B1}" srcOrd="2" destOrd="0" presId="urn:microsoft.com/office/officeart/2018/2/layout/IconVerticalSolidList"/>
    <dgm:cxn modelId="{4531CDA6-37F3-4643-89BE-900C51388128}" type="presParOf" srcId="{BBD7985E-E6F4-44CD-B065-56B28BD4785F}" destId="{EC1A37FB-11DC-4AD6-A711-D6841020697D}" srcOrd="3" destOrd="0" presId="urn:microsoft.com/office/officeart/2018/2/layout/IconVerticalSolidList"/>
    <dgm:cxn modelId="{4443DD5E-FF31-4865-83FA-DEECE4FEA26C}" type="presParOf" srcId="{17B2BE84-97A2-4EED-9222-42085182C674}" destId="{0AEE79A5-944B-462C-9B83-2E2332AFC7C3}" srcOrd="1" destOrd="0" presId="urn:microsoft.com/office/officeart/2018/2/layout/IconVerticalSolidList"/>
    <dgm:cxn modelId="{689297D5-599D-4BEE-A6BB-88C7C905FCA5}" type="presParOf" srcId="{17B2BE84-97A2-4EED-9222-42085182C674}" destId="{E6BB428E-E0F0-4522-AE18-EF594036545F}" srcOrd="2" destOrd="0" presId="urn:microsoft.com/office/officeart/2018/2/layout/IconVerticalSolidList"/>
    <dgm:cxn modelId="{B642034D-65D4-41F0-9F6C-0E37BABC0B55}" type="presParOf" srcId="{E6BB428E-E0F0-4522-AE18-EF594036545F}" destId="{D3C7E2D5-8D4D-4A47-9717-C74D918ECB97}" srcOrd="0" destOrd="0" presId="urn:microsoft.com/office/officeart/2018/2/layout/IconVerticalSolidList"/>
    <dgm:cxn modelId="{3AD0893B-FD26-48F8-8EF5-502D1CA653A1}" type="presParOf" srcId="{E6BB428E-E0F0-4522-AE18-EF594036545F}" destId="{07130441-30E9-40D8-9049-F7A7B51EA47B}" srcOrd="1" destOrd="0" presId="urn:microsoft.com/office/officeart/2018/2/layout/IconVerticalSolidList"/>
    <dgm:cxn modelId="{FB196223-45EA-4A3D-8966-25C81149A405}" type="presParOf" srcId="{E6BB428E-E0F0-4522-AE18-EF594036545F}" destId="{E307FF2A-421B-494E-A1BC-B440B4B508E2}" srcOrd="2" destOrd="0" presId="urn:microsoft.com/office/officeart/2018/2/layout/IconVerticalSolidList"/>
    <dgm:cxn modelId="{628F21B6-FE70-4274-A71F-2223C5BCC5F1}" type="presParOf" srcId="{E6BB428E-E0F0-4522-AE18-EF594036545F}" destId="{3003CC4A-1B56-40D6-8F58-13297995C1C7}" srcOrd="3" destOrd="0" presId="urn:microsoft.com/office/officeart/2018/2/layout/IconVerticalSolidList"/>
    <dgm:cxn modelId="{B57AE516-8CA4-4153-BF13-E8A12E396F84}" type="presParOf" srcId="{17B2BE84-97A2-4EED-9222-42085182C674}" destId="{7EDE8346-374E-474D-94B0-E64B4D76DFDB}" srcOrd="3" destOrd="0" presId="urn:microsoft.com/office/officeart/2018/2/layout/IconVerticalSolidList"/>
    <dgm:cxn modelId="{BE0495D4-C72F-45E2-B90F-97713E2E134C}" type="presParOf" srcId="{17B2BE84-97A2-4EED-9222-42085182C674}" destId="{8A1172FB-AFCA-4D36-A248-522343DD50DD}" srcOrd="4" destOrd="0" presId="urn:microsoft.com/office/officeart/2018/2/layout/IconVerticalSolidList"/>
    <dgm:cxn modelId="{2A891679-E07D-4943-B06D-B372B5D25C4E}" type="presParOf" srcId="{8A1172FB-AFCA-4D36-A248-522343DD50DD}" destId="{E74F380C-65AB-48AD-AAA3-8DEB3CCA2E9C}" srcOrd="0" destOrd="0" presId="urn:microsoft.com/office/officeart/2018/2/layout/IconVerticalSolidList"/>
    <dgm:cxn modelId="{B461DDE4-519C-4299-8BFF-E3EC49B98200}" type="presParOf" srcId="{8A1172FB-AFCA-4D36-A248-522343DD50DD}" destId="{5A5EC27C-4618-4431-9360-10D7E4954021}" srcOrd="1" destOrd="0" presId="urn:microsoft.com/office/officeart/2018/2/layout/IconVerticalSolidList"/>
    <dgm:cxn modelId="{899AAEE0-12A0-4A10-86FB-D2CB32EF7C8A}" type="presParOf" srcId="{8A1172FB-AFCA-4D36-A248-522343DD50DD}" destId="{42811641-FF77-4CAC-A01D-152050176AFA}" srcOrd="2" destOrd="0" presId="urn:microsoft.com/office/officeart/2018/2/layout/IconVerticalSolidList"/>
    <dgm:cxn modelId="{FEFC2989-B98F-4FEA-BDFB-D855E1BCD35C}" type="presParOf" srcId="{8A1172FB-AFCA-4D36-A248-522343DD50DD}" destId="{297F1ECA-60C3-448D-A565-95E1D37F32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E67001-CCEB-4054-BF52-A2E676FFC8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FFFF6-56C4-4656-B658-D472A57F417A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(Forklaringen på hvorfor vi skal se på kaliumchromat, kommer senere)</a:t>
          </a:r>
          <a:endParaRPr lang="en-US"/>
        </a:p>
      </dgm:t>
    </dgm:pt>
    <dgm:pt modelId="{1C2A778C-1C4E-4DCA-987B-B808726B2A15}" type="parTrans" cxnId="{1995AD02-0ABC-4CDD-A20B-67D3F3A187F2}">
      <dgm:prSet/>
      <dgm:spPr/>
      <dgm:t>
        <a:bodyPr/>
        <a:lstStyle/>
        <a:p>
          <a:endParaRPr lang="en-US"/>
        </a:p>
      </dgm:t>
    </dgm:pt>
    <dgm:pt modelId="{B136210B-CCBC-42CF-A5C5-70B1AF2AA245}" type="sibTrans" cxnId="{1995AD02-0ABC-4CDD-A20B-67D3F3A187F2}">
      <dgm:prSet/>
      <dgm:spPr/>
      <dgm:t>
        <a:bodyPr/>
        <a:lstStyle/>
        <a:p>
          <a:endParaRPr lang="en-US"/>
        </a:p>
      </dgm:t>
    </dgm:pt>
    <dgm:pt modelId="{70611B13-2730-4710-B6D1-F2154B22F9EC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 err="1"/>
            <a:t>Kaliumchromat</a:t>
          </a:r>
          <a:r>
            <a:rPr lang="da-DK" dirty="0"/>
            <a:t> har formlen K</a:t>
          </a:r>
          <a:r>
            <a:rPr lang="da-DK" baseline="-25000" dirty="0"/>
            <a:t>2</a:t>
          </a:r>
          <a:r>
            <a:rPr lang="da-DK" dirty="0"/>
            <a:t>CrO</a:t>
          </a:r>
          <a:r>
            <a:rPr lang="da-DK" baseline="-25000" dirty="0"/>
            <a:t>4 </a:t>
          </a:r>
          <a:r>
            <a:rPr lang="da-DK" dirty="0"/>
            <a:t>og består af ionerne K</a:t>
          </a:r>
          <a:r>
            <a:rPr lang="da-DK" baseline="30000" dirty="0"/>
            <a:t>+</a:t>
          </a:r>
          <a:r>
            <a:rPr lang="da-DK" dirty="0"/>
            <a:t> og CrO</a:t>
          </a:r>
          <a:r>
            <a:rPr lang="da-DK" baseline="-25000" dirty="0"/>
            <a:t>4</a:t>
          </a:r>
          <a:r>
            <a:rPr lang="da-DK" baseline="30000" dirty="0"/>
            <a:t>2-</a:t>
          </a:r>
          <a:endParaRPr lang="en-US" dirty="0"/>
        </a:p>
      </dgm:t>
    </dgm:pt>
    <dgm:pt modelId="{F0C835A8-7A16-43DC-B5D1-EC4E9BF040C2}" type="parTrans" cxnId="{1CD26DC4-4DCE-4D1D-80C2-3C3EB7D18D2B}">
      <dgm:prSet/>
      <dgm:spPr/>
      <dgm:t>
        <a:bodyPr/>
        <a:lstStyle/>
        <a:p>
          <a:endParaRPr lang="en-US"/>
        </a:p>
      </dgm:t>
    </dgm:pt>
    <dgm:pt modelId="{D9627A46-397E-4CA9-8886-77281D5775EA}" type="sibTrans" cxnId="{1CD26DC4-4DCE-4D1D-80C2-3C3EB7D18D2B}">
      <dgm:prSet/>
      <dgm:spPr/>
      <dgm:t>
        <a:bodyPr/>
        <a:lstStyle/>
        <a:p>
          <a:endParaRPr lang="en-US"/>
        </a:p>
      </dgm:t>
    </dgm:pt>
    <dgm:pt modelId="{4AB7DF09-A13E-449C-A3E8-72853B8CCCA2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Kaliumchromat er også letopløseligt</a:t>
          </a:r>
          <a:endParaRPr lang="en-US"/>
        </a:p>
      </dgm:t>
    </dgm:pt>
    <dgm:pt modelId="{F895997B-AD2A-4CDF-AF9B-2591056F478D}" type="parTrans" cxnId="{6AFDDDD4-1520-4726-9157-81A17F823DED}">
      <dgm:prSet/>
      <dgm:spPr/>
      <dgm:t>
        <a:bodyPr/>
        <a:lstStyle/>
        <a:p>
          <a:endParaRPr lang="en-US"/>
        </a:p>
      </dgm:t>
    </dgm:pt>
    <dgm:pt modelId="{09426388-5ACC-4E53-BA7A-35E27138A9BE}" type="sibTrans" cxnId="{6AFDDDD4-1520-4726-9157-81A17F823DED}">
      <dgm:prSet/>
      <dgm:spPr/>
      <dgm:t>
        <a:bodyPr/>
        <a:lstStyle/>
        <a:p>
          <a:endParaRPr lang="en-US"/>
        </a:p>
      </dgm:t>
    </dgm:pt>
    <dgm:pt modelId="{42423905-8CB9-4458-A67F-802622F5F576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Ved blanding af en opløsning af </a:t>
          </a:r>
          <a:r>
            <a:rPr lang="da-DK" dirty="0" err="1"/>
            <a:t>kaliumchromat</a:t>
          </a:r>
          <a:r>
            <a:rPr lang="da-DK" dirty="0"/>
            <a:t> og sølv(I)nitrat fældes der sølv(1+)</a:t>
          </a:r>
          <a:r>
            <a:rPr lang="da-DK" dirty="0" err="1"/>
            <a:t>chromat</a:t>
          </a:r>
          <a:endParaRPr lang="en-US" dirty="0"/>
        </a:p>
      </dgm:t>
    </dgm:pt>
    <dgm:pt modelId="{146813AF-E1CD-4A6E-916C-6ABDFBF8D726}" type="parTrans" cxnId="{00477B3A-9A2C-4942-AE36-BA90881C5795}">
      <dgm:prSet/>
      <dgm:spPr/>
      <dgm:t>
        <a:bodyPr/>
        <a:lstStyle/>
        <a:p>
          <a:endParaRPr lang="en-US"/>
        </a:p>
      </dgm:t>
    </dgm:pt>
    <dgm:pt modelId="{C2074808-2A1B-4457-81C7-3D8F7D560AB4}" type="sibTrans" cxnId="{00477B3A-9A2C-4942-AE36-BA90881C5795}">
      <dgm:prSet/>
      <dgm:spPr/>
      <dgm:t>
        <a:bodyPr/>
        <a:lstStyle/>
        <a:p>
          <a:endParaRPr lang="en-US"/>
        </a:p>
      </dgm:t>
    </dgm:pt>
    <dgm:pt modelId="{EC1F024B-5686-4076-88F3-F3C6CD3CB67E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Sølv(1+)</a:t>
          </a:r>
          <a:r>
            <a:rPr lang="da-DK" dirty="0" err="1"/>
            <a:t>chromat</a:t>
          </a:r>
          <a:r>
            <a:rPr lang="da-DK" dirty="0"/>
            <a:t> er rødt</a:t>
          </a:r>
          <a:endParaRPr lang="en-US" dirty="0"/>
        </a:p>
      </dgm:t>
    </dgm:pt>
    <dgm:pt modelId="{93FD69B3-332B-4B14-B1B0-DBB9861A76E7}" type="parTrans" cxnId="{7A8DE843-B04A-40F6-9596-478377F16D82}">
      <dgm:prSet/>
      <dgm:spPr/>
      <dgm:t>
        <a:bodyPr/>
        <a:lstStyle/>
        <a:p>
          <a:endParaRPr lang="en-US"/>
        </a:p>
      </dgm:t>
    </dgm:pt>
    <dgm:pt modelId="{02F37C2A-148A-4ACA-B5A3-980F69693F2D}" type="sibTrans" cxnId="{7A8DE843-B04A-40F6-9596-478377F16D82}">
      <dgm:prSet/>
      <dgm:spPr/>
      <dgm:t>
        <a:bodyPr/>
        <a:lstStyle/>
        <a:p>
          <a:endParaRPr lang="en-US"/>
        </a:p>
      </dgm:t>
    </dgm:pt>
    <dgm:pt modelId="{656EAA94-2C6E-45D3-98AF-AA08F699FF87}" type="pres">
      <dgm:prSet presAssocID="{E6E67001-CCEB-4054-BF52-A2E676FFC8ED}" presName="root" presStyleCnt="0">
        <dgm:presLayoutVars>
          <dgm:dir/>
          <dgm:resizeHandles val="exact"/>
        </dgm:presLayoutVars>
      </dgm:prSet>
      <dgm:spPr/>
    </dgm:pt>
    <dgm:pt modelId="{74FCEED1-EE86-4351-A162-CDD3CFAE9174}" type="pres">
      <dgm:prSet presAssocID="{35FFFFF6-56C4-4656-B658-D472A57F417A}" presName="compNode" presStyleCnt="0"/>
      <dgm:spPr/>
    </dgm:pt>
    <dgm:pt modelId="{36191A15-1BC4-40D4-9DC5-E8F7A3274F89}" type="pres">
      <dgm:prSet presAssocID="{35FFFFF6-56C4-4656-B658-D472A57F417A}" presName="bgRect" presStyleLbl="bgShp" presStyleIdx="0" presStyleCnt="5"/>
      <dgm:spPr/>
    </dgm:pt>
    <dgm:pt modelId="{C22F525B-D6B0-46AF-8E98-DC9E34895AE8}" type="pres">
      <dgm:prSet presAssocID="{35FFFFF6-56C4-4656-B658-D472A57F417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5DFA90FF-C614-49A4-8903-9BA477AFFFC4}" type="pres">
      <dgm:prSet presAssocID="{35FFFFF6-56C4-4656-B658-D472A57F417A}" presName="spaceRect" presStyleCnt="0"/>
      <dgm:spPr/>
    </dgm:pt>
    <dgm:pt modelId="{3B3DEF77-427C-4A7F-AD91-53305684FC68}" type="pres">
      <dgm:prSet presAssocID="{35FFFFF6-56C4-4656-B658-D472A57F417A}" presName="parTx" presStyleLbl="revTx" presStyleIdx="0" presStyleCnt="5">
        <dgm:presLayoutVars>
          <dgm:chMax val="0"/>
          <dgm:chPref val="0"/>
        </dgm:presLayoutVars>
      </dgm:prSet>
      <dgm:spPr/>
    </dgm:pt>
    <dgm:pt modelId="{41F85DB4-D358-4E04-9228-6166F839A976}" type="pres">
      <dgm:prSet presAssocID="{B136210B-CCBC-42CF-A5C5-70B1AF2AA245}" presName="sibTrans" presStyleCnt="0"/>
      <dgm:spPr/>
    </dgm:pt>
    <dgm:pt modelId="{4C5DEC77-4398-474C-BB13-B9CF80AD395E}" type="pres">
      <dgm:prSet presAssocID="{70611B13-2730-4710-B6D1-F2154B22F9EC}" presName="compNode" presStyleCnt="0"/>
      <dgm:spPr/>
    </dgm:pt>
    <dgm:pt modelId="{B4CF2618-3E5E-4E03-9363-3FB9F8A15997}" type="pres">
      <dgm:prSet presAssocID="{70611B13-2730-4710-B6D1-F2154B22F9EC}" presName="bgRect" presStyleLbl="bgShp" presStyleIdx="1" presStyleCnt="5"/>
      <dgm:spPr/>
    </dgm:pt>
    <dgm:pt modelId="{243465BB-32FE-439E-9694-608FEAF8B879}" type="pres">
      <dgm:prSet presAssocID="{70611B13-2730-4710-B6D1-F2154B22F9E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D36E7BAC-E8FB-4D4B-8BEE-1FC2F120F619}" type="pres">
      <dgm:prSet presAssocID="{70611B13-2730-4710-B6D1-F2154B22F9EC}" presName="spaceRect" presStyleCnt="0"/>
      <dgm:spPr/>
    </dgm:pt>
    <dgm:pt modelId="{23D5FC38-ABDE-4B15-B1DC-CB9727902BE8}" type="pres">
      <dgm:prSet presAssocID="{70611B13-2730-4710-B6D1-F2154B22F9EC}" presName="parTx" presStyleLbl="revTx" presStyleIdx="1" presStyleCnt="5">
        <dgm:presLayoutVars>
          <dgm:chMax val="0"/>
          <dgm:chPref val="0"/>
        </dgm:presLayoutVars>
      </dgm:prSet>
      <dgm:spPr/>
    </dgm:pt>
    <dgm:pt modelId="{2827AC5C-1643-49DE-9C0F-2AC9A0F74523}" type="pres">
      <dgm:prSet presAssocID="{D9627A46-397E-4CA9-8886-77281D5775EA}" presName="sibTrans" presStyleCnt="0"/>
      <dgm:spPr/>
    </dgm:pt>
    <dgm:pt modelId="{282140EE-4230-4D03-82D0-F3918F3DB06C}" type="pres">
      <dgm:prSet presAssocID="{4AB7DF09-A13E-449C-A3E8-72853B8CCCA2}" presName="compNode" presStyleCnt="0"/>
      <dgm:spPr/>
    </dgm:pt>
    <dgm:pt modelId="{6E2905E1-0344-4E38-A7CA-C8C187F81DDD}" type="pres">
      <dgm:prSet presAssocID="{4AB7DF09-A13E-449C-A3E8-72853B8CCCA2}" presName="bgRect" presStyleLbl="bgShp" presStyleIdx="2" presStyleCnt="5"/>
      <dgm:spPr/>
    </dgm:pt>
    <dgm:pt modelId="{5DB44690-35A3-46AE-BC00-95DD94F79937}" type="pres">
      <dgm:prSet presAssocID="{4AB7DF09-A13E-449C-A3E8-72853B8CCCA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D3EAA77F-0CA1-44AE-B07B-1CD20E1EB80D}" type="pres">
      <dgm:prSet presAssocID="{4AB7DF09-A13E-449C-A3E8-72853B8CCCA2}" presName="spaceRect" presStyleCnt="0"/>
      <dgm:spPr/>
    </dgm:pt>
    <dgm:pt modelId="{3DED7BC2-B85D-4C7C-9D02-6B9D5C92F524}" type="pres">
      <dgm:prSet presAssocID="{4AB7DF09-A13E-449C-A3E8-72853B8CCCA2}" presName="parTx" presStyleLbl="revTx" presStyleIdx="2" presStyleCnt="5">
        <dgm:presLayoutVars>
          <dgm:chMax val="0"/>
          <dgm:chPref val="0"/>
        </dgm:presLayoutVars>
      </dgm:prSet>
      <dgm:spPr/>
    </dgm:pt>
    <dgm:pt modelId="{70B83B82-1DD7-47EF-B4F6-AA284AE1B2ED}" type="pres">
      <dgm:prSet presAssocID="{09426388-5ACC-4E53-BA7A-35E27138A9BE}" presName="sibTrans" presStyleCnt="0"/>
      <dgm:spPr/>
    </dgm:pt>
    <dgm:pt modelId="{29E5417C-FB36-47EB-A7A3-DB3E5F0243B8}" type="pres">
      <dgm:prSet presAssocID="{42423905-8CB9-4458-A67F-802622F5F576}" presName="compNode" presStyleCnt="0"/>
      <dgm:spPr/>
    </dgm:pt>
    <dgm:pt modelId="{2D514587-545D-469F-8D73-0E8B99622AE8}" type="pres">
      <dgm:prSet presAssocID="{42423905-8CB9-4458-A67F-802622F5F576}" presName="bgRect" presStyleLbl="bgShp" presStyleIdx="3" presStyleCnt="5"/>
      <dgm:spPr/>
    </dgm:pt>
    <dgm:pt modelId="{AD8E20C5-CFFA-4B52-BA78-C0816AD8E01E}" type="pres">
      <dgm:prSet presAssocID="{42423905-8CB9-4458-A67F-802622F5F57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lbe"/>
        </a:ext>
      </dgm:extLst>
    </dgm:pt>
    <dgm:pt modelId="{17B6BE8B-497B-41DF-8235-4A6B3A54F6ED}" type="pres">
      <dgm:prSet presAssocID="{42423905-8CB9-4458-A67F-802622F5F576}" presName="spaceRect" presStyleCnt="0"/>
      <dgm:spPr/>
    </dgm:pt>
    <dgm:pt modelId="{E8FAB778-39F3-4F4D-AE1F-C90DEF81E4E2}" type="pres">
      <dgm:prSet presAssocID="{42423905-8CB9-4458-A67F-802622F5F576}" presName="parTx" presStyleLbl="revTx" presStyleIdx="3" presStyleCnt="5">
        <dgm:presLayoutVars>
          <dgm:chMax val="0"/>
          <dgm:chPref val="0"/>
        </dgm:presLayoutVars>
      </dgm:prSet>
      <dgm:spPr/>
    </dgm:pt>
    <dgm:pt modelId="{B5027CF8-9B50-47B9-9319-F90B78959553}" type="pres">
      <dgm:prSet presAssocID="{C2074808-2A1B-4457-81C7-3D8F7D560AB4}" presName="sibTrans" presStyleCnt="0"/>
      <dgm:spPr/>
    </dgm:pt>
    <dgm:pt modelId="{5AA61BAE-04F8-49C0-BBFB-93E61D0A0F9F}" type="pres">
      <dgm:prSet presAssocID="{EC1F024B-5686-4076-88F3-F3C6CD3CB67E}" presName="compNode" presStyleCnt="0"/>
      <dgm:spPr/>
    </dgm:pt>
    <dgm:pt modelId="{5B08AB26-6747-469E-93C5-3B8176CDB696}" type="pres">
      <dgm:prSet presAssocID="{EC1F024B-5686-4076-88F3-F3C6CD3CB67E}" presName="bgRect" presStyleLbl="bgShp" presStyleIdx="4" presStyleCnt="5"/>
      <dgm:spPr/>
    </dgm:pt>
    <dgm:pt modelId="{68FABE2C-CDA7-48D4-9711-414B88FE1419}" type="pres">
      <dgm:prSet presAssocID="{EC1F024B-5686-4076-88F3-F3C6CD3CB67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ld"/>
        </a:ext>
      </dgm:extLst>
    </dgm:pt>
    <dgm:pt modelId="{BD9C0EB1-2F90-40F0-B8DD-378F5736BBF2}" type="pres">
      <dgm:prSet presAssocID="{EC1F024B-5686-4076-88F3-F3C6CD3CB67E}" presName="spaceRect" presStyleCnt="0"/>
      <dgm:spPr/>
    </dgm:pt>
    <dgm:pt modelId="{82DFD1E6-D192-4D58-A497-271BB14FFBB7}" type="pres">
      <dgm:prSet presAssocID="{EC1F024B-5686-4076-88F3-F3C6CD3CB67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995AD02-0ABC-4CDD-A20B-67D3F3A187F2}" srcId="{E6E67001-CCEB-4054-BF52-A2E676FFC8ED}" destId="{35FFFFF6-56C4-4656-B658-D472A57F417A}" srcOrd="0" destOrd="0" parTransId="{1C2A778C-1C4E-4DCA-987B-B808726B2A15}" sibTransId="{B136210B-CCBC-42CF-A5C5-70B1AF2AA245}"/>
    <dgm:cxn modelId="{00477B3A-9A2C-4942-AE36-BA90881C5795}" srcId="{E6E67001-CCEB-4054-BF52-A2E676FFC8ED}" destId="{42423905-8CB9-4458-A67F-802622F5F576}" srcOrd="3" destOrd="0" parTransId="{146813AF-E1CD-4A6E-916C-6ABDFBF8D726}" sibTransId="{C2074808-2A1B-4457-81C7-3D8F7D560AB4}"/>
    <dgm:cxn modelId="{68029340-5DC7-46F7-A08C-3217E48E4DD2}" type="presOf" srcId="{E6E67001-CCEB-4054-BF52-A2E676FFC8ED}" destId="{656EAA94-2C6E-45D3-98AF-AA08F699FF87}" srcOrd="0" destOrd="0" presId="urn:microsoft.com/office/officeart/2018/2/layout/IconVerticalSolidList"/>
    <dgm:cxn modelId="{7A8DE843-B04A-40F6-9596-478377F16D82}" srcId="{E6E67001-CCEB-4054-BF52-A2E676FFC8ED}" destId="{EC1F024B-5686-4076-88F3-F3C6CD3CB67E}" srcOrd="4" destOrd="0" parTransId="{93FD69B3-332B-4B14-B1B0-DBB9861A76E7}" sibTransId="{02F37C2A-148A-4ACA-B5A3-980F69693F2D}"/>
    <dgm:cxn modelId="{6ABD9852-7B71-4873-8D09-CDEC214BC3E2}" type="presOf" srcId="{42423905-8CB9-4458-A67F-802622F5F576}" destId="{E8FAB778-39F3-4F4D-AE1F-C90DEF81E4E2}" srcOrd="0" destOrd="0" presId="urn:microsoft.com/office/officeart/2018/2/layout/IconVerticalSolidList"/>
    <dgm:cxn modelId="{954DCF78-55E0-4511-8772-BF7CC554E5A1}" type="presOf" srcId="{35FFFFF6-56C4-4656-B658-D472A57F417A}" destId="{3B3DEF77-427C-4A7F-AD91-53305684FC68}" srcOrd="0" destOrd="0" presId="urn:microsoft.com/office/officeart/2018/2/layout/IconVerticalSolidList"/>
    <dgm:cxn modelId="{0B8F7287-CDF3-4228-8790-E322F6D016B3}" type="presOf" srcId="{EC1F024B-5686-4076-88F3-F3C6CD3CB67E}" destId="{82DFD1E6-D192-4D58-A497-271BB14FFBB7}" srcOrd="0" destOrd="0" presId="urn:microsoft.com/office/officeart/2018/2/layout/IconVerticalSolidList"/>
    <dgm:cxn modelId="{35EFADA1-1A37-4AAA-B490-9C6B58173F59}" type="presOf" srcId="{4AB7DF09-A13E-449C-A3E8-72853B8CCCA2}" destId="{3DED7BC2-B85D-4C7C-9D02-6B9D5C92F524}" srcOrd="0" destOrd="0" presId="urn:microsoft.com/office/officeart/2018/2/layout/IconVerticalSolidList"/>
    <dgm:cxn modelId="{1CD26DC4-4DCE-4D1D-80C2-3C3EB7D18D2B}" srcId="{E6E67001-CCEB-4054-BF52-A2E676FFC8ED}" destId="{70611B13-2730-4710-B6D1-F2154B22F9EC}" srcOrd="1" destOrd="0" parTransId="{F0C835A8-7A16-43DC-B5D1-EC4E9BF040C2}" sibTransId="{D9627A46-397E-4CA9-8886-77281D5775EA}"/>
    <dgm:cxn modelId="{6AFDDDD4-1520-4726-9157-81A17F823DED}" srcId="{E6E67001-CCEB-4054-BF52-A2E676FFC8ED}" destId="{4AB7DF09-A13E-449C-A3E8-72853B8CCCA2}" srcOrd="2" destOrd="0" parTransId="{F895997B-AD2A-4CDF-AF9B-2591056F478D}" sibTransId="{09426388-5ACC-4E53-BA7A-35E27138A9BE}"/>
    <dgm:cxn modelId="{32DFAEF9-021D-40FF-8D13-835EDE98A416}" type="presOf" srcId="{70611B13-2730-4710-B6D1-F2154B22F9EC}" destId="{23D5FC38-ABDE-4B15-B1DC-CB9727902BE8}" srcOrd="0" destOrd="0" presId="urn:microsoft.com/office/officeart/2018/2/layout/IconVerticalSolidList"/>
    <dgm:cxn modelId="{13CB7C51-ABB2-41EF-B2F8-DD6DDBAA13C2}" type="presParOf" srcId="{656EAA94-2C6E-45D3-98AF-AA08F699FF87}" destId="{74FCEED1-EE86-4351-A162-CDD3CFAE9174}" srcOrd="0" destOrd="0" presId="urn:microsoft.com/office/officeart/2018/2/layout/IconVerticalSolidList"/>
    <dgm:cxn modelId="{D3560B8C-E0BC-4502-9C9D-C15D506046BA}" type="presParOf" srcId="{74FCEED1-EE86-4351-A162-CDD3CFAE9174}" destId="{36191A15-1BC4-40D4-9DC5-E8F7A3274F89}" srcOrd="0" destOrd="0" presId="urn:microsoft.com/office/officeart/2018/2/layout/IconVerticalSolidList"/>
    <dgm:cxn modelId="{3995C3C4-B441-4522-B3C6-F3F0FA8D54D6}" type="presParOf" srcId="{74FCEED1-EE86-4351-A162-CDD3CFAE9174}" destId="{C22F525B-D6B0-46AF-8E98-DC9E34895AE8}" srcOrd="1" destOrd="0" presId="urn:microsoft.com/office/officeart/2018/2/layout/IconVerticalSolidList"/>
    <dgm:cxn modelId="{61C626DF-0B77-4C91-9E59-9654DC5E62CF}" type="presParOf" srcId="{74FCEED1-EE86-4351-A162-CDD3CFAE9174}" destId="{5DFA90FF-C614-49A4-8903-9BA477AFFFC4}" srcOrd="2" destOrd="0" presId="urn:microsoft.com/office/officeart/2018/2/layout/IconVerticalSolidList"/>
    <dgm:cxn modelId="{AFD93578-7C07-4D63-B3A5-676BF7D8FB0C}" type="presParOf" srcId="{74FCEED1-EE86-4351-A162-CDD3CFAE9174}" destId="{3B3DEF77-427C-4A7F-AD91-53305684FC68}" srcOrd="3" destOrd="0" presId="urn:microsoft.com/office/officeart/2018/2/layout/IconVerticalSolidList"/>
    <dgm:cxn modelId="{A63EF6A7-7D29-430C-B5F3-6ABD1EB18709}" type="presParOf" srcId="{656EAA94-2C6E-45D3-98AF-AA08F699FF87}" destId="{41F85DB4-D358-4E04-9228-6166F839A976}" srcOrd="1" destOrd="0" presId="urn:microsoft.com/office/officeart/2018/2/layout/IconVerticalSolidList"/>
    <dgm:cxn modelId="{2FED27C7-7B81-411F-A283-7EBEEC2B53AC}" type="presParOf" srcId="{656EAA94-2C6E-45D3-98AF-AA08F699FF87}" destId="{4C5DEC77-4398-474C-BB13-B9CF80AD395E}" srcOrd="2" destOrd="0" presId="urn:microsoft.com/office/officeart/2018/2/layout/IconVerticalSolidList"/>
    <dgm:cxn modelId="{D3EC060D-84B7-4AD3-AF1C-B4C697BBB4BF}" type="presParOf" srcId="{4C5DEC77-4398-474C-BB13-B9CF80AD395E}" destId="{B4CF2618-3E5E-4E03-9363-3FB9F8A15997}" srcOrd="0" destOrd="0" presId="urn:microsoft.com/office/officeart/2018/2/layout/IconVerticalSolidList"/>
    <dgm:cxn modelId="{E448FDAB-AF28-4816-A271-975A0C492341}" type="presParOf" srcId="{4C5DEC77-4398-474C-BB13-B9CF80AD395E}" destId="{243465BB-32FE-439E-9694-608FEAF8B879}" srcOrd="1" destOrd="0" presId="urn:microsoft.com/office/officeart/2018/2/layout/IconVerticalSolidList"/>
    <dgm:cxn modelId="{359F870F-1CA6-4191-9281-5F39569053C9}" type="presParOf" srcId="{4C5DEC77-4398-474C-BB13-B9CF80AD395E}" destId="{D36E7BAC-E8FB-4D4B-8BEE-1FC2F120F619}" srcOrd="2" destOrd="0" presId="urn:microsoft.com/office/officeart/2018/2/layout/IconVerticalSolidList"/>
    <dgm:cxn modelId="{27A3AAF8-0A50-4A64-9BA7-888ED8EF561C}" type="presParOf" srcId="{4C5DEC77-4398-474C-BB13-B9CF80AD395E}" destId="{23D5FC38-ABDE-4B15-B1DC-CB9727902BE8}" srcOrd="3" destOrd="0" presId="urn:microsoft.com/office/officeart/2018/2/layout/IconVerticalSolidList"/>
    <dgm:cxn modelId="{16E549D8-1F39-4446-BEA8-2D439E04F5B7}" type="presParOf" srcId="{656EAA94-2C6E-45D3-98AF-AA08F699FF87}" destId="{2827AC5C-1643-49DE-9C0F-2AC9A0F74523}" srcOrd="3" destOrd="0" presId="urn:microsoft.com/office/officeart/2018/2/layout/IconVerticalSolidList"/>
    <dgm:cxn modelId="{62CB07BC-B608-4639-92B0-76807D0661CA}" type="presParOf" srcId="{656EAA94-2C6E-45D3-98AF-AA08F699FF87}" destId="{282140EE-4230-4D03-82D0-F3918F3DB06C}" srcOrd="4" destOrd="0" presId="urn:microsoft.com/office/officeart/2018/2/layout/IconVerticalSolidList"/>
    <dgm:cxn modelId="{2087AA32-6752-450A-8B99-A7AD6788A433}" type="presParOf" srcId="{282140EE-4230-4D03-82D0-F3918F3DB06C}" destId="{6E2905E1-0344-4E38-A7CA-C8C187F81DDD}" srcOrd="0" destOrd="0" presId="urn:microsoft.com/office/officeart/2018/2/layout/IconVerticalSolidList"/>
    <dgm:cxn modelId="{ECB0AE90-1FB9-4FC5-B1C3-EE6CF722A318}" type="presParOf" srcId="{282140EE-4230-4D03-82D0-F3918F3DB06C}" destId="{5DB44690-35A3-46AE-BC00-95DD94F79937}" srcOrd="1" destOrd="0" presId="urn:microsoft.com/office/officeart/2018/2/layout/IconVerticalSolidList"/>
    <dgm:cxn modelId="{F0D37983-DBA0-4267-89EC-BF95B1A280E3}" type="presParOf" srcId="{282140EE-4230-4D03-82D0-F3918F3DB06C}" destId="{D3EAA77F-0CA1-44AE-B07B-1CD20E1EB80D}" srcOrd="2" destOrd="0" presId="urn:microsoft.com/office/officeart/2018/2/layout/IconVerticalSolidList"/>
    <dgm:cxn modelId="{44BAE9DA-3C32-4267-BE2E-08B383ABB85F}" type="presParOf" srcId="{282140EE-4230-4D03-82D0-F3918F3DB06C}" destId="{3DED7BC2-B85D-4C7C-9D02-6B9D5C92F524}" srcOrd="3" destOrd="0" presId="urn:microsoft.com/office/officeart/2018/2/layout/IconVerticalSolidList"/>
    <dgm:cxn modelId="{38CEFCD7-63D6-4290-9D01-E5A9FEAAB286}" type="presParOf" srcId="{656EAA94-2C6E-45D3-98AF-AA08F699FF87}" destId="{70B83B82-1DD7-47EF-B4F6-AA284AE1B2ED}" srcOrd="5" destOrd="0" presId="urn:microsoft.com/office/officeart/2018/2/layout/IconVerticalSolidList"/>
    <dgm:cxn modelId="{76E4F8B7-2FA0-45BC-B532-774C760B68B9}" type="presParOf" srcId="{656EAA94-2C6E-45D3-98AF-AA08F699FF87}" destId="{29E5417C-FB36-47EB-A7A3-DB3E5F0243B8}" srcOrd="6" destOrd="0" presId="urn:microsoft.com/office/officeart/2018/2/layout/IconVerticalSolidList"/>
    <dgm:cxn modelId="{25577C37-85FB-4913-AA11-F5488FB30846}" type="presParOf" srcId="{29E5417C-FB36-47EB-A7A3-DB3E5F0243B8}" destId="{2D514587-545D-469F-8D73-0E8B99622AE8}" srcOrd="0" destOrd="0" presId="urn:microsoft.com/office/officeart/2018/2/layout/IconVerticalSolidList"/>
    <dgm:cxn modelId="{889F6284-01D7-43EF-A9E9-C14CECC1F171}" type="presParOf" srcId="{29E5417C-FB36-47EB-A7A3-DB3E5F0243B8}" destId="{AD8E20C5-CFFA-4B52-BA78-C0816AD8E01E}" srcOrd="1" destOrd="0" presId="urn:microsoft.com/office/officeart/2018/2/layout/IconVerticalSolidList"/>
    <dgm:cxn modelId="{177831F7-2051-4920-AFD7-8742738F2101}" type="presParOf" srcId="{29E5417C-FB36-47EB-A7A3-DB3E5F0243B8}" destId="{17B6BE8B-497B-41DF-8235-4A6B3A54F6ED}" srcOrd="2" destOrd="0" presId="urn:microsoft.com/office/officeart/2018/2/layout/IconVerticalSolidList"/>
    <dgm:cxn modelId="{35486FD0-4982-4CD3-BB96-F9210587B5C7}" type="presParOf" srcId="{29E5417C-FB36-47EB-A7A3-DB3E5F0243B8}" destId="{E8FAB778-39F3-4F4D-AE1F-C90DEF81E4E2}" srcOrd="3" destOrd="0" presId="urn:microsoft.com/office/officeart/2018/2/layout/IconVerticalSolidList"/>
    <dgm:cxn modelId="{13491E6F-8D5A-4928-925C-B50A84E1AE82}" type="presParOf" srcId="{656EAA94-2C6E-45D3-98AF-AA08F699FF87}" destId="{B5027CF8-9B50-47B9-9319-F90B78959553}" srcOrd="7" destOrd="0" presId="urn:microsoft.com/office/officeart/2018/2/layout/IconVerticalSolidList"/>
    <dgm:cxn modelId="{2DEEC09F-C8BD-4588-B9C2-D839BC65B31A}" type="presParOf" srcId="{656EAA94-2C6E-45D3-98AF-AA08F699FF87}" destId="{5AA61BAE-04F8-49C0-BBFB-93E61D0A0F9F}" srcOrd="8" destOrd="0" presId="urn:microsoft.com/office/officeart/2018/2/layout/IconVerticalSolidList"/>
    <dgm:cxn modelId="{74A1CB7C-6CA2-474A-936B-EBF4C752EDA6}" type="presParOf" srcId="{5AA61BAE-04F8-49C0-BBFB-93E61D0A0F9F}" destId="{5B08AB26-6747-469E-93C5-3B8176CDB696}" srcOrd="0" destOrd="0" presId="urn:microsoft.com/office/officeart/2018/2/layout/IconVerticalSolidList"/>
    <dgm:cxn modelId="{54B06E88-4645-48B7-A665-DC2CD304F5F0}" type="presParOf" srcId="{5AA61BAE-04F8-49C0-BBFB-93E61D0A0F9F}" destId="{68FABE2C-CDA7-48D4-9711-414B88FE1419}" srcOrd="1" destOrd="0" presId="urn:microsoft.com/office/officeart/2018/2/layout/IconVerticalSolidList"/>
    <dgm:cxn modelId="{C988E3F9-DFBF-4AD8-B80C-143CCAC2C366}" type="presParOf" srcId="{5AA61BAE-04F8-49C0-BBFB-93E61D0A0F9F}" destId="{BD9C0EB1-2F90-40F0-B8DD-378F5736BBF2}" srcOrd="2" destOrd="0" presId="urn:microsoft.com/office/officeart/2018/2/layout/IconVerticalSolidList"/>
    <dgm:cxn modelId="{8B77C436-DB54-4636-A31A-E4E78C9689C8}" type="presParOf" srcId="{5AA61BAE-04F8-49C0-BBFB-93E61D0A0F9F}" destId="{82DFD1E6-D192-4D58-A497-271BB14FFB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02E0EF-EF2B-46A0-8603-CBC5BC8C61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21FEF2-143D-4C54-B3DC-9EB31A68D912}">
      <dgm:prSet/>
      <dgm:spPr/>
      <dgm:t>
        <a:bodyPr/>
        <a:lstStyle/>
        <a:p>
          <a:r>
            <a:rPr lang="da-DK"/>
            <a:t>Fældningsreaktion med stofformler: </a:t>
          </a:r>
          <a:endParaRPr lang="en-US"/>
        </a:p>
      </dgm:t>
    </dgm:pt>
    <dgm:pt modelId="{A1014E26-1186-4A21-9384-ED23746E4FE0}" type="parTrans" cxnId="{DC916C48-F7CF-4FC1-8797-C46832387CEC}">
      <dgm:prSet/>
      <dgm:spPr/>
      <dgm:t>
        <a:bodyPr/>
        <a:lstStyle/>
        <a:p>
          <a:endParaRPr lang="en-US"/>
        </a:p>
      </dgm:t>
    </dgm:pt>
    <dgm:pt modelId="{14BD3023-D9BB-4B70-BE5C-5A204E1B1A7B}" type="sibTrans" cxnId="{DC916C48-F7CF-4FC1-8797-C46832387CEC}">
      <dgm:prSet/>
      <dgm:spPr/>
      <dgm:t>
        <a:bodyPr/>
        <a:lstStyle/>
        <a:p>
          <a:endParaRPr lang="en-US"/>
        </a:p>
      </dgm:t>
    </dgm:pt>
    <dgm:pt modelId="{0890B9B0-ECEA-4D5A-8431-684B9A45EF3D}">
      <dgm:prSet/>
      <dgm:spPr/>
      <dgm:t>
        <a:bodyPr/>
        <a:lstStyle/>
        <a:p>
          <a:r>
            <a:rPr lang="da-DK" dirty="0"/>
            <a:t>K</a:t>
          </a:r>
          <a:r>
            <a:rPr lang="da-DK" baseline="-25000" dirty="0"/>
            <a:t>2</a:t>
          </a:r>
          <a:r>
            <a:rPr lang="da-DK" dirty="0"/>
            <a:t>CrO</a:t>
          </a:r>
          <a:r>
            <a:rPr lang="da-DK" baseline="-25000" dirty="0"/>
            <a:t>4</a:t>
          </a:r>
          <a:r>
            <a:rPr lang="da-DK" dirty="0"/>
            <a:t>(</a:t>
          </a:r>
          <a:r>
            <a:rPr lang="da-DK" dirty="0" err="1"/>
            <a:t>aq</a:t>
          </a:r>
          <a:r>
            <a:rPr lang="da-DK" dirty="0"/>
            <a:t>) + 2AgNO</a:t>
          </a:r>
          <a:r>
            <a:rPr lang="da-DK" baseline="-25000" dirty="0"/>
            <a:t>3</a:t>
          </a:r>
          <a:r>
            <a:rPr lang="da-DK" dirty="0"/>
            <a:t>(</a:t>
          </a:r>
          <a:r>
            <a:rPr lang="da-DK" dirty="0" err="1"/>
            <a:t>aq</a:t>
          </a:r>
          <a:r>
            <a:rPr lang="da-DK" dirty="0"/>
            <a:t>) ⟶ Ag</a:t>
          </a:r>
          <a:r>
            <a:rPr lang="da-DK" baseline="-25000" dirty="0"/>
            <a:t>2</a:t>
          </a:r>
          <a:r>
            <a:rPr lang="da-DK" dirty="0"/>
            <a:t>CrO</a:t>
          </a:r>
          <a:r>
            <a:rPr lang="da-DK" baseline="-25000" dirty="0"/>
            <a:t>4</a:t>
          </a:r>
          <a:r>
            <a:rPr lang="da-DK" dirty="0"/>
            <a:t>(s) + 2KNO</a:t>
          </a:r>
          <a:r>
            <a:rPr lang="da-DK" baseline="-25000" dirty="0"/>
            <a:t>3</a:t>
          </a:r>
          <a:r>
            <a:rPr lang="da-DK" dirty="0"/>
            <a:t>(</a:t>
          </a:r>
          <a:r>
            <a:rPr lang="da-DK" dirty="0" err="1"/>
            <a:t>aq</a:t>
          </a:r>
          <a:r>
            <a:rPr lang="da-DK" dirty="0"/>
            <a:t>)</a:t>
          </a:r>
          <a:endParaRPr lang="en-US" dirty="0"/>
        </a:p>
      </dgm:t>
    </dgm:pt>
    <dgm:pt modelId="{069A7F03-5482-4174-95AA-292626FAF6E1}" type="parTrans" cxnId="{AC6B1BF7-1F49-4F28-9140-9C4797456FB9}">
      <dgm:prSet/>
      <dgm:spPr/>
      <dgm:t>
        <a:bodyPr/>
        <a:lstStyle/>
        <a:p>
          <a:endParaRPr lang="en-US"/>
        </a:p>
      </dgm:t>
    </dgm:pt>
    <dgm:pt modelId="{96726CCA-3883-4F7C-AA1C-A274AB3B6452}" type="sibTrans" cxnId="{AC6B1BF7-1F49-4F28-9140-9C4797456FB9}">
      <dgm:prSet/>
      <dgm:spPr/>
      <dgm:t>
        <a:bodyPr/>
        <a:lstStyle/>
        <a:p>
          <a:endParaRPr lang="en-US"/>
        </a:p>
      </dgm:t>
    </dgm:pt>
    <dgm:pt modelId="{E55CB624-2044-410B-AC39-494DFB131774}">
      <dgm:prSet/>
      <dgm:spPr/>
      <dgm:t>
        <a:bodyPr/>
        <a:lstStyle/>
        <a:p>
          <a:r>
            <a:rPr lang="da-DK"/>
            <a:t>Fældningsreaktion på ionform:</a:t>
          </a:r>
          <a:endParaRPr lang="en-US"/>
        </a:p>
      </dgm:t>
    </dgm:pt>
    <dgm:pt modelId="{4A58F5A5-63F3-4A64-86A1-41202A7F94B6}" type="parTrans" cxnId="{A4C91098-BF13-4838-9DED-E87EB29061EC}">
      <dgm:prSet/>
      <dgm:spPr/>
      <dgm:t>
        <a:bodyPr/>
        <a:lstStyle/>
        <a:p>
          <a:endParaRPr lang="en-US"/>
        </a:p>
      </dgm:t>
    </dgm:pt>
    <dgm:pt modelId="{35B61348-D48E-41C4-92A1-A23696415607}" type="sibTrans" cxnId="{A4C91098-BF13-4838-9DED-E87EB29061EC}">
      <dgm:prSet/>
      <dgm:spPr/>
      <dgm:t>
        <a:bodyPr/>
        <a:lstStyle/>
        <a:p>
          <a:endParaRPr lang="en-US"/>
        </a:p>
      </dgm:t>
    </dgm:pt>
    <dgm:pt modelId="{3126E0ED-7896-4D73-A4F2-A3F7FAEB10E1}">
      <dgm:prSet/>
      <dgm:spPr/>
      <dgm:t>
        <a:bodyPr/>
        <a:lstStyle/>
        <a:p>
          <a:r>
            <a:rPr lang="da-DK" dirty="0"/>
            <a:t>2Ag</a:t>
          </a:r>
          <a:r>
            <a:rPr lang="da-DK" baseline="30000" dirty="0"/>
            <a:t>+</a:t>
          </a:r>
          <a:r>
            <a:rPr lang="da-DK" dirty="0"/>
            <a:t>(</a:t>
          </a:r>
          <a:r>
            <a:rPr lang="da-DK" dirty="0" err="1"/>
            <a:t>aq</a:t>
          </a:r>
          <a:r>
            <a:rPr lang="da-DK" dirty="0"/>
            <a:t>) + CrO</a:t>
          </a:r>
          <a:r>
            <a:rPr lang="da-DK" baseline="-25000" dirty="0"/>
            <a:t>4</a:t>
          </a:r>
          <a:r>
            <a:rPr lang="da-DK" baseline="30000" dirty="0"/>
            <a:t>2-</a:t>
          </a:r>
          <a:r>
            <a:rPr lang="da-DK" dirty="0"/>
            <a:t>(</a:t>
          </a:r>
          <a:r>
            <a:rPr lang="da-DK" dirty="0" err="1"/>
            <a:t>aq</a:t>
          </a:r>
          <a:r>
            <a:rPr lang="da-DK" dirty="0"/>
            <a:t>) ⟶ Ag</a:t>
          </a:r>
          <a:r>
            <a:rPr lang="da-DK" baseline="-25000" dirty="0"/>
            <a:t>2</a:t>
          </a:r>
          <a:r>
            <a:rPr lang="da-DK" dirty="0"/>
            <a:t>CrO</a:t>
          </a:r>
          <a:r>
            <a:rPr lang="da-DK" baseline="-25000" dirty="0"/>
            <a:t>4</a:t>
          </a:r>
          <a:r>
            <a:rPr lang="da-DK" dirty="0"/>
            <a:t>(s)</a:t>
          </a:r>
          <a:endParaRPr lang="en-US" dirty="0"/>
        </a:p>
      </dgm:t>
    </dgm:pt>
    <dgm:pt modelId="{E43A8D2C-DB14-4610-A183-3A8067C7B43F}" type="parTrans" cxnId="{8FA2F1E2-E1F7-4817-907D-F770D86B1FDB}">
      <dgm:prSet/>
      <dgm:spPr/>
      <dgm:t>
        <a:bodyPr/>
        <a:lstStyle/>
        <a:p>
          <a:endParaRPr lang="en-US"/>
        </a:p>
      </dgm:t>
    </dgm:pt>
    <dgm:pt modelId="{86F83167-9899-44F0-8F9B-0397CD6227FF}" type="sibTrans" cxnId="{8FA2F1E2-E1F7-4817-907D-F770D86B1FDB}">
      <dgm:prSet/>
      <dgm:spPr/>
      <dgm:t>
        <a:bodyPr/>
        <a:lstStyle/>
        <a:p>
          <a:endParaRPr lang="en-US"/>
        </a:p>
      </dgm:t>
    </dgm:pt>
    <dgm:pt modelId="{2C3A2CE6-88D7-4C43-AE8D-A14A7A52FC72}" type="pres">
      <dgm:prSet presAssocID="{F402E0EF-EF2B-46A0-8603-CBC5BC8C61C6}" presName="linear" presStyleCnt="0">
        <dgm:presLayoutVars>
          <dgm:animLvl val="lvl"/>
          <dgm:resizeHandles val="exact"/>
        </dgm:presLayoutVars>
      </dgm:prSet>
      <dgm:spPr/>
    </dgm:pt>
    <dgm:pt modelId="{CEE98BA8-A9F9-442E-8F95-9E5DE853B24E}" type="pres">
      <dgm:prSet presAssocID="{8521FEF2-143D-4C54-B3DC-9EB31A68D9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F9FC12-C6B8-461A-AD3C-8E1DFEBFA0F3}" type="pres">
      <dgm:prSet presAssocID="{14BD3023-D9BB-4B70-BE5C-5A204E1B1A7B}" presName="spacer" presStyleCnt="0"/>
      <dgm:spPr/>
    </dgm:pt>
    <dgm:pt modelId="{83C035F4-7FF3-4C41-81CE-9DDF8DC47B47}" type="pres">
      <dgm:prSet presAssocID="{0890B9B0-ECEA-4D5A-8431-684B9A45EF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B4F454-D1CD-4AE3-A345-45E278ECA1D9}" type="pres">
      <dgm:prSet presAssocID="{96726CCA-3883-4F7C-AA1C-A274AB3B6452}" presName="spacer" presStyleCnt="0"/>
      <dgm:spPr/>
    </dgm:pt>
    <dgm:pt modelId="{ABFFB19F-0B30-495B-90AB-3635A95D328A}" type="pres">
      <dgm:prSet presAssocID="{E55CB624-2044-410B-AC39-494DFB1317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7AA8B7-70ED-49C1-BB21-866F7C6CA2BD}" type="pres">
      <dgm:prSet presAssocID="{35B61348-D48E-41C4-92A1-A23696415607}" presName="spacer" presStyleCnt="0"/>
      <dgm:spPr/>
    </dgm:pt>
    <dgm:pt modelId="{2D23B029-2C78-4466-9027-FE3B0377772E}" type="pres">
      <dgm:prSet presAssocID="{3126E0ED-7896-4D73-A4F2-A3F7FAEB10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5EEC210-ED8B-4E7C-BFF1-2EC54BFBF182}" type="presOf" srcId="{E55CB624-2044-410B-AC39-494DFB131774}" destId="{ABFFB19F-0B30-495B-90AB-3635A95D328A}" srcOrd="0" destOrd="0" presId="urn:microsoft.com/office/officeart/2005/8/layout/vList2"/>
    <dgm:cxn modelId="{547B1033-154A-4483-9C3C-B4EF7F66BF36}" type="presOf" srcId="{0890B9B0-ECEA-4D5A-8431-684B9A45EF3D}" destId="{83C035F4-7FF3-4C41-81CE-9DDF8DC47B47}" srcOrd="0" destOrd="0" presId="urn:microsoft.com/office/officeart/2005/8/layout/vList2"/>
    <dgm:cxn modelId="{DC916C48-F7CF-4FC1-8797-C46832387CEC}" srcId="{F402E0EF-EF2B-46A0-8603-CBC5BC8C61C6}" destId="{8521FEF2-143D-4C54-B3DC-9EB31A68D912}" srcOrd="0" destOrd="0" parTransId="{A1014E26-1186-4A21-9384-ED23746E4FE0}" sibTransId="{14BD3023-D9BB-4B70-BE5C-5A204E1B1A7B}"/>
    <dgm:cxn modelId="{36B67B6C-8C59-4A6A-9935-741799CFAED3}" type="presOf" srcId="{F402E0EF-EF2B-46A0-8603-CBC5BC8C61C6}" destId="{2C3A2CE6-88D7-4C43-AE8D-A14A7A52FC72}" srcOrd="0" destOrd="0" presId="urn:microsoft.com/office/officeart/2005/8/layout/vList2"/>
    <dgm:cxn modelId="{7C60FA93-DE60-41D2-B0BB-415E424C84B6}" type="presOf" srcId="{3126E0ED-7896-4D73-A4F2-A3F7FAEB10E1}" destId="{2D23B029-2C78-4466-9027-FE3B0377772E}" srcOrd="0" destOrd="0" presId="urn:microsoft.com/office/officeart/2005/8/layout/vList2"/>
    <dgm:cxn modelId="{A4C91098-BF13-4838-9DED-E87EB29061EC}" srcId="{F402E0EF-EF2B-46A0-8603-CBC5BC8C61C6}" destId="{E55CB624-2044-410B-AC39-494DFB131774}" srcOrd="2" destOrd="0" parTransId="{4A58F5A5-63F3-4A64-86A1-41202A7F94B6}" sibTransId="{35B61348-D48E-41C4-92A1-A23696415607}"/>
    <dgm:cxn modelId="{411EBFBB-8B9D-4829-A0FC-9D3C299AAB2C}" type="presOf" srcId="{8521FEF2-143D-4C54-B3DC-9EB31A68D912}" destId="{CEE98BA8-A9F9-442E-8F95-9E5DE853B24E}" srcOrd="0" destOrd="0" presId="urn:microsoft.com/office/officeart/2005/8/layout/vList2"/>
    <dgm:cxn modelId="{8FA2F1E2-E1F7-4817-907D-F770D86B1FDB}" srcId="{F402E0EF-EF2B-46A0-8603-CBC5BC8C61C6}" destId="{3126E0ED-7896-4D73-A4F2-A3F7FAEB10E1}" srcOrd="3" destOrd="0" parTransId="{E43A8D2C-DB14-4610-A183-3A8067C7B43F}" sibTransId="{86F83167-9899-44F0-8F9B-0397CD6227FF}"/>
    <dgm:cxn modelId="{AC6B1BF7-1F49-4F28-9140-9C4797456FB9}" srcId="{F402E0EF-EF2B-46A0-8603-CBC5BC8C61C6}" destId="{0890B9B0-ECEA-4D5A-8431-684B9A45EF3D}" srcOrd="1" destOrd="0" parTransId="{069A7F03-5482-4174-95AA-292626FAF6E1}" sibTransId="{96726CCA-3883-4F7C-AA1C-A274AB3B6452}"/>
    <dgm:cxn modelId="{DDF80E88-BEC7-454C-861E-AC0B76823B52}" type="presParOf" srcId="{2C3A2CE6-88D7-4C43-AE8D-A14A7A52FC72}" destId="{CEE98BA8-A9F9-442E-8F95-9E5DE853B24E}" srcOrd="0" destOrd="0" presId="urn:microsoft.com/office/officeart/2005/8/layout/vList2"/>
    <dgm:cxn modelId="{CDD8A78E-B5F6-41A0-818F-77A18AA8C1AF}" type="presParOf" srcId="{2C3A2CE6-88D7-4C43-AE8D-A14A7A52FC72}" destId="{CCF9FC12-C6B8-461A-AD3C-8E1DFEBFA0F3}" srcOrd="1" destOrd="0" presId="urn:microsoft.com/office/officeart/2005/8/layout/vList2"/>
    <dgm:cxn modelId="{76921A7A-8715-4988-9522-FBC837FC445F}" type="presParOf" srcId="{2C3A2CE6-88D7-4C43-AE8D-A14A7A52FC72}" destId="{83C035F4-7FF3-4C41-81CE-9DDF8DC47B47}" srcOrd="2" destOrd="0" presId="urn:microsoft.com/office/officeart/2005/8/layout/vList2"/>
    <dgm:cxn modelId="{4DFD82D3-863B-421E-9122-C860347FF125}" type="presParOf" srcId="{2C3A2CE6-88D7-4C43-AE8D-A14A7A52FC72}" destId="{06B4F454-D1CD-4AE3-A345-45E278ECA1D9}" srcOrd="3" destOrd="0" presId="urn:microsoft.com/office/officeart/2005/8/layout/vList2"/>
    <dgm:cxn modelId="{2A238C8E-BD9F-416A-8B36-91A7358FD0C3}" type="presParOf" srcId="{2C3A2CE6-88D7-4C43-AE8D-A14A7A52FC72}" destId="{ABFFB19F-0B30-495B-90AB-3635A95D328A}" srcOrd="4" destOrd="0" presId="urn:microsoft.com/office/officeart/2005/8/layout/vList2"/>
    <dgm:cxn modelId="{8E7E676F-EC40-46DB-911A-B8E1C529667E}" type="presParOf" srcId="{2C3A2CE6-88D7-4C43-AE8D-A14A7A52FC72}" destId="{7C7AA8B7-70ED-49C1-BB21-866F7C6CA2BD}" srcOrd="5" destOrd="0" presId="urn:microsoft.com/office/officeart/2005/8/layout/vList2"/>
    <dgm:cxn modelId="{54FD285A-F5D9-432F-B856-1F7FDF862D0C}" type="presParOf" srcId="{2C3A2CE6-88D7-4C43-AE8D-A14A7A52FC72}" destId="{2D23B029-2C78-4466-9027-FE3B0377772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A30627-7369-425A-A7A9-EE8D22322E97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ACE8417-5D7B-4C10-9DE6-74253A9100B9}">
      <dgm:prSet/>
      <dgm:spPr/>
      <dgm:t>
        <a:bodyPr/>
        <a:lstStyle/>
        <a:p>
          <a:r>
            <a:rPr lang="da-DK" dirty="0"/>
            <a:t>Opgaveark: </a:t>
          </a:r>
          <a:r>
            <a:rPr lang="da-DK" b="1" dirty="0"/>
            <a:t>opgaver kapitel 11.docx</a:t>
          </a:r>
          <a:endParaRPr lang="en-US" dirty="0"/>
        </a:p>
      </dgm:t>
    </dgm:pt>
    <dgm:pt modelId="{C4A5E6CC-67EF-4156-AB84-1BD533161486}" type="parTrans" cxnId="{8A0E1D24-ABAA-49BB-9335-D9CDD8BED6B3}">
      <dgm:prSet/>
      <dgm:spPr/>
      <dgm:t>
        <a:bodyPr/>
        <a:lstStyle/>
        <a:p>
          <a:endParaRPr lang="en-US"/>
        </a:p>
      </dgm:t>
    </dgm:pt>
    <dgm:pt modelId="{CBDFF975-E155-421F-894F-D4D498FBE6C9}" type="sibTrans" cxnId="{8A0E1D24-ABAA-49BB-9335-D9CDD8BED6B3}">
      <dgm:prSet/>
      <dgm:spPr/>
      <dgm:t>
        <a:bodyPr/>
        <a:lstStyle/>
        <a:p>
          <a:endParaRPr lang="en-US"/>
        </a:p>
      </dgm:t>
    </dgm:pt>
    <dgm:pt modelId="{BEDABC35-E090-4301-866C-62CF2145C94C}">
      <dgm:prSet/>
      <dgm:spPr/>
      <dgm:t>
        <a:bodyPr/>
        <a:lstStyle/>
        <a:p>
          <a:r>
            <a:rPr lang="da-DK"/>
            <a:t>Opgave 1+2</a:t>
          </a:r>
          <a:endParaRPr lang="en-US"/>
        </a:p>
      </dgm:t>
    </dgm:pt>
    <dgm:pt modelId="{06AB5373-D4B4-4F58-ABD5-3543B6808B8E}" type="parTrans" cxnId="{A258907B-E3F0-4CE9-8A9B-C7BB0B9CC3D0}">
      <dgm:prSet/>
      <dgm:spPr/>
      <dgm:t>
        <a:bodyPr/>
        <a:lstStyle/>
        <a:p>
          <a:endParaRPr lang="en-US"/>
        </a:p>
      </dgm:t>
    </dgm:pt>
    <dgm:pt modelId="{422C23C6-9D94-44E0-BC13-41D64D31E8A3}" type="sibTrans" cxnId="{A258907B-E3F0-4CE9-8A9B-C7BB0B9CC3D0}">
      <dgm:prSet/>
      <dgm:spPr/>
      <dgm:t>
        <a:bodyPr/>
        <a:lstStyle/>
        <a:p>
          <a:endParaRPr lang="en-US"/>
        </a:p>
      </dgm:t>
    </dgm:pt>
    <dgm:pt modelId="{FF0893CE-88FB-4A0D-8DF5-F65B9B14ECD2}">
      <dgm:prSet/>
      <dgm:spPr/>
      <dgm:t>
        <a:bodyPr/>
        <a:lstStyle/>
        <a:p>
          <a:r>
            <a:rPr lang="da-DK"/>
            <a:t>30 minutter</a:t>
          </a:r>
          <a:endParaRPr lang="en-US"/>
        </a:p>
      </dgm:t>
    </dgm:pt>
    <dgm:pt modelId="{F1AB052B-4DAA-415E-91FA-D44736793770}" type="parTrans" cxnId="{F38410D9-5838-4656-9C1F-6FA1123FAECF}">
      <dgm:prSet/>
      <dgm:spPr/>
      <dgm:t>
        <a:bodyPr/>
        <a:lstStyle/>
        <a:p>
          <a:endParaRPr lang="en-US"/>
        </a:p>
      </dgm:t>
    </dgm:pt>
    <dgm:pt modelId="{82B7B125-E8F5-40F2-A975-0EB251111687}" type="sibTrans" cxnId="{F38410D9-5838-4656-9C1F-6FA1123FAECF}">
      <dgm:prSet/>
      <dgm:spPr/>
      <dgm:t>
        <a:bodyPr/>
        <a:lstStyle/>
        <a:p>
          <a:endParaRPr lang="en-US"/>
        </a:p>
      </dgm:t>
    </dgm:pt>
    <dgm:pt modelId="{0B8BC591-FC1A-4A6C-BE40-655E7541AC85}" type="pres">
      <dgm:prSet presAssocID="{4EA30627-7369-425A-A7A9-EE8D22322E97}" presName="linear" presStyleCnt="0">
        <dgm:presLayoutVars>
          <dgm:animLvl val="lvl"/>
          <dgm:resizeHandles val="exact"/>
        </dgm:presLayoutVars>
      </dgm:prSet>
      <dgm:spPr/>
    </dgm:pt>
    <dgm:pt modelId="{82FCB461-276D-4CCC-A302-1E79EE5D6493}" type="pres">
      <dgm:prSet presAssocID="{4ACE8417-5D7B-4C10-9DE6-74253A9100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3C0182-7C7C-4010-972C-C2D81F7B4019}" type="pres">
      <dgm:prSet presAssocID="{CBDFF975-E155-421F-894F-D4D498FBE6C9}" presName="spacer" presStyleCnt="0"/>
      <dgm:spPr/>
    </dgm:pt>
    <dgm:pt modelId="{805CD9AB-FE0F-4F94-A416-07B40F815E6B}" type="pres">
      <dgm:prSet presAssocID="{BEDABC35-E090-4301-866C-62CF2145C9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2E0486-EEA3-4621-8200-607CF6A9154C}" type="pres">
      <dgm:prSet presAssocID="{422C23C6-9D94-44E0-BC13-41D64D31E8A3}" presName="spacer" presStyleCnt="0"/>
      <dgm:spPr/>
    </dgm:pt>
    <dgm:pt modelId="{B6A5B295-9BD7-4DE3-90ED-9CA6C4BF87D1}" type="pres">
      <dgm:prSet presAssocID="{FF0893CE-88FB-4A0D-8DF5-F65B9B14ECD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A0E1D24-ABAA-49BB-9335-D9CDD8BED6B3}" srcId="{4EA30627-7369-425A-A7A9-EE8D22322E97}" destId="{4ACE8417-5D7B-4C10-9DE6-74253A9100B9}" srcOrd="0" destOrd="0" parTransId="{C4A5E6CC-67EF-4156-AB84-1BD533161486}" sibTransId="{CBDFF975-E155-421F-894F-D4D498FBE6C9}"/>
    <dgm:cxn modelId="{7A214028-D591-4D3B-89D3-FD0D0292D69A}" type="presOf" srcId="{4EA30627-7369-425A-A7A9-EE8D22322E97}" destId="{0B8BC591-FC1A-4A6C-BE40-655E7541AC85}" srcOrd="0" destOrd="0" presId="urn:microsoft.com/office/officeart/2005/8/layout/vList2"/>
    <dgm:cxn modelId="{FBE16F40-5A77-4FD9-8904-328F9184A5E0}" type="presOf" srcId="{4ACE8417-5D7B-4C10-9DE6-74253A9100B9}" destId="{82FCB461-276D-4CCC-A302-1E79EE5D6493}" srcOrd="0" destOrd="0" presId="urn:microsoft.com/office/officeart/2005/8/layout/vList2"/>
    <dgm:cxn modelId="{12645569-4CA3-41D3-943C-68ECB1EE8EDB}" type="presOf" srcId="{FF0893CE-88FB-4A0D-8DF5-F65B9B14ECD2}" destId="{B6A5B295-9BD7-4DE3-90ED-9CA6C4BF87D1}" srcOrd="0" destOrd="0" presId="urn:microsoft.com/office/officeart/2005/8/layout/vList2"/>
    <dgm:cxn modelId="{A258907B-E3F0-4CE9-8A9B-C7BB0B9CC3D0}" srcId="{4EA30627-7369-425A-A7A9-EE8D22322E97}" destId="{BEDABC35-E090-4301-866C-62CF2145C94C}" srcOrd="1" destOrd="0" parTransId="{06AB5373-D4B4-4F58-ABD5-3543B6808B8E}" sibTransId="{422C23C6-9D94-44E0-BC13-41D64D31E8A3}"/>
    <dgm:cxn modelId="{F38410D9-5838-4656-9C1F-6FA1123FAECF}" srcId="{4EA30627-7369-425A-A7A9-EE8D22322E97}" destId="{FF0893CE-88FB-4A0D-8DF5-F65B9B14ECD2}" srcOrd="2" destOrd="0" parTransId="{F1AB052B-4DAA-415E-91FA-D44736793770}" sibTransId="{82B7B125-E8F5-40F2-A975-0EB251111687}"/>
    <dgm:cxn modelId="{BAC1D1DC-2B8D-4E6A-B088-2294468F2C3B}" type="presOf" srcId="{BEDABC35-E090-4301-866C-62CF2145C94C}" destId="{805CD9AB-FE0F-4F94-A416-07B40F815E6B}" srcOrd="0" destOrd="0" presId="urn:microsoft.com/office/officeart/2005/8/layout/vList2"/>
    <dgm:cxn modelId="{371B8A6C-0C8B-43C3-8B2F-9A9F136D3A4F}" type="presParOf" srcId="{0B8BC591-FC1A-4A6C-BE40-655E7541AC85}" destId="{82FCB461-276D-4CCC-A302-1E79EE5D6493}" srcOrd="0" destOrd="0" presId="urn:microsoft.com/office/officeart/2005/8/layout/vList2"/>
    <dgm:cxn modelId="{8EC6F68E-59B5-4736-850E-8D4DB75A1CBF}" type="presParOf" srcId="{0B8BC591-FC1A-4A6C-BE40-655E7541AC85}" destId="{983C0182-7C7C-4010-972C-C2D81F7B4019}" srcOrd="1" destOrd="0" presId="urn:microsoft.com/office/officeart/2005/8/layout/vList2"/>
    <dgm:cxn modelId="{322E2675-7AA1-4EB3-A943-129461F645E9}" type="presParOf" srcId="{0B8BC591-FC1A-4A6C-BE40-655E7541AC85}" destId="{805CD9AB-FE0F-4F94-A416-07B40F815E6B}" srcOrd="2" destOrd="0" presId="urn:microsoft.com/office/officeart/2005/8/layout/vList2"/>
    <dgm:cxn modelId="{9237F10B-6CEF-4928-8474-898A8BF87BC3}" type="presParOf" srcId="{0B8BC591-FC1A-4A6C-BE40-655E7541AC85}" destId="{9F2E0486-EEA3-4621-8200-607CF6A9154C}" srcOrd="3" destOrd="0" presId="urn:microsoft.com/office/officeart/2005/8/layout/vList2"/>
    <dgm:cxn modelId="{925E8906-D90D-42EF-B4F3-479896B8A001}" type="presParOf" srcId="{0B8BC591-FC1A-4A6C-BE40-655E7541AC85}" destId="{B6A5B295-9BD7-4DE3-90ED-9CA6C4BF87D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78370F-164C-4473-AD9D-8A8D42DB1C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E89F3D-D7B2-4FE2-AAEF-4FA61281F581}">
      <dgm:prSet/>
      <dgm:spPr/>
      <dgm:t>
        <a:bodyPr/>
        <a:lstStyle/>
        <a:p>
          <a:r>
            <a:rPr lang="da-DK"/>
            <a:t>En anden måde at angive koncentration på, er at angive det som en masseprocent</a:t>
          </a:r>
          <a:endParaRPr lang="en-US"/>
        </a:p>
      </dgm:t>
    </dgm:pt>
    <dgm:pt modelId="{B2B14C31-A6FB-4E83-BAB2-719A7113209C}" type="parTrans" cxnId="{D82E90E6-E31D-4965-8580-B8BA9DAADC94}">
      <dgm:prSet/>
      <dgm:spPr/>
      <dgm:t>
        <a:bodyPr/>
        <a:lstStyle/>
        <a:p>
          <a:endParaRPr lang="en-US"/>
        </a:p>
      </dgm:t>
    </dgm:pt>
    <dgm:pt modelId="{5E35E09B-F01B-431E-87F1-B866F615EB19}" type="sibTrans" cxnId="{D82E90E6-E31D-4965-8580-B8BA9DAADC94}">
      <dgm:prSet/>
      <dgm:spPr/>
      <dgm:t>
        <a:bodyPr/>
        <a:lstStyle/>
        <a:p>
          <a:endParaRPr lang="en-US"/>
        </a:p>
      </dgm:t>
    </dgm:pt>
    <dgm:pt modelId="{C3145B96-6B49-4DB9-A857-F5C762E9ED00}">
      <dgm:prSet/>
      <dgm:spPr/>
      <dgm:t>
        <a:bodyPr/>
        <a:lstStyle/>
        <a:p>
          <a:r>
            <a:rPr lang="da-DK"/>
            <a:t>På forrige side beregnede vi koncentrationen til at være 33,0 g/L</a:t>
          </a:r>
          <a:endParaRPr lang="en-US"/>
        </a:p>
      </dgm:t>
    </dgm:pt>
    <dgm:pt modelId="{3EFC91EB-483A-44EB-A0CD-F30BF162A540}" type="parTrans" cxnId="{38D3C4BA-4064-456A-AC0C-E2630141BE33}">
      <dgm:prSet/>
      <dgm:spPr/>
      <dgm:t>
        <a:bodyPr/>
        <a:lstStyle/>
        <a:p>
          <a:endParaRPr lang="en-US"/>
        </a:p>
      </dgm:t>
    </dgm:pt>
    <dgm:pt modelId="{02B07E1D-9C9D-4ACE-B8A0-FAB659ACE067}" type="sibTrans" cxnId="{38D3C4BA-4064-456A-AC0C-E2630141BE33}">
      <dgm:prSet/>
      <dgm:spPr/>
      <dgm:t>
        <a:bodyPr/>
        <a:lstStyle/>
        <a:p>
          <a:endParaRPr lang="en-US"/>
        </a:p>
      </dgm:t>
    </dgm:pt>
    <dgm:pt modelId="{81B049D0-105D-4236-B379-BCA36237CFDC}">
      <dgm:prSet/>
      <dgm:spPr/>
      <dgm:t>
        <a:bodyPr/>
        <a:lstStyle/>
        <a:p>
          <a:r>
            <a:rPr lang="da-DK" dirty="0"/>
            <a:t>En liter havvand vejer ca. 1000 g</a:t>
          </a:r>
          <a:endParaRPr lang="en-US" dirty="0"/>
        </a:p>
      </dgm:t>
    </dgm:pt>
    <dgm:pt modelId="{8D0CC9FD-EB48-446C-83E9-A4EC320DE7D4}" type="parTrans" cxnId="{A938F0D2-12E8-4022-A46D-15A7970E7B19}">
      <dgm:prSet/>
      <dgm:spPr/>
      <dgm:t>
        <a:bodyPr/>
        <a:lstStyle/>
        <a:p>
          <a:endParaRPr lang="en-US"/>
        </a:p>
      </dgm:t>
    </dgm:pt>
    <dgm:pt modelId="{D67E078D-E301-4669-8C18-EC0BFEDC6FEE}" type="sibTrans" cxnId="{A938F0D2-12E8-4022-A46D-15A7970E7B1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EF3BECC-2F58-4E1F-8D51-A56E7C588BB4}">
          <dgm:prSet/>
          <dgm:spPr/>
          <dgm:t>
            <a:bodyPr/>
            <a:lstStyle/>
            <a:p>
              <a:r>
                <a:rPr lang="da-DK" dirty="0"/>
                <a:t>Masseprocenten beregnes:</a:t>
              </a:r>
            </a:p>
            <a:p>
              <a14:m>
                <m:oMath xmlns:m="http://schemas.openxmlformats.org/officeDocument/2006/math">
                  <m:sSub>
                    <m:sSubPr>
                      <m:ctrlPr>
                        <a:rPr lang="da-DK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𝑚𝑎𝑠𝑠𝑒</m:t>
                          </m:r>
                        </m:sub>
                      </m:sSub>
                    </m:e>
                    <m: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%</m:t>
                      </m:r>
                    </m:sub>
                  </m:sSub>
                  <m:r>
                    <a:rPr lang="da-DK" b="0" i="1" smtClean="0">
                      <a:latin typeface="Cambria Math" panose="02040503050406030204" pitchFamily="18" charset="0"/>
                    </a:rPr>
                    <m:t>= </m:t>
                  </m:r>
                  <m:f>
                    <m:fPr>
                      <m:ctrlPr>
                        <a:rPr lang="da-DK" b="0" i="1" smtClean="0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33,0 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𝑔</m:t>
                      </m:r>
                    </m:num>
                    <m:den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1000 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𝑔</m:t>
                      </m:r>
                    </m:den>
                  </m:f>
                  <m:r>
                    <a:rPr lang="da-DK" b="0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∙100 %=3,3 %</m:t>
                  </m:r>
                </m:oMath>
              </a14:m>
              <a:r>
                <a:rPr lang="da-DK" dirty="0"/>
                <a:t> </a:t>
              </a:r>
            </a:p>
          </dgm:t>
        </dgm:pt>
      </mc:Choice>
      <mc:Fallback xmlns="">
        <dgm:pt modelId="{8EF3BECC-2F58-4E1F-8D51-A56E7C588BB4}">
          <dgm:prSet/>
          <dgm:spPr/>
          <dgm:t>
            <a:bodyPr/>
            <a:lstStyle/>
            <a:p>
              <a:r>
                <a:rPr lang="da-DK" dirty="0"/>
                <a:t>Masseprocenten beregnes:</a:t>
              </a:r>
            </a:p>
            <a:p>
              <a:r>
                <a:rPr lang="da-DK" b="0" i="0">
                  <a:latin typeface="Cambria Math" panose="02040503050406030204" pitchFamily="18" charset="0"/>
                </a:rPr>
                <a:t>〖𝑐_𝑚𝑎𝑠𝑠𝑒〗_%=  (33,0 𝑔)/(1000 𝑔)</a:t>
              </a:r>
              <a:r>
                <a:rPr lang="da-DK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∙100 %=3,3 %</a:t>
              </a:r>
              <a:r>
                <a:rPr lang="da-DK" dirty="0"/>
                <a:t> </a:t>
              </a:r>
            </a:p>
          </dgm:t>
        </dgm:pt>
      </mc:Fallback>
    </mc:AlternateContent>
    <dgm:pt modelId="{3076AC0D-36AE-426C-855E-DF7F0AB797E9}" type="parTrans" cxnId="{B90ED034-A8F1-41C6-87A4-2E3312B2536B}">
      <dgm:prSet/>
      <dgm:spPr/>
      <dgm:t>
        <a:bodyPr/>
        <a:lstStyle/>
        <a:p>
          <a:endParaRPr lang="en-US"/>
        </a:p>
      </dgm:t>
    </dgm:pt>
    <dgm:pt modelId="{A44CC47C-F10A-415A-B964-8C907FB101AC}" type="sibTrans" cxnId="{B90ED034-A8F1-41C6-87A4-2E3312B2536B}">
      <dgm:prSet/>
      <dgm:spPr/>
      <dgm:t>
        <a:bodyPr/>
        <a:lstStyle/>
        <a:p>
          <a:endParaRPr lang="en-US"/>
        </a:p>
      </dgm:t>
    </dgm:pt>
    <dgm:pt modelId="{D9A3FCE5-2ABF-4E25-8E2A-FB28E1F1A79B}" type="pres">
      <dgm:prSet presAssocID="{8178370F-164C-4473-AD9D-8A8D42DB1C6C}" presName="root" presStyleCnt="0">
        <dgm:presLayoutVars>
          <dgm:dir/>
          <dgm:resizeHandles val="exact"/>
        </dgm:presLayoutVars>
      </dgm:prSet>
      <dgm:spPr/>
    </dgm:pt>
    <dgm:pt modelId="{BD955DB8-6656-4760-90D4-B179770B001D}" type="pres">
      <dgm:prSet presAssocID="{6CE89F3D-D7B2-4FE2-AAEF-4FA61281F581}" presName="compNode" presStyleCnt="0"/>
      <dgm:spPr/>
    </dgm:pt>
    <dgm:pt modelId="{1DE58BC9-6B3E-4E25-ACF5-25B5D6A67794}" type="pres">
      <dgm:prSet presAssocID="{6CE89F3D-D7B2-4FE2-AAEF-4FA61281F581}" presName="bgRect" presStyleLbl="bgShp" presStyleIdx="0" presStyleCnt="4"/>
      <dgm:spPr/>
    </dgm:pt>
    <dgm:pt modelId="{93A99C22-DCB9-4E83-A478-B1176BD3D6C2}" type="pres">
      <dgm:prSet presAssocID="{6CE89F3D-D7B2-4FE2-AAEF-4FA61281F58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kke tilladt"/>
        </a:ext>
      </dgm:extLst>
    </dgm:pt>
    <dgm:pt modelId="{26BE664D-C611-48B4-A3FD-28B954E9A8A1}" type="pres">
      <dgm:prSet presAssocID="{6CE89F3D-D7B2-4FE2-AAEF-4FA61281F581}" presName="spaceRect" presStyleCnt="0"/>
      <dgm:spPr/>
    </dgm:pt>
    <dgm:pt modelId="{83F2D905-1C00-43DB-9E98-3563523A467D}" type="pres">
      <dgm:prSet presAssocID="{6CE89F3D-D7B2-4FE2-AAEF-4FA61281F581}" presName="parTx" presStyleLbl="revTx" presStyleIdx="0" presStyleCnt="4">
        <dgm:presLayoutVars>
          <dgm:chMax val="0"/>
          <dgm:chPref val="0"/>
        </dgm:presLayoutVars>
      </dgm:prSet>
      <dgm:spPr/>
    </dgm:pt>
    <dgm:pt modelId="{1B39F48C-63F5-4E85-8311-A987A45862E8}" type="pres">
      <dgm:prSet presAssocID="{5E35E09B-F01B-431E-87F1-B866F615EB19}" presName="sibTrans" presStyleCnt="0"/>
      <dgm:spPr/>
    </dgm:pt>
    <dgm:pt modelId="{B95B8745-CE9B-4870-9484-F3E9328F75A9}" type="pres">
      <dgm:prSet presAssocID="{C3145B96-6B49-4DB9-A857-F5C762E9ED00}" presName="compNode" presStyleCnt="0"/>
      <dgm:spPr/>
    </dgm:pt>
    <dgm:pt modelId="{6CFE8540-68A5-4D78-B928-3EC4E9E953D0}" type="pres">
      <dgm:prSet presAssocID="{C3145B96-6B49-4DB9-A857-F5C762E9ED00}" presName="bgRect" presStyleLbl="bgShp" presStyleIdx="1" presStyleCnt="4"/>
      <dgm:spPr/>
    </dgm:pt>
    <dgm:pt modelId="{63A5B472-1CA9-4A72-BEB8-B289EEBF38F3}" type="pres">
      <dgm:prSet presAssocID="{C3145B96-6B49-4DB9-A857-F5C762E9ED0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93DA6653-8317-4D16-88CB-4ECAAC9397A5}" type="pres">
      <dgm:prSet presAssocID="{C3145B96-6B49-4DB9-A857-F5C762E9ED00}" presName="spaceRect" presStyleCnt="0"/>
      <dgm:spPr/>
    </dgm:pt>
    <dgm:pt modelId="{A1E77E73-D21F-4309-9CC7-EC19636A2F63}" type="pres">
      <dgm:prSet presAssocID="{C3145B96-6B49-4DB9-A857-F5C762E9ED00}" presName="parTx" presStyleLbl="revTx" presStyleIdx="1" presStyleCnt="4">
        <dgm:presLayoutVars>
          <dgm:chMax val="0"/>
          <dgm:chPref val="0"/>
        </dgm:presLayoutVars>
      </dgm:prSet>
      <dgm:spPr/>
    </dgm:pt>
    <dgm:pt modelId="{B34E0FE0-E4E3-48D4-AB00-56F9572814B7}" type="pres">
      <dgm:prSet presAssocID="{02B07E1D-9C9D-4ACE-B8A0-FAB659ACE067}" presName="sibTrans" presStyleCnt="0"/>
      <dgm:spPr/>
    </dgm:pt>
    <dgm:pt modelId="{28FE6761-232D-4F03-ABDF-DD79A4C6F6E7}" type="pres">
      <dgm:prSet presAssocID="{81B049D0-105D-4236-B379-BCA36237CFDC}" presName="compNode" presStyleCnt="0"/>
      <dgm:spPr/>
    </dgm:pt>
    <dgm:pt modelId="{E1D77713-B59C-4F89-A155-C3226CF5065D}" type="pres">
      <dgm:prSet presAssocID="{81B049D0-105D-4236-B379-BCA36237CFDC}" presName="bgRect" presStyleLbl="bgShp" presStyleIdx="2" presStyleCnt="4"/>
      <dgm:spPr/>
    </dgm:pt>
    <dgm:pt modelId="{5765D01B-E1A1-4271-922B-D36F90A06718}" type="pres">
      <dgm:prSet presAssocID="{81B049D0-105D-4236-B379-BCA36237CFD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249AE403-447D-4346-8A1F-571D5A4FAD21}" type="pres">
      <dgm:prSet presAssocID="{81B049D0-105D-4236-B379-BCA36237CFDC}" presName="spaceRect" presStyleCnt="0"/>
      <dgm:spPr/>
    </dgm:pt>
    <dgm:pt modelId="{9D70A613-ADC7-4491-8BE9-6015C149BCE8}" type="pres">
      <dgm:prSet presAssocID="{81B049D0-105D-4236-B379-BCA36237CFDC}" presName="parTx" presStyleLbl="revTx" presStyleIdx="2" presStyleCnt="4">
        <dgm:presLayoutVars>
          <dgm:chMax val="0"/>
          <dgm:chPref val="0"/>
        </dgm:presLayoutVars>
      </dgm:prSet>
      <dgm:spPr/>
    </dgm:pt>
    <dgm:pt modelId="{1443F3E7-CBDD-4EE5-8E8D-A86A2D69B387}" type="pres">
      <dgm:prSet presAssocID="{D67E078D-E301-4669-8C18-EC0BFEDC6FEE}" presName="sibTrans" presStyleCnt="0"/>
      <dgm:spPr/>
    </dgm:pt>
    <dgm:pt modelId="{5B8AFA93-5B10-4533-9EEA-9619724C5448}" type="pres">
      <dgm:prSet presAssocID="{8EF3BECC-2F58-4E1F-8D51-A56E7C588BB4}" presName="compNode" presStyleCnt="0"/>
      <dgm:spPr/>
    </dgm:pt>
    <dgm:pt modelId="{66AD308C-9505-4465-AEF3-DA1ACB0234C9}" type="pres">
      <dgm:prSet presAssocID="{8EF3BECC-2F58-4E1F-8D51-A56E7C588BB4}" presName="bgRect" presStyleLbl="bgShp" presStyleIdx="3" presStyleCnt="4"/>
      <dgm:spPr/>
    </dgm:pt>
    <dgm:pt modelId="{F7D4A712-AB10-4485-BE3E-B1BEFE1B204E}" type="pres">
      <dgm:prSet presAssocID="{8EF3BECC-2F58-4E1F-8D51-A56E7C588BB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ala"/>
        </a:ext>
      </dgm:extLst>
    </dgm:pt>
    <dgm:pt modelId="{CE8CFCB2-80C3-4B2E-BFB4-A65188D7C512}" type="pres">
      <dgm:prSet presAssocID="{8EF3BECC-2F58-4E1F-8D51-A56E7C588BB4}" presName="spaceRect" presStyleCnt="0"/>
      <dgm:spPr/>
    </dgm:pt>
    <dgm:pt modelId="{90855875-5F29-4EEF-9090-7A9284D00CFB}" type="pres">
      <dgm:prSet presAssocID="{8EF3BECC-2F58-4E1F-8D51-A56E7C588B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20E10D-55CF-430D-87D9-DD7877244DAD}" type="presOf" srcId="{6CE89F3D-D7B2-4FE2-AAEF-4FA61281F581}" destId="{83F2D905-1C00-43DB-9E98-3563523A467D}" srcOrd="0" destOrd="0" presId="urn:microsoft.com/office/officeart/2018/2/layout/IconVerticalSolidList"/>
    <dgm:cxn modelId="{5505301B-A32A-422C-9C5B-C81BDCCECB96}" type="presOf" srcId="{8EF3BECC-2F58-4E1F-8D51-A56E7C588BB4}" destId="{90855875-5F29-4EEF-9090-7A9284D00CFB}" srcOrd="0" destOrd="0" presId="urn:microsoft.com/office/officeart/2018/2/layout/IconVerticalSolidList"/>
    <dgm:cxn modelId="{B90ED034-A8F1-41C6-87A4-2E3312B2536B}" srcId="{8178370F-164C-4473-AD9D-8A8D42DB1C6C}" destId="{8EF3BECC-2F58-4E1F-8D51-A56E7C588BB4}" srcOrd="3" destOrd="0" parTransId="{3076AC0D-36AE-426C-855E-DF7F0AB797E9}" sibTransId="{A44CC47C-F10A-415A-B964-8C907FB101AC}"/>
    <dgm:cxn modelId="{25B88D67-0778-494F-A755-2CDA079453EA}" type="presOf" srcId="{8178370F-164C-4473-AD9D-8A8D42DB1C6C}" destId="{D9A3FCE5-2ABF-4E25-8E2A-FB28E1F1A79B}" srcOrd="0" destOrd="0" presId="urn:microsoft.com/office/officeart/2018/2/layout/IconVerticalSolidList"/>
    <dgm:cxn modelId="{38D3C4BA-4064-456A-AC0C-E2630141BE33}" srcId="{8178370F-164C-4473-AD9D-8A8D42DB1C6C}" destId="{C3145B96-6B49-4DB9-A857-F5C762E9ED00}" srcOrd="1" destOrd="0" parTransId="{3EFC91EB-483A-44EB-A0CD-F30BF162A540}" sibTransId="{02B07E1D-9C9D-4ACE-B8A0-FAB659ACE067}"/>
    <dgm:cxn modelId="{A938F0D2-12E8-4022-A46D-15A7970E7B19}" srcId="{8178370F-164C-4473-AD9D-8A8D42DB1C6C}" destId="{81B049D0-105D-4236-B379-BCA36237CFDC}" srcOrd="2" destOrd="0" parTransId="{8D0CC9FD-EB48-446C-83E9-A4EC320DE7D4}" sibTransId="{D67E078D-E301-4669-8C18-EC0BFEDC6FEE}"/>
    <dgm:cxn modelId="{E9AFE0E1-0836-4997-A852-3F3C93EF3004}" type="presOf" srcId="{C3145B96-6B49-4DB9-A857-F5C762E9ED00}" destId="{A1E77E73-D21F-4309-9CC7-EC19636A2F63}" srcOrd="0" destOrd="0" presId="urn:microsoft.com/office/officeart/2018/2/layout/IconVerticalSolidList"/>
    <dgm:cxn modelId="{D82E90E6-E31D-4965-8580-B8BA9DAADC94}" srcId="{8178370F-164C-4473-AD9D-8A8D42DB1C6C}" destId="{6CE89F3D-D7B2-4FE2-AAEF-4FA61281F581}" srcOrd="0" destOrd="0" parTransId="{B2B14C31-A6FB-4E83-BAB2-719A7113209C}" sibTransId="{5E35E09B-F01B-431E-87F1-B866F615EB19}"/>
    <dgm:cxn modelId="{F0C390FB-37A5-4763-BCDE-4968270ADD88}" type="presOf" srcId="{81B049D0-105D-4236-B379-BCA36237CFDC}" destId="{9D70A613-ADC7-4491-8BE9-6015C149BCE8}" srcOrd="0" destOrd="0" presId="urn:microsoft.com/office/officeart/2018/2/layout/IconVerticalSolidList"/>
    <dgm:cxn modelId="{66050A81-70AF-478A-953A-A97263241D91}" type="presParOf" srcId="{D9A3FCE5-2ABF-4E25-8E2A-FB28E1F1A79B}" destId="{BD955DB8-6656-4760-90D4-B179770B001D}" srcOrd="0" destOrd="0" presId="urn:microsoft.com/office/officeart/2018/2/layout/IconVerticalSolidList"/>
    <dgm:cxn modelId="{13236EE7-FAA9-4A40-BF21-C531D627B346}" type="presParOf" srcId="{BD955DB8-6656-4760-90D4-B179770B001D}" destId="{1DE58BC9-6B3E-4E25-ACF5-25B5D6A67794}" srcOrd="0" destOrd="0" presId="urn:microsoft.com/office/officeart/2018/2/layout/IconVerticalSolidList"/>
    <dgm:cxn modelId="{3BB28B3C-9D1F-426E-BA69-F95F2CB5CA3B}" type="presParOf" srcId="{BD955DB8-6656-4760-90D4-B179770B001D}" destId="{93A99C22-DCB9-4E83-A478-B1176BD3D6C2}" srcOrd="1" destOrd="0" presId="urn:microsoft.com/office/officeart/2018/2/layout/IconVerticalSolidList"/>
    <dgm:cxn modelId="{DBE7E374-ED8F-430F-B5E8-38443DE6D348}" type="presParOf" srcId="{BD955DB8-6656-4760-90D4-B179770B001D}" destId="{26BE664D-C611-48B4-A3FD-28B954E9A8A1}" srcOrd="2" destOrd="0" presId="urn:microsoft.com/office/officeart/2018/2/layout/IconVerticalSolidList"/>
    <dgm:cxn modelId="{72CF8CA1-099E-455A-B970-58A9A857A227}" type="presParOf" srcId="{BD955DB8-6656-4760-90D4-B179770B001D}" destId="{83F2D905-1C00-43DB-9E98-3563523A467D}" srcOrd="3" destOrd="0" presId="urn:microsoft.com/office/officeart/2018/2/layout/IconVerticalSolidList"/>
    <dgm:cxn modelId="{F64B3226-4204-482B-947B-8A354EE41826}" type="presParOf" srcId="{D9A3FCE5-2ABF-4E25-8E2A-FB28E1F1A79B}" destId="{1B39F48C-63F5-4E85-8311-A987A45862E8}" srcOrd="1" destOrd="0" presId="urn:microsoft.com/office/officeart/2018/2/layout/IconVerticalSolidList"/>
    <dgm:cxn modelId="{E045E292-ACF4-4563-9545-0F9FE851C023}" type="presParOf" srcId="{D9A3FCE5-2ABF-4E25-8E2A-FB28E1F1A79B}" destId="{B95B8745-CE9B-4870-9484-F3E9328F75A9}" srcOrd="2" destOrd="0" presId="urn:microsoft.com/office/officeart/2018/2/layout/IconVerticalSolidList"/>
    <dgm:cxn modelId="{D8791E71-152E-476D-8628-ED2FAA539BE4}" type="presParOf" srcId="{B95B8745-CE9B-4870-9484-F3E9328F75A9}" destId="{6CFE8540-68A5-4D78-B928-3EC4E9E953D0}" srcOrd="0" destOrd="0" presId="urn:microsoft.com/office/officeart/2018/2/layout/IconVerticalSolidList"/>
    <dgm:cxn modelId="{63A22914-BC01-4D0F-B858-E43CD1743862}" type="presParOf" srcId="{B95B8745-CE9B-4870-9484-F3E9328F75A9}" destId="{63A5B472-1CA9-4A72-BEB8-B289EEBF38F3}" srcOrd="1" destOrd="0" presId="urn:microsoft.com/office/officeart/2018/2/layout/IconVerticalSolidList"/>
    <dgm:cxn modelId="{E86DFB82-6613-43BB-99FE-42C6139C7166}" type="presParOf" srcId="{B95B8745-CE9B-4870-9484-F3E9328F75A9}" destId="{93DA6653-8317-4D16-88CB-4ECAAC9397A5}" srcOrd="2" destOrd="0" presId="urn:microsoft.com/office/officeart/2018/2/layout/IconVerticalSolidList"/>
    <dgm:cxn modelId="{A1EF9DC3-4F1B-4886-9C4E-61CDC952C116}" type="presParOf" srcId="{B95B8745-CE9B-4870-9484-F3E9328F75A9}" destId="{A1E77E73-D21F-4309-9CC7-EC19636A2F63}" srcOrd="3" destOrd="0" presId="urn:microsoft.com/office/officeart/2018/2/layout/IconVerticalSolidList"/>
    <dgm:cxn modelId="{55A3FE2B-5000-44CA-A441-AB5AD83199B2}" type="presParOf" srcId="{D9A3FCE5-2ABF-4E25-8E2A-FB28E1F1A79B}" destId="{B34E0FE0-E4E3-48D4-AB00-56F9572814B7}" srcOrd="3" destOrd="0" presId="urn:microsoft.com/office/officeart/2018/2/layout/IconVerticalSolidList"/>
    <dgm:cxn modelId="{A368F941-F058-4624-A8BD-147F7CD95AE3}" type="presParOf" srcId="{D9A3FCE5-2ABF-4E25-8E2A-FB28E1F1A79B}" destId="{28FE6761-232D-4F03-ABDF-DD79A4C6F6E7}" srcOrd="4" destOrd="0" presId="urn:microsoft.com/office/officeart/2018/2/layout/IconVerticalSolidList"/>
    <dgm:cxn modelId="{FF834084-B939-4EFF-96AD-6F2481F64216}" type="presParOf" srcId="{28FE6761-232D-4F03-ABDF-DD79A4C6F6E7}" destId="{E1D77713-B59C-4F89-A155-C3226CF5065D}" srcOrd="0" destOrd="0" presId="urn:microsoft.com/office/officeart/2018/2/layout/IconVerticalSolidList"/>
    <dgm:cxn modelId="{08C1E701-FAEC-4EEC-8CE9-8DC414F0830A}" type="presParOf" srcId="{28FE6761-232D-4F03-ABDF-DD79A4C6F6E7}" destId="{5765D01B-E1A1-4271-922B-D36F90A06718}" srcOrd="1" destOrd="0" presId="urn:microsoft.com/office/officeart/2018/2/layout/IconVerticalSolidList"/>
    <dgm:cxn modelId="{35CCE7D8-0639-441E-89FF-478EDE3E7469}" type="presParOf" srcId="{28FE6761-232D-4F03-ABDF-DD79A4C6F6E7}" destId="{249AE403-447D-4346-8A1F-571D5A4FAD21}" srcOrd="2" destOrd="0" presId="urn:microsoft.com/office/officeart/2018/2/layout/IconVerticalSolidList"/>
    <dgm:cxn modelId="{B902EA35-4372-4FEB-845B-14F5EF7BD957}" type="presParOf" srcId="{28FE6761-232D-4F03-ABDF-DD79A4C6F6E7}" destId="{9D70A613-ADC7-4491-8BE9-6015C149BCE8}" srcOrd="3" destOrd="0" presId="urn:microsoft.com/office/officeart/2018/2/layout/IconVerticalSolidList"/>
    <dgm:cxn modelId="{037C8973-75A4-4916-A29B-D2CF17E88836}" type="presParOf" srcId="{D9A3FCE5-2ABF-4E25-8E2A-FB28E1F1A79B}" destId="{1443F3E7-CBDD-4EE5-8E8D-A86A2D69B387}" srcOrd="5" destOrd="0" presId="urn:microsoft.com/office/officeart/2018/2/layout/IconVerticalSolidList"/>
    <dgm:cxn modelId="{93337CB8-2570-4430-A31D-6A9FC6C0DF31}" type="presParOf" srcId="{D9A3FCE5-2ABF-4E25-8E2A-FB28E1F1A79B}" destId="{5B8AFA93-5B10-4533-9EEA-9619724C5448}" srcOrd="6" destOrd="0" presId="urn:microsoft.com/office/officeart/2018/2/layout/IconVerticalSolidList"/>
    <dgm:cxn modelId="{211B94D4-5E3A-4672-8188-62F9015DCF18}" type="presParOf" srcId="{5B8AFA93-5B10-4533-9EEA-9619724C5448}" destId="{66AD308C-9505-4465-AEF3-DA1ACB0234C9}" srcOrd="0" destOrd="0" presId="urn:microsoft.com/office/officeart/2018/2/layout/IconVerticalSolidList"/>
    <dgm:cxn modelId="{76FAC202-95D5-4A50-9424-1185B9A6278C}" type="presParOf" srcId="{5B8AFA93-5B10-4533-9EEA-9619724C5448}" destId="{F7D4A712-AB10-4485-BE3E-B1BEFE1B204E}" srcOrd="1" destOrd="0" presId="urn:microsoft.com/office/officeart/2018/2/layout/IconVerticalSolidList"/>
    <dgm:cxn modelId="{354B56C8-92A3-43A8-AC7F-A8CE62B300D3}" type="presParOf" srcId="{5B8AFA93-5B10-4533-9EEA-9619724C5448}" destId="{CE8CFCB2-80C3-4B2E-BFB4-A65188D7C512}" srcOrd="2" destOrd="0" presId="urn:microsoft.com/office/officeart/2018/2/layout/IconVerticalSolidList"/>
    <dgm:cxn modelId="{8D4D44D0-DBC3-4F77-B722-17F986DA193E}" type="presParOf" srcId="{5B8AFA93-5B10-4533-9EEA-9619724C5448}" destId="{90855875-5F29-4EEF-9090-7A9284D00C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EA30627-7369-425A-A7A9-EE8D22322E97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DABC35-E090-4301-866C-62CF2145C94C}">
      <dgm:prSet/>
      <dgm:spPr/>
      <dgm:t>
        <a:bodyPr/>
        <a:lstStyle/>
        <a:p>
          <a:r>
            <a:rPr lang="da-DK"/>
            <a:t>Opgave 3+4</a:t>
          </a:r>
          <a:endParaRPr lang="en-US"/>
        </a:p>
      </dgm:t>
    </dgm:pt>
    <dgm:pt modelId="{06AB5373-D4B4-4F58-ABD5-3543B6808B8E}" type="parTrans" cxnId="{A258907B-E3F0-4CE9-8A9B-C7BB0B9CC3D0}">
      <dgm:prSet/>
      <dgm:spPr/>
      <dgm:t>
        <a:bodyPr/>
        <a:lstStyle/>
        <a:p>
          <a:endParaRPr lang="en-US"/>
        </a:p>
      </dgm:t>
    </dgm:pt>
    <dgm:pt modelId="{422C23C6-9D94-44E0-BC13-41D64D31E8A3}" type="sibTrans" cxnId="{A258907B-E3F0-4CE9-8A9B-C7BB0B9CC3D0}">
      <dgm:prSet/>
      <dgm:spPr/>
      <dgm:t>
        <a:bodyPr/>
        <a:lstStyle/>
        <a:p>
          <a:endParaRPr lang="en-US"/>
        </a:p>
      </dgm:t>
    </dgm:pt>
    <dgm:pt modelId="{FF0893CE-88FB-4A0D-8DF5-F65B9B14ECD2}">
      <dgm:prSet/>
      <dgm:spPr/>
      <dgm:t>
        <a:bodyPr/>
        <a:lstStyle/>
        <a:p>
          <a:r>
            <a:rPr lang="da-DK"/>
            <a:t>20 minutter</a:t>
          </a:r>
          <a:endParaRPr lang="en-US"/>
        </a:p>
      </dgm:t>
    </dgm:pt>
    <dgm:pt modelId="{F1AB052B-4DAA-415E-91FA-D44736793770}" type="parTrans" cxnId="{F38410D9-5838-4656-9C1F-6FA1123FAECF}">
      <dgm:prSet/>
      <dgm:spPr/>
      <dgm:t>
        <a:bodyPr/>
        <a:lstStyle/>
        <a:p>
          <a:endParaRPr lang="en-US"/>
        </a:p>
      </dgm:t>
    </dgm:pt>
    <dgm:pt modelId="{82B7B125-E8F5-40F2-A975-0EB251111687}" type="sibTrans" cxnId="{F38410D9-5838-4656-9C1F-6FA1123FAECF}">
      <dgm:prSet/>
      <dgm:spPr/>
      <dgm:t>
        <a:bodyPr/>
        <a:lstStyle/>
        <a:p>
          <a:endParaRPr lang="en-US"/>
        </a:p>
      </dgm:t>
    </dgm:pt>
    <dgm:pt modelId="{7151424F-6B94-4306-90A2-6FECA2D60B13}" type="pres">
      <dgm:prSet presAssocID="{4EA30627-7369-425A-A7A9-EE8D22322E97}" presName="linear" presStyleCnt="0">
        <dgm:presLayoutVars>
          <dgm:animLvl val="lvl"/>
          <dgm:resizeHandles val="exact"/>
        </dgm:presLayoutVars>
      </dgm:prSet>
      <dgm:spPr/>
    </dgm:pt>
    <dgm:pt modelId="{8B7AA8BD-922A-4FE8-9680-B5B5464A802C}" type="pres">
      <dgm:prSet presAssocID="{BEDABC35-E090-4301-866C-62CF2145C94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C04731A-5E45-45DF-B63A-B448875B361A}" type="pres">
      <dgm:prSet presAssocID="{422C23C6-9D94-44E0-BC13-41D64D31E8A3}" presName="spacer" presStyleCnt="0"/>
      <dgm:spPr/>
    </dgm:pt>
    <dgm:pt modelId="{F33DF4CE-4F08-45D8-AD89-3AFFD6542E6F}" type="pres">
      <dgm:prSet presAssocID="{FF0893CE-88FB-4A0D-8DF5-F65B9B14ECD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0A7F673-B32A-45BD-B800-26D61E301299}" type="presOf" srcId="{BEDABC35-E090-4301-866C-62CF2145C94C}" destId="{8B7AA8BD-922A-4FE8-9680-B5B5464A802C}" srcOrd="0" destOrd="0" presId="urn:microsoft.com/office/officeart/2005/8/layout/vList2"/>
    <dgm:cxn modelId="{A258907B-E3F0-4CE9-8A9B-C7BB0B9CC3D0}" srcId="{4EA30627-7369-425A-A7A9-EE8D22322E97}" destId="{BEDABC35-E090-4301-866C-62CF2145C94C}" srcOrd="0" destOrd="0" parTransId="{06AB5373-D4B4-4F58-ABD5-3543B6808B8E}" sibTransId="{422C23C6-9D94-44E0-BC13-41D64D31E8A3}"/>
    <dgm:cxn modelId="{C09B5091-B2AF-422B-A219-91D924F28BFC}" type="presOf" srcId="{FF0893CE-88FB-4A0D-8DF5-F65B9B14ECD2}" destId="{F33DF4CE-4F08-45D8-AD89-3AFFD6542E6F}" srcOrd="0" destOrd="0" presId="urn:microsoft.com/office/officeart/2005/8/layout/vList2"/>
    <dgm:cxn modelId="{F38410D9-5838-4656-9C1F-6FA1123FAECF}" srcId="{4EA30627-7369-425A-A7A9-EE8D22322E97}" destId="{FF0893CE-88FB-4A0D-8DF5-F65B9B14ECD2}" srcOrd="1" destOrd="0" parTransId="{F1AB052B-4DAA-415E-91FA-D44736793770}" sibTransId="{82B7B125-E8F5-40F2-A975-0EB251111687}"/>
    <dgm:cxn modelId="{1FA5C3F3-16CF-4C17-90D6-2F38E8B571DA}" type="presOf" srcId="{4EA30627-7369-425A-A7A9-EE8D22322E97}" destId="{7151424F-6B94-4306-90A2-6FECA2D60B13}" srcOrd="0" destOrd="0" presId="urn:microsoft.com/office/officeart/2005/8/layout/vList2"/>
    <dgm:cxn modelId="{89A52CF1-96C6-4D1B-8FE7-0AB65D36F657}" type="presParOf" srcId="{7151424F-6B94-4306-90A2-6FECA2D60B13}" destId="{8B7AA8BD-922A-4FE8-9680-B5B5464A802C}" srcOrd="0" destOrd="0" presId="urn:microsoft.com/office/officeart/2005/8/layout/vList2"/>
    <dgm:cxn modelId="{23C7EAFC-1A94-436C-AC5B-7766157BFB35}" type="presParOf" srcId="{7151424F-6B94-4306-90A2-6FECA2D60B13}" destId="{6C04731A-5E45-45DF-B63A-B448875B361A}" srcOrd="1" destOrd="0" presId="urn:microsoft.com/office/officeart/2005/8/layout/vList2"/>
    <dgm:cxn modelId="{8865806D-7872-4F51-92E2-002B65241D78}" type="presParOf" srcId="{7151424F-6B94-4306-90A2-6FECA2D60B13}" destId="{F33DF4CE-4F08-45D8-AD89-3AFFD6542E6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8178370F-164C-4473-AD9D-8A8D42DB1C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E89F3D-D7B2-4FE2-AAEF-4FA61281F581}">
      <dgm:prSet/>
      <dgm:spPr/>
      <dgm:t>
        <a:bodyPr/>
        <a:lstStyle/>
        <a:p>
          <a:r>
            <a:rPr lang="da-DK"/>
            <a:t>En anden måde at angive koncentration på, er at angive det som en masseprocent</a:t>
          </a:r>
          <a:endParaRPr lang="en-US"/>
        </a:p>
      </dgm:t>
    </dgm:pt>
    <dgm:pt modelId="{B2B14C31-A6FB-4E83-BAB2-719A7113209C}" type="parTrans" cxnId="{D82E90E6-E31D-4965-8580-B8BA9DAADC94}">
      <dgm:prSet/>
      <dgm:spPr/>
      <dgm:t>
        <a:bodyPr/>
        <a:lstStyle/>
        <a:p>
          <a:endParaRPr lang="en-US"/>
        </a:p>
      </dgm:t>
    </dgm:pt>
    <dgm:pt modelId="{5E35E09B-F01B-431E-87F1-B866F615EB19}" type="sibTrans" cxnId="{D82E90E6-E31D-4965-8580-B8BA9DAADC94}">
      <dgm:prSet/>
      <dgm:spPr/>
      <dgm:t>
        <a:bodyPr/>
        <a:lstStyle/>
        <a:p>
          <a:endParaRPr lang="en-US"/>
        </a:p>
      </dgm:t>
    </dgm:pt>
    <dgm:pt modelId="{C3145B96-6B49-4DB9-A857-F5C762E9ED00}">
      <dgm:prSet/>
      <dgm:spPr/>
      <dgm:t>
        <a:bodyPr/>
        <a:lstStyle/>
        <a:p>
          <a:r>
            <a:rPr lang="da-DK"/>
            <a:t>På forrige side beregnede vi koncentrationen til at være 33,0 g/L</a:t>
          </a:r>
          <a:endParaRPr lang="en-US"/>
        </a:p>
      </dgm:t>
    </dgm:pt>
    <dgm:pt modelId="{3EFC91EB-483A-44EB-A0CD-F30BF162A540}" type="parTrans" cxnId="{38D3C4BA-4064-456A-AC0C-E2630141BE33}">
      <dgm:prSet/>
      <dgm:spPr/>
      <dgm:t>
        <a:bodyPr/>
        <a:lstStyle/>
        <a:p>
          <a:endParaRPr lang="en-US"/>
        </a:p>
      </dgm:t>
    </dgm:pt>
    <dgm:pt modelId="{02B07E1D-9C9D-4ACE-B8A0-FAB659ACE067}" type="sibTrans" cxnId="{38D3C4BA-4064-456A-AC0C-E2630141BE33}">
      <dgm:prSet/>
      <dgm:spPr/>
      <dgm:t>
        <a:bodyPr/>
        <a:lstStyle/>
        <a:p>
          <a:endParaRPr lang="en-US"/>
        </a:p>
      </dgm:t>
    </dgm:pt>
    <dgm:pt modelId="{81B049D0-105D-4236-B379-BCA36237CFDC}">
      <dgm:prSet/>
      <dgm:spPr/>
      <dgm:t>
        <a:bodyPr/>
        <a:lstStyle/>
        <a:p>
          <a:r>
            <a:rPr lang="da-DK" dirty="0"/>
            <a:t>En liter havvand vejer ca. 1000 g</a:t>
          </a:r>
          <a:endParaRPr lang="en-US" dirty="0"/>
        </a:p>
      </dgm:t>
    </dgm:pt>
    <dgm:pt modelId="{8D0CC9FD-EB48-446C-83E9-A4EC320DE7D4}" type="parTrans" cxnId="{A938F0D2-12E8-4022-A46D-15A7970E7B19}">
      <dgm:prSet/>
      <dgm:spPr/>
      <dgm:t>
        <a:bodyPr/>
        <a:lstStyle/>
        <a:p>
          <a:endParaRPr lang="en-US"/>
        </a:p>
      </dgm:t>
    </dgm:pt>
    <dgm:pt modelId="{D67E078D-E301-4669-8C18-EC0BFEDC6FEE}" type="sibTrans" cxnId="{A938F0D2-12E8-4022-A46D-15A7970E7B19}">
      <dgm:prSet/>
      <dgm:spPr/>
      <dgm:t>
        <a:bodyPr/>
        <a:lstStyle/>
        <a:p>
          <a:endParaRPr lang="en-US"/>
        </a:p>
      </dgm:t>
    </dgm:pt>
    <dgm:pt modelId="{8EF3BECC-2F58-4E1F-8D51-A56E7C588BB4}">
      <dgm:prSet/>
      <dgm:spPr>
        <a:blipFill>
          <a:blip xmlns:r="http://schemas.openxmlformats.org/officeDocument/2006/relationships" r:embed="rId1"/>
          <a:stretch>
            <a:fillRect l="-289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3076AC0D-36AE-426C-855E-DF7F0AB797E9}" type="parTrans" cxnId="{B90ED034-A8F1-41C6-87A4-2E3312B2536B}">
      <dgm:prSet/>
      <dgm:spPr/>
      <dgm:t>
        <a:bodyPr/>
        <a:lstStyle/>
        <a:p>
          <a:endParaRPr lang="en-US"/>
        </a:p>
      </dgm:t>
    </dgm:pt>
    <dgm:pt modelId="{A44CC47C-F10A-415A-B964-8C907FB101AC}" type="sibTrans" cxnId="{B90ED034-A8F1-41C6-87A4-2E3312B2536B}">
      <dgm:prSet/>
      <dgm:spPr/>
      <dgm:t>
        <a:bodyPr/>
        <a:lstStyle/>
        <a:p>
          <a:endParaRPr lang="en-US"/>
        </a:p>
      </dgm:t>
    </dgm:pt>
    <dgm:pt modelId="{D9A3FCE5-2ABF-4E25-8E2A-FB28E1F1A79B}" type="pres">
      <dgm:prSet presAssocID="{8178370F-164C-4473-AD9D-8A8D42DB1C6C}" presName="root" presStyleCnt="0">
        <dgm:presLayoutVars>
          <dgm:dir/>
          <dgm:resizeHandles val="exact"/>
        </dgm:presLayoutVars>
      </dgm:prSet>
      <dgm:spPr/>
    </dgm:pt>
    <dgm:pt modelId="{BD955DB8-6656-4760-90D4-B179770B001D}" type="pres">
      <dgm:prSet presAssocID="{6CE89F3D-D7B2-4FE2-AAEF-4FA61281F581}" presName="compNode" presStyleCnt="0"/>
      <dgm:spPr/>
    </dgm:pt>
    <dgm:pt modelId="{1DE58BC9-6B3E-4E25-ACF5-25B5D6A67794}" type="pres">
      <dgm:prSet presAssocID="{6CE89F3D-D7B2-4FE2-AAEF-4FA61281F581}" presName="bgRect" presStyleLbl="bgShp" presStyleIdx="0" presStyleCnt="4"/>
      <dgm:spPr/>
    </dgm:pt>
    <dgm:pt modelId="{93A99C22-DCB9-4E83-A478-B1176BD3D6C2}" type="pres">
      <dgm:prSet presAssocID="{6CE89F3D-D7B2-4FE2-AAEF-4FA61281F581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kke tilladt"/>
        </a:ext>
      </dgm:extLst>
    </dgm:pt>
    <dgm:pt modelId="{26BE664D-C611-48B4-A3FD-28B954E9A8A1}" type="pres">
      <dgm:prSet presAssocID="{6CE89F3D-D7B2-4FE2-AAEF-4FA61281F581}" presName="spaceRect" presStyleCnt="0"/>
      <dgm:spPr/>
    </dgm:pt>
    <dgm:pt modelId="{83F2D905-1C00-43DB-9E98-3563523A467D}" type="pres">
      <dgm:prSet presAssocID="{6CE89F3D-D7B2-4FE2-AAEF-4FA61281F581}" presName="parTx" presStyleLbl="revTx" presStyleIdx="0" presStyleCnt="4">
        <dgm:presLayoutVars>
          <dgm:chMax val="0"/>
          <dgm:chPref val="0"/>
        </dgm:presLayoutVars>
      </dgm:prSet>
      <dgm:spPr/>
    </dgm:pt>
    <dgm:pt modelId="{1B39F48C-63F5-4E85-8311-A987A45862E8}" type="pres">
      <dgm:prSet presAssocID="{5E35E09B-F01B-431E-87F1-B866F615EB19}" presName="sibTrans" presStyleCnt="0"/>
      <dgm:spPr/>
    </dgm:pt>
    <dgm:pt modelId="{B95B8745-CE9B-4870-9484-F3E9328F75A9}" type="pres">
      <dgm:prSet presAssocID="{C3145B96-6B49-4DB9-A857-F5C762E9ED00}" presName="compNode" presStyleCnt="0"/>
      <dgm:spPr/>
    </dgm:pt>
    <dgm:pt modelId="{6CFE8540-68A5-4D78-B928-3EC4E9E953D0}" type="pres">
      <dgm:prSet presAssocID="{C3145B96-6B49-4DB9-A857-F5C762E9ED00}" presName="bgRect" presStyleLbl="bgShp" presStyleIdx="1" presStyleCnt="4"/>
      <dgm:spPr/>
    </dgm:pt>
    <dgm:pt modelId="{63A5B472-1CA9-4A72-BEB8-B289EEBF38F3}" type="pres">
      <dgm:prSet presAssocID="{C3145B96-6B49-4DB9-A857-F5C762E9ED00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93DA6653-8317-4D16-88CB-4ECAAC9397A5}" type="pres">
      <dgm:prSet presAssocID="{C3145B96-6B49-4DB9-A857-F5C762E9ED00}" presName="spaceRect" presStyleCnt="0"/>
      <dgm:spPr/>
    </dgm:pt>
    <dgm:pt modelId="{A1E77E73-D21F-4309-9CC7-EC19636A2F63}" type="pres">
      <dgm:prSet presAssocID="{C3145B96-6B49-4DB9-A857-F5C762E9ED00}" presName="parTx" presStyleLbl="revTx" presStyleIdx="1" presStyleCnt="4">
        <dgm:presLayoutVars>
          <dgm:chMax val="0"/>
          <dgm:chPref val="0"/>
        </dgm:presLayoutVars>
      </dgm:prSet>
      <dgm:spPr/>
    </dgm:pt>
    <dgm:pt modelId="{B34E0FE0-E4E3-48D4-AB00-56F9572814B7}" type="pres">
      <dgm:prSet presAssocID="{02B07E1D-9C9D-4ACE-B8A0-FAB659ACE067}" presName="sibTrans" presStyleCnt="0"/>
      <dgm:spPr/>
    </dgm:pt>
    <dgm:pt modelId="{28FE6761-232D-4F03-ABDF-DD79A4C6F6E7}" type="pres">
      <dgm:prSet presAssocID="{81B049D0-105D-4236-B379-BCA36237CFDC}" presName="compNode" presStyleCnt="0"/>
      <dgm:spPr/>
    </dgm:pt>
    <dgm:pt modelId="{E1D77713-B59C-4F89-A155-C3226CF5065D}" type="pres">
      <dgm:prSet presAssocID="{81B049D0-105D-4236-B379-BCA36237CFDC}" presName="bgRect" presStyleLbl="bgShp" presStyleIdx="2" presStyleCnt="4"/>
      <dgm:spPr/>
    </dgm:pt>
    <dgm:pt modelId="{5765D01B-E1A1-4271-922B-D36F90A06718}" type="pres">
      <dgm:prSet presAssocID="{81B049D0-105D-4236-B379-BCA36237CFDC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249AE403-447D-4346-8A1F-571D5A4FAD21}" type="pres">
      <dgm:prSet presAssocID="{81B049D0-105D-4236-B379-BCA36237CFDC}" presName="spaceRect" presStyleCnt="0"/>
      <dgm:spPr/>
    </dgm:pt>
    <dgm:pt modelId="{9D70A613-ADC7-4491-8BE9-6015C149BCE8}" type="pres">
      <dgm:prSet presAssocID="{81B049D0-105D-4236-B379-BCA36237CFDC}" presName="parTx" presStyleLbl="revTx" presStyleIdx="2" presStyleCnt="4">
        <dgm:presLayoutVars>
          <dgm:chMax val="0"/>
          <dgm:chPref val="0"/>
        </dgm:presLayoutVars>
      </dgm:prSet>
      <dgm:spPr/>
    </dgm:pt>
    <dgm:pt modelId="{1443F3E7-CBDD-4EE5-8E8D-A86A2D69B387}" type="pres">
      <dgm:prSet presAssocID="{D67E078D-E301-4669-8C18-EC0BFEDC6FEE}" presName="sibTrans" presStyleCnt="0"/>
      <dgm:spPr/>
    </dgm:pt>
    <dgm:pt modelId="{5B8AFA93-5B10-4533-9EEA-9619724C5448}" type="pres">
      <dgm:prSet presAssocID="{8EF3BECC-2F58-4E1F-8D51-A56E7C588BB4}" presName="compNode" presStyleCnt="0"/>
      <dgm:spPr/>
    </dgm:pt>
    <dgm:pt modelId="{66AD308C-9505-4465-AEF3-DA1ACB0234C9}" type="pres">
      <dgm:prSet presAssocID="{8EF3BECC-2F58-4E1F-8D51-A56E7C588BB4}" presName="bgRect" presStyleLbl="bgShp" presStyleIdx="3" presStyleCnt="4"/>
      <dgm:spPr/>
    </dgm:pt>
    <dgm:pt modelId="{F7D4A712-AB10-4485-BE3E-B1BEFE1B204E}" type="pres">
      <dgm:prSet presAssocID="{8EF3BECC-2F58-4E1F-8D51-A56E7C588BB4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ala"/>
        </a:ext>
      </dgm:extLst>
    </dgm:pt>
    <dgm:pt modelId="{CE8CFCB2-80C3-4B2E-BFB4-A65188D7C512}" type="pres">
      <dgm:prSet presAssocID="{8EF3BECC-2F58-4E1F-8D51-A56E7C588BB4}" presName="spaceRect" presStyleCnt="0"/>
      <dgm:spPr/>
    </dgm:pt>
    <dgm:pt modelId="{90855875-5F29-4EEF-9090-7A9284D00CFB}" type="pres">
      <dgm:prSet presAssocID="{8EF3BECC-2F58-4E1F-8D51-A56E7C588B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20E10D-55CF-430D-87D9-DD7877244DAD}" type="presOf" srcId="{6CE89F3D-D7B2-4FE2-AAEF-4FA61281F581}" destId="{83F2D905-1C00-43DB-9E98-3563523A467D}" srcOrd="0" destOrd="0" presId="urn:microsoft.com/office/officeart/2018/2/layout/IconVerticalSolidList"/>
    <dgm:cxn modelId="{5505301B-A32A-422C-9C5B-C81BDCCECB96}" type="presOf" srcId="{8EF3BECC-2F58-4E1F-8D51-A56E7C588BB4}" destId="{90855875-5F29-4EEF-9090-7A9284D00CFB}" srcOrd="0" destOrd="0" presId="urn:microsoft.com/office/officeart/2018/2/layout/IconVerticalSolidList"/>
    <dgm:cxn modelId="{B90ED034-A8F1-41C6-87A4-2E3312B2536B}" srcId="{8178370F-164C-4473-AD9D-8A8D42DB1C6C}" destId="{8EF3BECC-2F58-4E1F-8D51-A56E7C588BB4}" srcOrd="3" destOrd="0" parTransId="{3076AC0D-36AE-426C-855E-DF7F0AB797E9}" sibTransId="{A44CC47C-F10A-415A-B964-8C907FB101AC}"/>
    <dgm:cxn modelId="{25B88D67-0778-494F-A755-2CDA079453EA}" type="presOf" srcId="{8178370F-164C-4473-AD9D-8A8D42DB1C6C}" destId="{D9A3FCE5-2ABF-4E25-8E2A-FB28E1F1A79B}" srcOrd="0" destOrd="0" presId="urn:microsoft.com/office/officeart/2018/2/layout/IconVerticalSolidList"/>
    <dgm:cxn modelId="{38D3C4BA-4064-456A-AC0C-E2630141BE33}" srcId="{8178370F-164C-4473-AD9D-8A8D42DB1C6C}" destId="{C3145B96-6B49-4DB9-A857-F5C762E9ED00}" srcOrd="1" destOrd="0" parTransId="{3EFC91EB-483A-44EB-A0CD-F30BF162A540}" sibTransId="{02B07E1D-9C9D-4ACE-B8A0-FAB659ACE067}"/>
    <dgm:cxn modelId="{A938F0D2-12E8-4022-A46D-15A7970E7B19}" srcId="{8178370F-164C-4473-AD9D-8A8D42DB1C6C}" destId="{81B049D0-105D-4236-B379-BCA36237CFDC}" srcOrd="2" destOrd="0" parTransId="{8D0CC9FD-EB48-446C-83E9-A4EC320DE7D4}" sibTransId="{D67E078D-E301-4669-8C18-EC0BFEDC6FEE}"/>
    <dgm:cxn modelId="{E9AFE0E1-0836-4997-A852-3F3C93EF3004}" type="presOf" srcId="{C3145B96-6B49-4DB9-A857-F5C762E9ED00}" destId="{A1E77E73-D21F-4309-9CC7-EC19636A2F63}" srcOrd="0" destOrd="0" presId="urn:microsoft.com/office/officeart/2018/2/layout/IconVerticalSolidList"/>
    <dgm:cxn modelId="{D82E90E6-E31D-4965-8580-B8BA9DAADC94}" srcId="{8178370F-164C-4473-AD9D-8A8D42DB1C6C}" destId="{6CE89F3D-D7B2-4FE2-AAEF-4FA61281F581}" srcOrd="0" destOrd="0" parTransId="{B2B14C31-A6FB-4E83-BAB2-719A7113209C}" sibTransId="{5E35E09B-F01B-431E-87F1-B866F615EB19}"/>
    <dgm:cxn modelId="{F0C390FB-37A5-4763-BCDE-4968270ADD88}" type="presOf" srcId="{81B049D0-105D-4236-B379-BCA36237CFDC}" destId="{9D70A613-ADC7-4491-8BE9-6015C149BCE8}" srcOrd="0" destOrd="0" presId="urn:microsoft.com/office/officeart/2018/2/layout/IconVerticalSolidList"/>
    <dgm:cxn modelId="{66050A81-70AF-478A-953A-A97263241D91}" type="presParOf" srcId="{D9A3FCE5-2ABF-4E25-8E2A-FB28E1F1A79B}" destId="{BD955DB8-6656-4760-90D4-B179770B001D}" srcOrd="0" destOrd="0" presId="urn:microsoft.com/office/officeart/2018/2/layout/IconVerticalSolidList"/>
    <dgm:cxn modelId="{13236EE7-FAA9-4A40-BF21-C531D627B346}" type="presParOf" srcId="{BD955DB8-6656-4760-90D4-B179770B001D}" destId="{1DE58BC9-6B3E-4E25-ACF5-25B5D6A67794}" srcOrd="0" destOrd="0" presId="urn:microsoft.com/office/officeart/2018/2/layout/IconVerticalSolidList"/>
    <dgm:cxn modelId="{3BB28B3C-9D1F-426E-BA69-F95F2CB5CA3B}" type="presParOf" srcId="{BD955DB8-6656-4760-90D4-B179770B001D}" destId="{93A99C22-DCB9-4E83-A478-B1176BD3D6C2}" srcOrd="1" destOrd="0" presId="urn:microsoft.com/office/officeart/2018/2/layout/IconVerticalSolidList"/>
    <dgm:cxn modelId="{DBE7E374-ED8F-430F-B5E8-38443DE6D348}" type="presParOf" srcId="{BD955DB8-6656-4760-90D4-B179770B001D}" destId="{26BE664D-C611-48B4-A3FD-28B954E9A8A1}" srcOrd="2" destOrd="0" presId="urn:microsoft.com/office/officeart/2018/2/layout/IconVerticalSolidList"/>
    <dgm:cxn modelId="{72CF8CA1-099E-455A-B970-58A9A857A227}" type="presParOf" srcId="{BD955DB8-6656-4760-90D4-B179770B001D}" destId="{83F2D905-1C00-43DB-9E98-3563523A467D}" srcOrd="3" destOrd="0" presId="urn:microsoft.com/office/officeart/2018/2/layout/IconVerticalSolidList"/>
    <dgm:cxn modelId="{F64B3226-4204-482B-947B-8A354EE41826}" type="presParOf" srcId="{D9A3FCE5-2ABF-4E25-8E2A-FB28E1F1A79B}" destId="{1B39F48C-63F5-4E85-8311-A987A45862E8}" srcOrd="1" destOrd="0" presId="urn:microsoft.com/office/officeart/2018/2/layout/IconVerticalSolidList"/>
    <dgm:cxn modelId="{E045E292-ACF4-4563-9545-0F9FE851C023}" type="presParOf" srcId="{D9A3FCE5-2ABF-4E25-8E2A-FB28E1F1A79B}" destId="{B95B8745-CE9B-4870-9484-F3E9328F75A9}" srcOrd="2" destOrd="0" presId="urn:microsoft.com/office/officeart/2018/2/layout/IconVerticalSolidList"/>
    <dgm:cxn modelId="{D8791E71-152E-476D-8628-ED2FAA539BE4}" type="presParOf" srcId="{B95B8745-CE9B-4870-9484-F3E9328F75A9}" destId="{6CFE8540-68A5-4D78-B928-3EC4E9E953D0}" srcOrd="0" destOrd="0" presId="urn:microsoft.com/office/officeart/2018/2/layout/IconVerticalSolidList"/>
    <dgm:cxn modelId="{63A22914-BC01-4D0F-B858-E43CD1743862}" type="presParOf" srcId="{B95B8745-CE9B-4870-9484-F3E9328F75A9}" destId="{63A5B472-1CA9-4A72-BEB8-B289EEBF38F3}" srcOrd="1" destOrd="0" presId="urn:microsoft.com/office/officeart/2018/2/layout/IconVerticalSolidList"/>
    <dgm:cxn modelId="{E86DFB82-6613-43BB-99FE-42C6139C7166}" type="presParOf" srcId="{B95B8745-CE9B-4870-9484-F3E9328F75A9}" destId="{93DA6653-8317-4D16-88CB-4ECAAC9397A5}" srcOrd="2" destOrd="0" presId="urn:microsoft.com/office/officeart/2018/2/layout/IconVerticalSolidList"/>
    <dgm:cxn modelId="{A1EF9DC3-4F1B-4886-9C4E-61CDC952C116}" type="presParOf" srcId="{B95B8745-CE9B-4870-9484-F3E9328F75A9}" destId="{A1E77E73-D21F-4309-9CC7-EC19636A2F63}" srcOrd="3" destOrd="0" presId="urn:microsoft.com/office/officeart/2018/2/layout/IconVerticalSolidList"/>
    <dgm:cxn modelId="{55A3FE2B-5000-44CA-A441-AB5AD83199B2}" type="presParOf" srcId="{D9A3FCE5-2ABF-4E25-8E2A-FB28E1F1A79B}" destId="{B34E0FE0-E4E3-48D4-AB00-56F9572814B7}" srcOrd="3" destOrd="0" presId="urn:microsoft.com/office/officeart/2018/2/layout/IconVerticalSolidList"/>
    <dgm:cxn modelId="{A368F941-F058-4624-A8BD-147F7CD95AE3}" type="presParOf" srcId="{D9A3FCE5-2ABF-4E25-8E2A-FB28E1F1A79B}" destId="{28FE6761-232D-4F03-ABDF-DD79A4C6F6E7}" srcOrd="4" destOrd="0" presId="urn:microsoft.com/office/officeart/2018/2/layout/IconVerticalSolidList"/>
    <dgm:cxn modelId="{FF834084-B939-4EFF-96AD-6F2481F64216}" type="presParOf" srcId="{28FE6761-232D-4F03-ABDF-DD79A4C6F6E7}" destId="{E1D77713-B59C-4F89-A155-C3226CF5065D}" srcOrd="0" destOrd="0" presId="urn:microsoft.com/office/officeart/2018/2/layout/IconVerticalSolidList"/>
    <dgm:cxn modelId="{08C1E701-FAEC-4EEC-8CE9-8DC414F0830A}" type="presParOf" srcId="{28FE6761-232D-4F03-ABDF-DD79A4C6F6E7}" destId="{5765D01B-E1A1-4271-922B-D36F90A06718}" srcOrd="1" destOrd="0" presId="urn:microsoft.com/office/officeart/2018/2/layout/IconVerticalSolidList"/>
    <dgm:cxn modelId="{35CCE7D8-0639-441E-89FF-478EDE3E7469}" type="presParOf" srcId="{28FE6761-232D-4F03-ABDF-DD79A4C6F6E7}" destId="{249AE403-447D-4346-8A1F-571D5A4FAD21}" srcOrd="2" destOrd="0" presId="urn:microsoft.com/office/officeart/2018/2/layout/IconVerticalSolidList"/>
    <dgm:cxn modelId="{B902EA35-4372-4FEB-845B-14F5EF7BD957}" type="presParOf" srcId="{28FE6761-232D-4F03-ABDF-DD79A4C6F6E7}" destId="{9D70A613-ADC7-4491-8BE9-6015C149BCE8}" srcOrd="3" destOrd="0" presId="urn:microsoft.com/office/officeart/2018/2/layout/IconVerticalSolidList"/>
    <dgm:cxn modelId="{037C8973-75A4-4916-A29B-D2CF17E88836}" type="presParOf" srcId="{D9A3FCE5-2ABF-4E25-8E2A-FB28E1F1A79B}" destId="{1443F3E7-CBDD-4EE5-8E8D-A86A2D69B387}" srcOrd="5" destOrd="0" presId="urn:microsoft.com/office/officeart/2018/2/layout/IconVerticalSolidList"/>
    <dgm:cxn modelId="{93337CB8-2570-4430-A31D-6A9FC6C0DF31}" type="presParOf" srcId="{D9A3FCE5-2ABF-4E25-8E2A-FB28E1F1A79B}" destId="{5B8AFA93-5B10-4533-9EEA-9619724C5448}" srcOrd="6" destOrd="0" presId="urn:microsoft.com/office/officeart/2018/2/layout/IconVerticalSolidList"/>
    <dgm:cxn modelId="{211B94D4-5E3A-4672-8188-62F9015DCF18}" type="presParOf" srcId="{5B8AFA93-5B10-4533-9EEA-9619724C5448}" destId="{66AD308C-9505-4465-AEF3-DA1ACB0234C9}" srcOrd="0" destOrd="0" presId="urn:microsoft.com/office/officeart/2018/2/layout/IconVerticalSolidList"/>
    <dgm:cxn modelId="{76FAC202-95D5-4A50-9424-1185B9A6278C}" type="presParOf" srcId="{5B8AFA93-5B10-4533-9EEA-9619724C5448}" destId="{F7D4A712-AB10-4485-BE3E-B1BEFE1B204E}" srcOrd="1" destOrd="0" presId="urn:microsoft.com/office/officeart/2018/2/layout/IconVerticalSolidList"/>
    <dgm:cxn modelId="{354B56C8-92A3-43A8-AC7F-A8CE62B300D3}" type="presParOf" srcId="{5B8AFA93-5B10-4533-9EEA-9619724C5448}" destId="{CE8CFCB2-80C3-4B2E-BFB4-A65188D7C512}" srcOrd="2" destOrd="0" presId="urn:microsoft.com/office/officeart/2018/2/layout/IconVerticalSolidList"/>
    <dgm:cxn modelId="{8D4D44D0-DBC3-4F77-B722-17F986DA193E}" type="presParOf" srcId="{5B8AFA93-5B10-4533-9EEA-9619724C5448}" destId="{90855875-5F29-4EEF-9090-7A9284D00C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92A04-82D6-4925-BE3A-4C50B2FA8EB6}">
      <dsp:nvSpPr>
        <dsp:cNvPr id="0" name=""/>
        <dsp:cNvSpPr/>
      </dsp:nvSpPr>
      <dsp:spPr>
        <a:xfrm>
          <a:off x="0" y="491"/>
          <a:ext cx="9720262" cy="11490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9928A-D90F-4830-8B8C-DE86B655599A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A37FB-11DC-4AD6-A711-D6841020697D}">
      <dsp:nvSpPr>
        <dsp:cNvPr id="0" name=""/>
        <dsp:cNvSpPr/>
      </dsp:nvSpPr>
      <dsp:spPr>
        <a:xfrm>
          <a:off x="1327175" y="491"/>
          <a:ext cx="8393086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En titrering er en kemisk analysemetode</a:t>
          </a:r>
          <a:endParaRPr lang="en-US" sz="2500" kern="1200"/>
        </a:p>
      </dsp:txBody>
      <dsp:txXfrm>
        <a:off x="1327175" y="491"/>
        <a:ext cx="8393086" cy="1149069"/>
      </dsp:txXfrm>
    </dsp:sp>
    <dsp:sp modelId="{D3C7E2D5-8D4D-4A47-9717-C74D918ECB97}">
      <dsp:nvSpPr>
        <dsp:cNvPr id="0" name=""/>
        <dsp:cNvSpPr/>
      </dsp:nvSpPr>
      <dsp:spPr>
        <a:xfrm>
          <a:off x="0" y="1436827"/>
          <a:ext cx="9720262" cy="11490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30441-30E9-40D8-9049-F7A7B51EA47B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3CC4A-1B56-40D6-8F58-13297995C1C7}">
      <dsp:nvSpPr>
        <dsp:cNvPr id="0" name=""/>
        <dsp:cNvSpPr/>
      </dsp:nvSpPr>
      <dsp:spPr>
        <a:xfrm>
          <a:off x="1327175" y="1436827"/>
          <a:ext cx="8393086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Metoden bruges til at bestemme stofmængdekoncentrationen af et stof opløst i væske (ofte vand)</a:t>
          </a:r>
          <a:endParaRPr lang="en-US" sz="2500" kern="1200" dirty="0"/>
        </a:p>
      </dsp:txBody>
      <dsp:txXfrm>
        <a:off x="1327175" y="1436827"/>
        <a:ext cx="8393086" cy="1149069"/>
      </dsp:txXfrm>
    </dsp:sp>
    <dsp:sp modelId="{E74F380C-65AB-48AD-AAA3-8DEB3CCA2E9C}">
      <dsp:nvSpPr>
        <dsp:cNvPr id="0" name=""/>
        <dsp:cNvSpPr/>
      </dsp:nvSpPr>
      <dsp:spPr>
        <a:xfrm>
          <a:off x="0" y="2873164"/>
          <a:ext cx="9720262" cy="11490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EC27C-4618-4431-9360-10D7E4954021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F1ECA-60C3-448D-A565-95E1D37F32E9}">
      <dsp:nvSpPr>
        <dsp:cNvPr id="0" name=""/>
        <dsp:cNvSpPr/>
      </dsp:nvSpPr>
      <dsp:spPr>
        <a:xfrm>
          <a:off x="1327175" y="2873164"/>
          <a:ext cx="8393086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Vi tager udgangspunkt i et konkret eksempel: vi vil bestemme koncentrationen af salt (natriumchlorid) i havvand</a:t>
          </a:r>
          <a:endParaRPr lang="en-US" sz="2500" kern="1200"/>
        </a:p>
      </dsp:txBody>
      <dsp:txXfrm>
        <a:off x="1327175" y="2873164"/>
        <a:ext cx="8393086" cy="11490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91A15-1BC4-40D4-9DC5-E8F7A3274F89}">
      <dsp:nvSpPr>
        <dsp:cNvPr id="0" name=""/>
        <dsp:cNvSpPr/>
      </dsp:nvSpPr>
      <dsp:spPr>
        <a:xfrm>
          <a:off x="0" y="3143"/>
          <a:ext cx="9720072" cy="6695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F525B-D6B0-46AF-8E98-DC9E34895AE8}">
      <dsp:nvSpPr>
        <dsp:cNvPr id="0" name=""/>
        <dsp:cNvSpPr/>
      </dsp:nvSpPr>
      <dsp:spPr>
        <a:xfrm>
          <a:off x="202527" y="153783"/>
          <a:ext cx="368231" cy="368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DEF77-427C-4A7F-AD91-53305684FC68}">
      <dsp:nvSpPr>
        <dsp:cNvPr id="0" name=""/>
        <dsp:cNvSpPr/>
      </dsp:nvSpPr>
      <dsp:spPr>
        <a:xfrm>
          <a:off x="773286" y="3143"/>
          <a:ext cx="8946786" cy="669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57" tIns="70857" rIns="70857" bIns="708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(Forklaringen på hvorfor vi skal se på kaliumchromat, kommer senere)</a:t>
          </a:r>
          <a:endParaRPr lang="en-US" sz="1900" kern="1200"/>
        </a:p>
      </dsp:txBody>
      <dsp:txXfrm>
        <a:off x="773286" y="3143"/>
        <a:ext cx="8946786" cy="669512"/>
      </dsp:txXfrm>
    </dsp:sp>
    <dsp:sp modelId="{B4CF2618-3E5E-4E03-9363-3FB9F8A15997}">
      <dsp:nvSpPr>
        <dsp:cNvPr id="0" name=""/>
        <dsp:cNvSpPr/>
      </dsp:nvSpPr>
      <dsp:spPr>
        <a:xfrm>
          <a:off x="0" y="840033"/>
          <a:ext cx="9720072" cy="6695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465BB-32FE-439E-9694-608FEAF8B879}">
      <dsp:nvSpPr>
        <dsp:cNvPr id="0" name=""/>
        <dsp:cNvSpPr/>
      </dsp:nvSpPr>
      <dsp:spPr>
        <a:xfrm>
          <a:off x="202527" y="990673"/>
          <a:ext cx="368231" cy="368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5FC38-ABDE-4B15-B1DC-CB9727902BE8}">
      <dsp:nvSpPr>
        <dsp:cNvPr id="0" name=""/>
        <dsp:cNvSpPr/>
      </dsp:nvSpPr>
      <dsp:spPr>
        <a:xfrm>
          <a:off x="773286" y="840033"/>
          <a:ext cx="8946786" cy="669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57" tIns="70857" rIns="70857" bIns="708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 err="1"/>
            <a:t>Kaliumchromat</a:t>
          </a:r>
          <a:r>
            <a:rPr lang="da-DK" sz="1900" kern="1200" dirty="0"/>
            <a:t> har formlen K</a:t>
          </a:r>
          <a:r>
            <a:rPr lang="da-DK" sz="1900" kern="1200" baseline="-25000" dirty="0"/>
            <a:t>2</a:t>
          </a:r>
          <a:r>
            <a:rPr lang="da-DK" sz="1900" kern="1200" dirty="0"/>
            <a:t>CrO</a:t>
          </a:r>
          <a:r>
            <a:rPr lang="da-DK" sz="1900" kern="1200" baseline="-25000" dirty="0"/>
            <a:t>4 </a:t>
          </a:r>
          <a:r>
            <a:rPr lang="da-DK" sz="1900" kern="1200" dirty="0"/>
            <a:t>og består af ionerne K</a:t>
          </a:r>
          <a:r>
            <a:rPr lang="da-DK" sz="1900" kern="1200" baseline="30000" dirty="0"/>
            <a:t>+</a:t>
          </a:r>
          <a:r>
            <a:rPr lang="da-DK" sz="1900" kern="1200" dirty="0"/>
            <a:t> og CrO</a:t>
          </a:r>
          <a:r>
            <a:rPr lang="da-DK" sz="1900" kern="1200" baseline="-25000" dirty="0"/>
            <a:t>4</a:t>
          </a:r>
          <a:r>
            <a:rPr lang="da-DK" sz="1900" kern="1200" baseline="30000" dirty="0"/>
            <a:t>2-</a:t>
          </a:r>
          <a:endParaRPr lang="en-US" sz="1900" kern="1200" dirty="0"/>
        </a:p>
      </dsp:txBody>
      <dsp:txXfrm>
        <a:off x="773286" y="840033"/>
        <a:ext cx="8946786" cy="669512"/>
      </dsp:txXfrm>
    </dsp:sp>
    <dsp:sp modelId="{6E2905E1-0344-4E38-A7CA-C8C187F81DDD}">
      <dsp:nvSpPr>
        <dsp:cNvPr id="0" name=""/>
        <dsp:cNvSpPr/>
      </dsp:nvSpPr>
      <dsp:spPr>
        <a:xfrm>
          <a:off x="0" y="1676923"/>
          <a:ext cx="9720072" cy="6695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44690-35A3-46AE-BC00-95DD94F79937}">
      <dsp:nvSpPr>
        <dsp:cNvPr id="0" name=""/>
        <dsp:cNvSpPr/>
      </dsp:nvSpPr>
      <dsp:spPr>
        <a:xfrm>
          <a:off x="202527" y="1827564"/>
          <a:ext cx="368231" cy="368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D7BC2-B85D-4C7C-9D02-6B9D5C92F524}">
      <dsp:nvSpPr>
        <dsp:cNvPr id="0" name=""/>
        <dsp:cNvSpPr/>
      </dsp:nvSpPr>
      <dsp:spPr>
        <a:xfrm>
          <a:off x="773286" y="1676923"/>
          <a:ext cx="8946786" cy="669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57" tIns="70857" rIns="70857" bIns="708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Kaliumchromat er også letopløseligt</a:t>
          </a:r>
          <a:endParaRPr lang="en-US" sz="1900" kern="1200"/>
        </a:p>
      </dsp:txBody>
      <dsp:txXfrm>
        <a:off x="773286" y="1676923"/>
        <a:ext cx="8946786" cy="669512"/>
      </dsp:txXfrm>
    </dsp:sp>
    <dsp:sp modelId="{2D514587-545D-469F-8D73-0E8B99622AE8}">
      <dsp:nvSpPr>
        <dsp:cNvPr id="0" name=""/>
        <dsp:cNvSpPr/>
      </dsp:nvSpPr>
      <dsp:spPr>
        <a:xfrm>
          <a:off x="0" y="2513814"/>
          <a:ext cx="9720072" cy="6695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E20C5-CFFA-4B52-BA78-C0816AD8E01E}">
      <dsp:nvSpPr>
        <dsp:cNvPr id="0" name=""/>
        <dsp:cNvSpPr/>
      </dsp:nvSpPr>
      <dsp:spPr>
        <a:xfrm>
          <a:off x="202527" y="2664454"/>
          <a:ext cx="368231" cy="368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AB778-39F3-4F4D-AE1F-C90DEF81E4E2}">
      <dsp:nvSpPr>
        <dsp:cNvPr id="0" name=""/>
        <dsp:cNvSpPr/>
      </dsp:nvSpPr>
      <dsp:spPr>
        <a:xfrm>
          <a:off x="773286" y="2513814"/>
          <a:ext cx="8946786" cy="669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57" tIns="70857" rIns="70857" bIns="708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Ved blanding af en opløsning af </a:t>
          </a:r>
          <a:r>
            <a:rPr lang="da-DK" sz="1900" kern="1200" dirty="0" err="1"/>
            <a:t>kaliumchromat</a:t>
          </a:r>
          <a:r>
            <a:rPr lang="da-DK" sz="1900" kern="1200" dirty="0"/>
            <a:t> og sølv(I)nitrat fældes der sølv(1+)</a:t>
          </a:r>
          <a:r>
            <a:rPr lang="da-DK" sz="1900" kern="1200" dirty="0" err="1"/>
            <a:t>chromat</a:t>
          </a:r>
          <a:endParaRPr lang="en-US" sz="1900" kern="1200" dirty="0"/>
        </a:p>
      </dsp:txBody>
      <dsp:txXfrm>
        <a:off x="773286" y="2513814"/>
        <a:ext cx="8946786" cy="669512"/>
      </dsp:txXfrm>
    </dsp:sp>
    <dsp:sp modelId="{5B08AB26-6747-469E-93C5-3B8176CDB696}">
      <dsp:nvSpPr>
        <dsp:cNvPr id="0" name=""/>
        <dsp:cNvSpPr/>
      </dsp:nvSpPr>
      <dsp:spPr>
        <a:xfrm>
          <a:off x="0" y="3350704"/>
          <a:ext cx="9720072" cy="6695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FABE2C-CDA7-48D4-9711-414B88FE1419}">
      <dsp:nvSpPr>
        <dsp:cNvPr id="0" name=""/>
        <dsp:cNvSpPr/>
      </dsp:nvSpPr>
      <dsp:spPr>
        <a:xfrm>
          <a:off x="202527" y="3501344"/>
          <a:ext cx="368231" cy="368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FD1E6-D192-4D58-A497-271BB14FFBB7}">
      <dsp:nvSpPr>
        <dsp:cNvPr id="0" name=""/>
        <dsp:cNvSpPr/>
      </dsp:nvSpPr>
      <dsp:spPr>
        <a:xfrm>
          <a:off x="773286" y="3350704"/>
          <a:ext cx="8946786" cy="669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57" tIns="70857" rIns="70857" bIns="708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Sølv(1+)</a:t>
          </a:r>
          <a:r>
            <a:rPr lang="da-DK" sz="1900" kern="1200" dirty="0" err="1"/>
            <a:t>chromat</a:t>
          </a:r>
          <a:r>
            <a:rPr lang="da-DK" sz="1900" kern="1200" dirty="0"/>
            <a:t> er rødt</a:t>
          </a:r>
          <a:endParaRPr lang="en-US" sz="1900" kern="1200" dirty="0"/>
        </a:p>
      </dsp:txBody>
      <dsp:txXfrm>
        <a:off x="773286" y="3350704"/>
        <a:ext cx="8946786" cy="6695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98BA8-A9F9-442E-8F95-9E5DE853B24E}">
      <dsp:nvSpPr>
        <dsp:cNvPr id="0" name=""/>
        <dsp:cNvSpPr/>
      </dsp:nvSpPr>
      <dsp:spPr>
        <a:xfrm>
          <a:off x="0" y="367650"/>
          <a:ext cx="9720072" cy="7528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/>
            <a:t>Fældningsreaktion med stofformler: </a:t>
          </a:r>
          <a:endParaRPr lang="en-US" sz="3200" kern="1200"/>
        </a:p>
      </dsp:txBody>
      <dsp:txXfrm>
        <a:off x="36753" y="404403"/>
        <a:ext cx="9646566" cy="679388"/>
      </dsp:txXfrm>
    </dsp:sp>
    <dsp:sp modelId="{83C035F4-7FF3-4C41-81CE-9DDF8DC47B47}">
      <dsp:nvSpPr>
        <dsp:cNvPr id="0" name=""/>
        <dsp:cNvSpPr/>
      </dsp:nvSpPr>
      <dsp:spPr>
        <a:xfrm>
          <a:off x="0" y="1212705"/>
          <a:ext cx="9720072" cy="7528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K</a:t>
          </a:r>
          <a:r>
            <a:rPr lang="da-DK" sz="3200" kern="1200" baseline="-25000" dirty="0"/>
            <a:t>2</a:t>
          </a:r>
          <a:r>
            <a:rPr lang="da-DK" sz="3200" kern="1200" dirty="0"/>
            <a:t>CrO</a:t>
          </a:r>
          <a:r>
            <a:rPr lang="da-DK" sz="3200" kern="1200" baseline="-25000" dirty="0"/>
            <a:t>4</a:t>
          </a:r>
          <a:r>
            <a:rPr lang="da-DK" sz="3200" kern="1200" dirty="0"/>
            <a:t>(</a:t>
          </a:r>
          <a:r>
            <a:rPr lang="da-DK" sz="3200" kern="1200" dirty="0" err="1"/>
            <a:t>aq</a:t>
          </a:r>
          <a:r>
            <a:rPr lang="da-DK" sz="3200" kern="1200" dirty="0"/>
            <a:t>) + 2AgNO</a:t>
          </a:r>
          <a:r>
            <a:rPr lang="da-DK" sz="3200" kern="1200" baseline="-25000" dirty="0"/>
            <a:t>3</a:t>
          </a:r>
          <a:r>
            <a:rPr lang="da-DK" sz="3200" kern="1200" dirty="0"/>
            <a:t>(</a:t>
          </a:r>
          <a:r>
            <a:rPr lang="da-DK" sz="3200" kern="1200" dirty="0" err="1"/>
            <a:t>aq</a:t>
          </a:r>
          <a:r>
            <a:rPr lang="da-DK" sz="3200" kern="1200" dirty="0"/>
            <a:t>) ⟶ Ag</a:t>
          </a:r>
          <a:r>
            <a:rPr lang="da-DK" sz="3200" kern="1200" baseline="-25000" dirty="0"/>
            <a:t>2</a:t>
          </a:r>
          <a:r>
            <a:rPr lang="da-DK" sz="3200" kern="1200" dirty="0"/>
            <a:t>CrO</a:t>
          </a:r>
          <a:r>
            <a:rPr lang="da-DK" sz="3200" kern="1200" baseline="-25000" dirty="0"/>
            <a:t>4</a:t>
          </a:r>
          <a:r>
            <a:rPr lang="da-DK" sz="3200" kern="1200" dirty="0"/>
            <a:t>(s) + 2KNO</a:t>
          </a:r>
          <a:r>
            <a:rPr lang="da-DK" sz="3200" kern="1200" baseline="-25000" dirty="0"/>
            <a:t>3</a:t>
          </a:r>
          <a:r>
            <a:rPr lang="da-DK" sz="3200" kern="1200" dirty="0"/>
            <a:t>(</a:t>
          </a:r>
          <a:r>
            <a:rPr lang="da-DK" sz="3200" kern="1200" dirty="0" err="1"/>
            <a:t>aq</a:t>
          </a:r>
          <a:r>
            <a:rPr lang="da-DK" sz="3200" kern="1200" dirty="0"/>
            <a:t>)</a:t>
          </a:r>
          <a:endParaRPr lang="en-US" sz="3200" kern="1200" dirty="0"/>
        </a:p>
      </dsp:txBody>
      <dsp:txXfrm>
        <a:off x="36753" y="1249458"/>
        <a:ext cx="9646566" cy="679388"/>
      </dsp:txXfrm>
    </dsp:sp>
    <dsp:sp modelId="{ABFFB19F-0B30-495B-90AB-3635A95D328A}">
      <dsp:nvSpPr>
        <dsp:cNvPr id="0" name=""/>
        <dsp:cNvSpPr/>
      </dsp:nvSpPr>
      <dsp:spPr>
        <a:xfrm>
          <a:off x="0" y="2057760"/>
          <a:ext cx="9720072" cy="7528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/>
            <a:t>Fældningsreaktion på ionform:</a:t>
          </a:r>
          <a:endParaRPr lang="en-US" sz="3200" kern="1200"/>
        </a:p>
      </dsp:txBody>
      <dsp:txXfrm>
        <a:off x="36753" y="2094513"/>
        <a:ext cx="9646566" cy="679388"/>
      </dsp:txXfrm>
    </dsp:sp>
    <dsp:sp modelId="{2D23B029-2C78-4466-9027-FE3B0377772E}">
      <dsp:nvSpPr>
        <dsp:cNvPr id="0" name=""/>
        <dsp:cNvSpPr/>
      </dsp:nvSpPr>
      <dsp:spPr>
        <a:xfrm>
          <a:off x="0" y="2902814"/>
          <a:ext cx="9720072" cy="7528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2Ag</a:t>
          </a:r>
          <a:r>
            <a:rPr lang="da-DK" sz="3200" kern="1200" baseline="30000" dirty="0"/>
            <a:t>+</a:t>
          </a:r>
          <a:r>
            <a:rPr lang="da-DK" sz="3200" kern="1200" dirty="0"/>
            <a:t>(</a:t>
          </a:r>
          <a:r>
            <a:rPr lang="da-DK" sz="3200" kern="1200" dirty="0" err="1"/>
            <a:t>aq</a:t>
          </a:r>
          <a:r>
            <a:rPr lang="da-DK" sz="3200" kern="1200" dirty="0"/>
            <a:t>) + CrO</a:t>
          </a:r>
          <a:r>
            <a:rPr lang="da-DK" sz="3200" kern="1200" baseline="-25000" dirty="0"/>
            <a:t>4</a:t>
          </a:r>
          <a:r>
            <a:rPr lang="da-DK" sz="3200" kern="1200" baseline="30000" dirty="0"/>
            <a:t>2-</a:t>
          </a:r>
          <a:r>
            <a:rPr lang="da-DK" sz="3200" kern="1200" dirty="0"/>
            <a:t>(</a:t>
          </a:r>
          <a:r>
            <a:rPr lang="da-DK" sz="3200" kern="1200" dirty="0" err="1"/>
            <a:t>aq</a:t>
          </a:r>
          <a:r>
            <a:rPr lang="da-DK" sz="3200" kern="1200" dirty="0"/>
            <a:t>) ⟶ Ag</a:t>
          </a:r>
          <a:r>
            <a:rPr lang="da-DK" sz="3200" kern="1200" baseline="-25000" dirty="0"/>
            <a:t>2</a:t>
          </a:r>
          <a:r>
            <a:rPr lang="da-DK" sz="3200" kern="1200" dirty="0"/>
            <a:t>CrO</a:t>
          </a:r>
          <a:r>
            <a:rPr lang="da-DK" sz="3200" kern="1200" baseline="-25000" dirty="0"/>
            <a:t>4</a:t>
          </a:r>
          <a:r>
            <a:rPr lang="da-DK" sz="3200" kern="1200" dirty="0"/>
            <a:t>(s)</a:t>
          </a:r>
          <a:endParaRPr lang="en-US" sz="3200" kern="1200" dirty="0"/>
        </a:p>
      </dsp:txBody>
      <dsp:txXfrm>
        <a:off x="36753" y="2939567"/>
        <a:ext cx="9646566" cy="6793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CB461-276D-4CCC-A302-1E79EE5D6493}">
      <dsp:nvSpPr>
        <dsp:cNvPr id="0" name=""/>
        <dsp:cNvSpPr/>
      </dsp:nvSpPr>
      <dsp:spPr>
        <a:xfrm>
          <a:off x="0" y="267862"/>
          <a:ext cx="9720072" cy="10723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700" kern="1200" dirty="0"/>
            <a:t>Opgaveark: </a:t>
          </a:r>
          <a:r>
            <a:rPr lang="da-DK" sz="4700" b="1" kern="1200" dirty="0"/>
            <a:t>opgaver kapitel 11.docx</a:t>
          </a:r>
          <a:endParaRPr lang="en-US" sz="4700" kern="1200" dirty="0"/>
        </a:p>
      </dsp:txBody>
      <dsp:txXfrm>
        <a:off x="52346" y="320208"/>
        <a:ext cx="9615380" cy="967613"/>
      </dsp:txXfrm>
    </dsp:sp>
    <dsp:sp modelId="{805CD9AB-FE0F-4F94-A416-07B40F815E6B}">
      <dsp:nvSpPr>
        <dsp:cNvPr id="0" name=""/>
        <dsp:cNvSpPr/>
      </dsp:nvSpPr>
      <dsp:spPr>
        <a:xfrm>
          <a:off x="0" y="1475527"/>
          <a:ext cx="9720072" cy="107230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700" kern="1200"/>
            <a:t>Opgave 1+2</a:t>
          </a:r>
          <a:endParaRPr lang="en-US" sz="4700" kern="1200"/>
        </a:p>
      </dsp:txBody>
      <dsp:txXfrm>
        <a:off x="52346" y="1527873"/>
        <a:ext cx="9615380" cy="967613"/>
      </dsp:txXfrm>
    </dsp:sp>
    <dsp:sp modelId="{B6A5B295-9BD7-4DE3-90ED-9CA6C4BF87D1}">
      <dsp:nvSpPr>
        <dsp:cNvPr id="0" name=""/>
        <dsp:cNvSpPr/>
      </dsp:nvSpPr>
      <dsp:spPr>
        <a:xfrm>
          <a:off x="0" y="2683192"/>
          <a:ext cx="9720072" cy="107230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700" kern="1200"/>
            <a:t>30 minutter</a:t>
          </a:r>
          <a:endParaRPr lang="en-US" sz="4700" kern="1200"/>
        </a:p>
      </dsp:txBody>
      <dsp:txXfrm>
        <a:off x="52346" y="2735538"/>
        <a:ext cx="9615380" cy="9676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58BC9-6B3E-4E25-ACF5-25B5D6A67794}">
      <dsp:nvSpPr>
        <dsp:cNvPr id="0" name=""/>
        <dsp:cNvSpPr/>
      </dsp:nvSpPr>
      <dsp:spPr>
        <a:xfrm>
          <a:off x="0" y="2450"/>
          <a:ext cx="5641974" cy="12418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99C22-DCB9-4E83-A478-B1176BD3D6C2}">
      <dsp:nvSpPr>
        <dsp:cNvPr id="0" name=""/>
        <dsp:cNvSpPr/>
      </dsp:nvSpPr>
      <dsp:spPr>
        <a:xfrm>
          <a:off x="375673" y="281877"/>
          <a:ext cx="683043" cy="6830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2D905-1C00-43DB-9E98-3563523A467D}">
      <dsp:nvSpPr>
        <dsp:cNvPr id="0" name=""/>
        <dsp:cNvSpPr/>
      </dsp:nvSpPr>
      <dsp:spPr>
        <a:xfrm>
          <a:off x="1434391" y="2450"/>
          <a:ext cx="4207583" cy="124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34" tIns="131434" rIns="131434" bIns="1314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En anden måde at angive koncentration på, er at angive det som en masseprocent</a:t>
          </a:r>
          <a:endParaRPr lang="en-US" sz="2100" kern="1200"/>
        </a:p>
      </dsp:txBody>
      <dsp:txXfrm>
        <a:off x="1434391" y="2450"/>
        <a:ext cx="4207583" cy="1241897"/>
      </dsp:txXfrm>
    </dsp:sp>
    <dsp:sp modelId="{6CFE8540-68A5-4D78-B928-3EC4E9E953D0}">
      <dsp:nvSpPr>
        <dsp:cNvPr id="0" name=""/>
        <dsp:cNvSpPr/>
      </dsp:nvSpPr>
      <dsp:spPr>
        <a:xfrm>
          <a:off x="0" y="1554821"/>
          <a:ext cx="5641974" cy="12418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5B472-1CA9-4A72-BEB8-B289EEBF38F3}">
      <dsp:nvSpPr>
        <dsp:cNvPr id="0" name=""/>
        <dsp:cNvSpPr/>
      </dsp:nvSpPr>
      <dsp:spPr>
        <a:xfrm>
          <a:off x="375673" y="1834248"/>
          <a:ext cx="683043" cy="6830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77E73-D21F-4309-9CC7-EC19636A2F63}">
      <dsp:nvSpPr>
        <dsp:cNvPr id="0" name=""/>
        <dsp:cNvSpPr/>
      </dsp:nvSpPr>
      <dsp:spPr>
        <a:xfrm>
          <a:off x="1434391" y="1554821"/>
          <a:ext cx="4207583" cy="124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34" tIns="131434" rIns="131434" bIns="1314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På forrige side beregnede vi koncentrationen til at være 33,0 g/L</a:t>
          </a:r>
          <a:endParaRPr lang="en-US" sz="2100" kern="1200"/>
        </a:p>
      </dsp:txBody>
      <dsp:txXfrm>
        <a:off x="1434391" y="1554821"/>
        <a:ext cx="4207583" cy="1241897"/>
      </dsp:txXfrm>
    </dsp:sp>
    <dsp:sp modelId="{E1D77713-B59C-4F89-A155-C3226CF5065D}">
      <dsp:nvSpPr>
        <dsp:cNvPr id="0" name=""/>
        <dsp:cNvSpPr/>
      </dsp:nvSpPr>
      <dsp:spPr>
        <a:xfrm>
          <a:off x="0" y="3107193"/>
          <a:ext cx="5641974" cy="12418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5D01B-E1A1-4271-922B-D36F90A06718}">
      <dsp:nvSpPr>
        <dsp:cNvPr id="0" name=""/>
        <dsp:cNvSpPr/>
      </dsp:nvSpPr>
      <dsp:spPr>
        <a:xfrm>
          <a:off x="375673" y="3386619"/>
          <a:ext cx="683043" cy="6830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0A613-ADC7-4491-8BE9-6015C149BCE8}">
      <dsp:nvSpPr>
        <dsp:cNvPr id="0" name=""/>
        <dsp:cNvSpPr/>
      </dsp:nvSpPr>
      <dsp:spPr>
        <a:xfrm>
          <a:off x="1434391" y="3107193"/>
          <a:ext cx="4207583" cy="124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34" tIns="131434" rIns="131434" bIns="1314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En liter havvand vejer ca. 1000 g</a:t>
          </a:r>
          <a:endParaRPr lang="en-US" sz="2100" kern="1200" dirty="0"/>
        </a:p>
      </dsp:txBody>
      <dsp:txXfrm>
        <a:off x="1434391" y="3107193"/>
        <a:ext cx="4207583" cy="1241897"/>
      </dsp:txXfrm>
    </dsp:sp>
    <dsp:sp modelId="{66AD308C-9505-4465-AEF3-DA1ACB0234C9}">
      <dsp:nvSpPr>
        <dsp:cNvPr id="0" name=""/>
        <dsp:cNvSpPr/>
      </dsp:nvSpPr>
      <dsp:spPr>
        <a:xfrm>
          <a:off x="0" y="4659564"/>
          <a:ext cx="5641974" cy="12418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4A712-AB10-4485-BE3E-B1BEFE1B204E}">
      <dsp:nvSpPr>
        <dsp:cNvPr id="0" name=""/>
        <dsp:cNvSpPr/>
      </dsp:nvSpPr>
      <dsp:spPr>
        <a:xfrm>
          <a:off x="375673" y="4938991"/>
          <a:ext cx="683043" cy="6830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55875-5F29-4EEF-9090-7A9284D00CFB}">
      <dsp:nvSpPr>
        <dsp:cNvPr id="0" name=""/>
        <dsp:cNvSpPr/>
      </dsp:nvSpPr>
      <dsp:spPr>
        <a:xfrm>
          <a:off x="1434391" y="4659564"/>
          <a:ext cx="4207583" cy="1241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34" tIns="131434" rIns="131434" bIns="1314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Masseprocenten beregnes: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21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sSub>
                    <m:sSubPr>
                      <m:ctrlPr>
                        <a:rPr lang="da-DK" sz="2100" b="0" i="1" kern="120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2100" b="0" i="1" kern="1200" smtClean="0">
                          <a:latin typeface="Cambria Math" panose="02040503050406030204" pitchFamily="18" charset="0"/>
                        </a:rPr>
                        <m:t>𝑐</m:t>
                      </m:r>
                    </m:e>
                    <m:sub>
                      <m:r>
                        <a:rPr lang="da-DK" sz="2100" b="0" i="1" kern="1200" smtClean="0">
                          <a:latin typeface="Cambria Math" panose="02040503050406030204" pitchFamily="18" charset="0"/>
                        </a:rPr>
                        <m:t>𝑚𝑎𝑠𝑠𝑒</m:t>
                      </m:r>
                    </m:sub>
                  </m:sSub>
                </m:e>
                <m:sub>
                  <m:r>
                    <a:rPr lang="da-DK" sz="2100" b="0" i="1" kern="1200" smtClean="0">
                      <a:latin typeface="Cambria Math" panose="02040503050406030204" pitchFamily="18" charset="0"/>
                    </a:rPr>
                    <m:t>%</m:t>
                  </m:r>
                </m:sub>
              </m:sSub>
              <m:r>
                <a:rPr lang="da-DK" sz="2100" b="0" i="1" kern="1200" smtClean="0">
                  <a:latin typeface="Cambria Math" panose="02040503050406030204" pitchFamily="18" charset="0"/>
                </a:rPr>
                <m:t>= </m:t>
              </m:r>
              <m:f>
                <m:fPr>
                  <m:ctrlPr>
                    <a:rPr lang="da-DK" sz="2100" b="0" i="1" kern="1200" smtClean="0">
                      <a:latin typeface="Cambria Math" panose="02040503050406030204" pitchFamily="18" charset="0"/>
                    </a:rPr>
                  </m:ctrlPr>
                </m:fPr>
                <m:num>
                  <m:r>
                    <a:rPr lang="da-DK" sz="2100" b="0" i="1" kern="1200" smtClean="0">
                      <a:latin typeface="Cambria Math" panose="02040503050406030204" pitchFamily="18" charset="0"/>
                    </a:rPr>
                    <m:t>33,0 </m:t>
                  </m:r>
                  <m:r>
                    <a:rPr lang="da-DK" sz="2100" b="0" i="1" kern="1200" smtClean="0">
                      <a:latin typeface="Cambria Math" panose="02040503050406030204" pitchFamily="18" charset="0"/>
                    </a:rPr>
                    <m:t>𝑔</m:t>
                  </m:r>
                </m:num>
                <m:den>
                  <m:r>
                    <a:rPr lang="da-DK" sz="2100" b="0" i="1" kern="1200" smtClean="0">
                      <a:latin typeface="Cambria Math" panose="02040503050406030204" pitchFamily="18" charset="0"/>
                    </a:rPr>
                    <m:t>1000 </m:t>
                  </m:r>
                  <m:r>
                    <a:rPr lang="da-DK" sz="2100" b="0" i="1" kern="1200" smtClean="0">
                      <a:latin typeface="Cambria Math" panose="02040503050406030204" pitchFamily="18" charset="0"/>
                    </a:rPr>
                    <m:t>𝑔</m:t>
                  </m:r>
                </m:den>
              </m:f>
              <m:r>
                <a:rPr lang="da-DK" sz="2100" b="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∙100 %=3,3 %</m:t>
              </m:r>
            </m:oMath>
          </a14:m>
          <a:r>
            <a:rPr lang="da-DK" sz="2100" kern="1200" dirty="0"/>
            <a:t> </a:t>
          </a:r>
        </a:p>
      </dsp:txBody>
      <dsp:txXfrm>
        <a:off x="1434391" y="4659564"/>
        <a:ext cx="4207583" cy="12418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AA8BD-922A-4FE8-9680-B5B5464A802C}">
      <dsp:nvSpPr>
        <dsp:cNvPr id="0" name=""/>
        <dsp:cNvSpPr/>
      </dsp:nvSpPr>
      <dsp:spPr>
        <a:xfrm>
          <a:off x="0" y="435105"/>
          <a:ext cx="9720072" cy="1482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/>
            <a:t>Opgave 3+4</a:t>
          </a:r>
          <a:endParaRPr lang="en-US" sz="6500" kern="1200"/>
        </a:p>
      </dsp:txBody>
      <dsp:txXfrm>
        <a:off x="72393" y="507498"/>
        <a:ext cx="9575286" cy="1338188"/>
      </dsp:txXfrm>
    </dsp:sp>
    <dsp:sp modelId="{F33DF4CE-4F08-45D8-AD89-3AFFD6542E6F}">
      <dsp:nvSpPr>
        <dsp:cNvPr id="0" name=""/>
        <dsp:cNvSpPr/>
      </dsp:nvSpPr>
      <dsp:spPr>
        <a:xfrm>
          <a:off x="0" y="2105280"/>
          <a:ext cx="9720072" cy="14829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/>
            <a:t>20 minutter</a:t>
          </a:r>
          <a:endParaRPr lang="en-US" sz="6500" kern="1200"/>
        </a:p>
      </dsp:txBody>
      <dsp:txXfrm>
        <a:off x="72393" y="2177673"/>
        <a:ext cx="9575286" cy="1338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67865-97B9-45D5-ACEF-753753E08B96}" type="datetimeFigureOut">
              <a:rPr lang="da-DK" smtClean="0"/>
              <a:t>01-10-2026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104FC-5E38-4C33-B715-941DB336A2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212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3DC8C2B-5010-4296-B116-AD03383EE583}" type="datetime1">
              <a:rPr lang="da-DK" smtClean="0"/>
              <a:t>01-10-2026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12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3FBA-E370-47BF-B7D7-3A1768AC11A4}" type="datetime1">
              <a:rPr lang="da-DK" smtClean="0"/>
              <a:t>01-10-2026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402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0DD1-BBB6-4300-B42C-AB85218AE2BB}" type="datetime1">
              <a:rPr lang="da-DK" smtClean="0"/>
              <a:t>01-10-2026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50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6481-A873-40D5-8553-20AD861EC737}" type="datetime1">
              <a:rPr lang="da-DK" smtClean="0"/>
              <a:t>01-10-2026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048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602D-B595-4787-8848-6264975A0D82}" type="datetime1">
              <a:rPr lang="da-DK" smtClean="0"/>
              <a:t>01-10-2026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354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C08D-1560-4AE3-8F95-128D9DEA1C1C}" type="datetime1">
              <a:rPr lang="da-DK" smtClean="0"/>
              <a:t>01-10-2026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336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0B3C-2A78-45FA-8870-6DC424E2BAE4}" type="datetime1">
              <a:rPr lang="da-DK" smtClean="0"/>
              <a:t>01-10-2026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907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9E06-6857-412A-9897-40D31B594046}" type="datetime1">
              <a:rPr lang="da-DK" smtClean="0"/>
              <a:t>01-10-2026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481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D17B-DF2A-443D-A4C6-327C3850A392}" type="datetime1">
              <a:rPr lang="da-DK" smtClean="0"/>
              <a:t>01-10-2026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71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DE5C-C977-4D06-8A68-831F065822F4}" type="datetime1">
              <a:rPr lang="da-DK" smtClean="0"/>
              <a:t>01-10-2026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969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DE5A-65D8-473F-A250-C5C181E3A89A}" type="datetime1">
              <a:rPr lang="da-DK" smtClean="0"/>
              <a:t>01-10-2026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C72B4-EDCA-40FC-A06A-BA454BE6FD32}" type="datetime1">
              <a:rPr lang="da-DK" smtClean="0"/>
              <a:t>01-10-2026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85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0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50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50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5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B581F-8597-4F72-9F25-473A34367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Titrering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FE1EDD6-A7C5-4E9F-8EFE-B475C8611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</a:t>
            </a:r>
          </a:p>
          <a:p>
            <a:r>
              <a:rPr lang="da-DK" dirty="0"/>
              <a:t>Kapitel 11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FB47C0C-A03B-47DF-B398-BD80788D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031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526E5-0F97-49FD-AAD4-3FCC96BE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da-DK" dirty="0"/>
              <a:t>Titrering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A924EF66-6542-494A-A44D-5F6CAEBB8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07000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2660A84-39DD-419A-A898-B81096F8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502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681A0C-6EC4-44A3-8C5D-0D62A9A8D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07027" cy="1499616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Havvand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CD1FFEE-A583-41B2-8148-5F1369B75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40724"/>
            <a:ext cx="6007027" cy="4568636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Havvand består af vand hvori der er opløst salte</a:t>
            </a:r>
          </a:p>
          <a:p>
            <a:r>
              <a:rPr lang="da-DK" dirty="0">
                <a:solidFill>
                  <a:srgbClr val="FFFFFF"/>
                </a:solidFill>
              </a:rPr>
              <a:t>Det primære salt i havvand er </a:t>
            </a:r>
            <a:r>
              <a:rPr lang="da-DK" dirty="0" err="1">
                <a:solidFill>
                  <a:srgbClr val="FFFFFF"/>
                </a:solidFill>
              </a:rPr>
              <a:t>natriumchlorid</a:t>
            </a:r>
            <a:endParaRPr lang="da-DK" dirty="0">
              <a:solidFill>
                <a:srgbClr val="FFFFFF"/>
              </a:solidFill>
            </a:endParaRPr>
          </a:p>
          <a:p>
            <a:r>
              <a:rPr lang="da-DK" dirty="0" err="1">
                <a:solidFill>
                  <a:srgbClr val="FFFFFF"/>
                </a:solidFill>
              </a:rPr>
              <a:t>Natriumchlorid</a:t>
            </a:r>
            <a:r>
              <a:rPr lang="da-DK" dirty="0">
                <a:solidFill>
                  <a:srgbClr val="FFFFFF"/>
                </a:solidFill>
              </a:rPr>
              <a:t> er letopløseligt (endda særdeles letopløseligt)</a:t>
            </a:r>
          </a:p>
          <a:p>
            <a:r>
              <a:rPr lang="da-DK" dirty="0" err="1">
                <a:solidFill>
                  <a:srgbClr val="FFFFFF"/>
                </a:solidFill>
              </a:rPr>
              <a:t>Natriumhclorid</a:t>
            </a:r>
            <a:r>
              <a:rPr lang="da-DK" dirty="0">
                <a:solidFill>
                  <a:srgbClr val="FFFFFF"/>
                </a:solidFill>
              </a:rPr>
              <a:t> kan indgå i en fældningsreaktion med sølv(1+)nitrat</a:t>
            </a:r>
          </a:p>
          <a:p>
            <a:r>
              <a:rPr lang="da-DK" dirty="0">
                <a:solidFill>
                  <a:srgbClr val="FFFFFF"/>
                </a:solidFill>
              </a:rPr>
              <a:t>Med stofformler: NaCl(</a:t>
            </a:r>
            <a:r>
              <a:rPr lang="da-DK" dirty="0" err="1">
                <a:solidFill>
                  <a:srgbClr val="FFFFFF"/>
                </a:solidFill>
              </a:rPr>
              <a:t>aq</a:t>
            </a:r>
            <a:r>
              <a:rPr lang="da-DK" dirty="0">
                <a:solidFill>
                  <a:srgbClr val="FFFFFF"/>
                </a:solidFill>
              </a:rPr>
              <a:t>) + AgNO</a:t>
            </a:r>
            <a:r>
              <a:rPr lang="da-DK" baseline="-25000" dirty="0">
                <a:solidFill>
                  <a:srgbClr val="FFFFFF"/>
                </a:solidFill>
              </a:rPr>
              <a:t>3</a:t>
            </a:r>
            <a:r>
              <a:rPr lang="da-DK" dirty="0">
                <a:solidFill>
                  <a:srgbClr val="FFFFFF"/>
                </a:solidFill>
              </a:rPr>
              <a:t>(</a:t>
            </a:r>
            <a:r>
              <a:rPr lang="da-DK" dirty="0" err="1">
                <a:solidFill>
                  <a:srgbClr val="FFFFFF"/>
                </a:solidFill>
              </a:rPr>
              <a:t>aq</a:t>
            </a:r>
            <a:r>
              <a:rPr lang="da-DK" dirty="0">
                <a:solidFill>
                  <a:srgbClr val="FFFFFF"/>
                </a:solidFill>
              </a:rPr>
              <a:t>) ⟶ </a:t>
            </a:r>
            <a:r>
              <a:rPr lang="da-DK" dirty="0" err="1">
                <a:solidFill>
                  <a:srgbClr val="FFFFFF"/>
                </a:solidFill>
              </a:rPr>
              <a:t>AgCl</a:t>
            </a:r>
            <a:r>
              <a:rPr lang="da-DK" dirty="0">
                <a:solidFill>
                  <a:srgbClr val="FFFFFF"/>
                </a:solidFill>
              </a:rPr>
              <a:t>(s) + NaNO</a:t>
            </a:r>
            <a:r>
              <a:rPr lang="da-DK" baseline="-25000" dirty="0">
                <a:solidFill>
                  <a:srgbClr val="FFFFFF"/>
                </a:solidFill>
              </a:rPr>
              <a:t>3</a:t>
            </a:r>
            <a:r>
              <a:rPr lang="da-DK" dirty="0">
                <a:solidFill>
                  <a:srgbClr val="FFFFFF"/>
                </a:solidFill>
              </a:rPr>
              <a:t>(</a:t>
            </a:r>
            <a:r>
              <a:rPr lang="da-DK" dirty="0" err="1">
                <a:solidFill>
                  <a:srgbClr val="FFFFFF"/>
                </a:solidFill>
              </a:rPr>
              <a:t>aq</a:t>
            </a:r>
            <a:r>
              <a:rPr lang="da-DK" dirty="0">
                <a:solidFill>
                  <a:srgbClr val="FFFFFF"/>
                </a:solidFill>
              </a:rPr>
              <a:t>)</a:t>
            </a:r>
          </a:p>
          <a:p>
            <a:r>
              <a:rPr lang="da-DK" dirty="0">
                <a:solidFill>
                  <a:srgbClr val="FFFFFF"/>
                </a:solidFill>
              </a:rPr>
              <a:t>På ionform: Ag</a:t>
            </a:r>
            <a:r>
              <a:rPr lang="da-DK" baseline="30000" dirty="0">
                <a:solidFill>
                  <a:srgbClr val="FFFFFF"/>
                </a:solidFill>
              </a:rPr>
              <a:t>+</a:t>
            </a:r>
            <a:r>
              <a:rPr lang="da-DK" dirty="0">
                <a:solidFill>
                  <a:srgbClr val="FFFFFF"/>
                </a:solidFill>
              </a:rPr>
              <a:t>(</a:t>
            </a:r>
            <a:r>
              <a:rPr lang="da-DK" dirty="0" err="1">
                <a:solidFill>
                  <a:srgbClr val="FFFFFF"/>
                </a:solidFill>
              </a:rPr>
              <a:t>aq</a:t>
            </a:r>
            <a:r>
              <a:rPr lang="da-DK" dirty="0">
                <a:solidFill>
                  <a:srgbClr val="FFFFFF"/>
                </a:solidFill>
              </a:rPr>
              <a:t>) + Cl</a:t>
            </a:r>
            <a:r>
              <a:rPr lang="da-DK" baseline="30000" dirty="0">
                <a:solidFill>
                  <a:srgbClr val="FFFFFF"/>
                </a:solidFill>
              </a:rPr>
              <a:t>-</a:t>
            </a:r>
            <a:r>
              <a:rPr lang="da-DK" dirty="0">
                <a:solidFill>
                  <a:srgbClr val="FFFFFF"/>
                </a:solidFill>
              </a:rPr>
              <a:t>(</a:t>
            </a:r>
            <a:r>
              <a:rPr lang="da-DK" dirty="0" err="1">
                <a:solidFill>
                  <a:srgbClr val="FFFFFF"/>
                </a:solidFill>
              </a:rPr>
              <a:t>aq</a:t>
            </a:r>
            <a:r>
              <a:rPr lang="da-DK" dirty="0">
                <a:solidFill>
                  <a:srgbClr val="FFFFFF"/>
                </a:solidFill>
              </a:rPr>
              <a:t>) ⟶ </a:t>
            </a:r>
            <a:r>
              <a:rPr lang="da-DK" dirty="0" err="1">
                <a:solidFill>
                  <a:srgbClr val="FFFFFF"/>
                </a:solidFill>
              </a:rPr>
              <a:t>AgCl</a:t>
            </a:r>
            <a:r>
              <a:rPr lang="da-DK" dirty="0">
                <a:solidFill>
                  <a:srgbClr val="FFFFFF"/>
                </a:solidFill>
              </a:rPr>
              <a:t>(s)</a:t>
            </a:r>
          </a:p>
          <a:p>
            <a:r>
              <a:rPr lang="da-DK" dirty="0">
                <a:solidFill>
                  <a:srgbClr val="FFFFFF"/>
                </a:solidFill>
              </a:rPr>
              <a:t>Der dannes hvidt bundfald af sølv(1+)</a:t>
            </a:r>
            <a:r>
              <a:rPr lang="da-DK" dirty="0" err="1">
                <a:solidFill>
                  <a:srgbClr val="FFFFFF"/>
                </a:solidFill>
              </a:rPr>
              <a:t>chlorid</a:t>
            </a:r>
            <a:endParaRPr lang="da-DK" dirty="0">
              <a:solidFill>
                <a:srgbClr val="FFFFFF"/>
              </a:solidFill>
            </a:endParaRPr>
          </a:p>
        </p:txBody>
      </p:sp>
      <p:pic>
        <p:nvPicPr>
          <p:cNvPr id="5" name="Picture 4" descr="Vanddråbe og ringe">
            <a:extLst>
              <a:ext uri="{FF2B5EF4-FFF2-40B4-BE49-F238E27FC236}">
                <a16:creationId xmlns:a16="http://schemas.microsoft.com/office/drawing/2014/main" id="{A3632592-2A0A-4513-9969-CAE6716446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307" r="13533" b="-1"/>
          <a:stretch/>
        </p:blipFill>
        <p:spPr>
          <a:xfrm>
            <a:off x="7552266" y="10"/>
            <a:ext cx="4639734" cy="685799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54BD3D-5B8A-4AB2-BD34-F2A82373A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95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906D6-9501-4564-AB0B-F0161B5D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Kaliumchromat</a:t>
            </a:r>
            <a:endParaRPr lang="da-DK" dirty="0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F1590380-4510-4900-AE75-CD7C51721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108660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4CA6F82-85DE-4044-B689-BF23632B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368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9BBC2-14A8-46E9-AA5C-75DE71B0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kaliumchromat</a:t>
            </a:r>
            <a:endParaRPr lang="da-DK" dirty="0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803BF3A-6121-42D4-A18B-3DAE276A9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811247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14283D5-96BA-427B-9044-8F777CEE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198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399F5-4427-4B35-990A-DDE7DD53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da-DK" dirty="0"/>
              <a:t>Titrering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E5BB3C2-8242-4B26-8C67-2C2256CA6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r>
              <a:rPr lang="da-DK" dirty="0"/>
              <a:t>Titrering består af to dele</a:t>
            </a:r>
          </a:p>
          <a:p>
            <a:r>
              <a:rPr lang="da-DK" dirty="0"/>
              <a:t>1. En praktisk del i laboratoriet</a:t>
            </a:r>
          </a:p>
          <a:p>
            <a:r>
              <a:rPr lang="da-DK" dirty="0"/>
              <a:t>2. En beregningsdel</a:t>
            </a:r>
          </a:p>
        </p:txBody>
      </p:sp>
      <p:pic>
        <p:nvPicPr>
          <p:cNvPr id="5" name="Picture 4" descr="En række prøver til medicinsk test">
            <a:extLst>
              <a:ext uri="{FF2B5EF4-FFF2-40B4-BE49-F238E27FC236}">
                <a16:creationId xmlns:a16="http://schemas.microsoft.com/office/drawing/2014/main" id="{B56868CA-8C7E-4432-84B8-15D1919571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129" r="1130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9453D2D-6817-4F2D-996D-92AAAA0D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422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29721-1368-4E25-AC1D-734C2043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1: I laboratoriet - UDSTYR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6E69645-FFAE-4E2D-8828-C1C73783C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2084832"/>
            <a:ext cx="3147568" cy="3147568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FC50121-C268-4692-A6A5-AB76FA86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7</a:t>
            </a:fld>
            <a:endParaRPr lang="da-DK"/>
          </a:p>
        </p:txBody>
      </p:sp>
      <p:pic>
        <p:nvPicPr>
          <p:cNvPr id="8" name="Billede 7" descr="Et billede, der indeholder flaske, fartøj&#10;&#10;Automatisk genereret beskrivelse">
            <a:extLst>
              <a:ext uri="{FF2B5EF4-FFF2-40B4-BE49-F238E27FC236}">
                <a16:creationId xmlns:a16="http://schemas.microsoft.com/office/drawing/2014/main" id="{43ED4C23-A207-4DA5-9B4A-BE2B5479A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763" y="2218181"/>
            <a:ext cx="3916955" cy="3014219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C28E0814-16C6-44BB-B7B3-4FFBB8B7A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418" y="1429423"/>
            <a:ext cx="2628265" cy="4591734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84DB4707-F5AC-44FC-828D-0BF5A8D4BA38}"/>
              </a:ext>
            </a:extLst>
          </p:cNvPr>
          <p:cNvSpPr txBox="1"/>
          <p:nvPr/>
        </p:nvSpPr>
        <p:spPr>
          <a:xfrm>
            <a:off x="1849120" y="5467866"/>
            <a:ext cx="130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måleglas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E14958EA-2630-44E3-8816-BCF3BEA7F9F6}"/>
              </a:ext>
            </a:extLst>
          </p:cNvPr>
          <p:cNvSpPr txBox="1"/>
          <p:nvPr/>
        </p:nvSpPr>
        <p:spPr>
          <a:xfrm>
            <a:off x="4518330" y="5112266"/>
            <a:ext cx="160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konisk kolbe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D58CA56A-3EBB-43C6-B8DF-E25CF5CE8D72}"/>
              </a:ext>
            </a:extLst>
          </p:cNvPr>
          <p:cNvSpPr txBox="1"/>
          <p:nvPr/>
        </p:nvSpPr>
        <p:spPr>
          <a:xfrm>
            <a:off x="6634480" y="6101372"/>
            <a:ext cx="385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stativ med buretteholder og burette</a:t>
            </a:r>
          </a:p>
        </p:txBody>
      </p:sp>
    </p:spTree>
    <p:extLst>
      <p:ext uri="{BB962C8B-B14F-4D97-AF65-F5344CB8AC3E}">
        <p14:creationId xmlns:p14="http://schemas.microsoft.com/office/powerpoint/2010/main" val="413545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250826-682B-4167-8656-F4994639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261" y="564896"/>
            <a:ext cx="9720072" cy="1499616"/>
          </a:xfrm>
        </p:spPr>
        <p:txBody>
          <a:bodyPr/>
          <a:lstStyle/>
          <a:p>
            <a:r>
              <a:rPr lang="da-DK" dirty="0"/>
              <a:t>Del 1: I laboratoriet - UDSTYR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6336729B-BC02-4340-B2DD-48EB4F7CA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358" y="2254885"/>
            <a:ext cx="3340321" cy="2743835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26DE4BC-2F81-46B1-B900-12804A5D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8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AFCBC8C0-2467-42F0-8B3C-765A84A15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027" y="2679064"/>
            <a:ext cx="2400300" cy="1895475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8CFDF72C-37A9-4AFC-A81E-7C49A651A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850" y="2598420"/>
            <a:ext cx="2400300" cy="2400300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373331A8-7F84-4A82-A0AC-20B2597AAABE}"/>
              </a:ext>
            </a:extLst>
          </p:cNvPr>
          <p:cNvSpPr txBox="1"/>
          <p:nvPr/>
        </p:nvSpPr>
        <p:spPr>
          <a:xfrm>
            <a:off x="1219358" y="5237922"/>
            <a:ext cx="267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magnetomrører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A5CD917E-91C6-4878-903B-E8A2A090F938}"/>
              </a:ext>
            </a:extLst>
          </p:cNvPr>
          <p:cNvSpPr txBox="1"/>
          <p:nvPr/>
        </p:nvSpPr>
        <p:spPr>
          <a:xfrm>
            <a:off x="5605670" y="472108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magnet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C69961D6-8A34-46CB-850F-96B55F88208F}"/>
              </a:ext>
            </a:extLst>
          </p:cNvPr>
          <p:cNvSpPr txBox="1"/>
          <p:nvPr/>
        </p:nvSpPr>
        <p:spPr>
          <a:xfrm>
            <a:off x="8627165" y="5607254"/>
            <a:ext cx="138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tragt</a:t>
            </a:r>
          </a:p>
        </p:txBody>
      </p:sp>
    </p:spTree>
    <p:extLst>
      <p:ext uri="{BB962C8B-B14F-4D97-AF65-F5344CB8AC3E}">
        <p14:creationId xmlns:p14="http://schemas.microsoft.com/office/powerpoint/2010/main" val="2993224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AA461-063F-4BC0-ACAC-65C7D8EB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 1: I laboratoriet - kemikalier</a:t>
            </a:r>
          </a:p>
        </p:txBody>
      </p:sp>
      <p:pic>
        <p:nvPicPr>
          <p:cNvPr id="6" name="Pladsholder til indhold 5" descr="Et billede, der indeholder indendørs, fartøj, flaske&#10;&#10;Automatisk genereret beskrivelse">
            <a:extLst>
              <a:ext uri="{FF2B5EF4-FFF2-40B4-BE49-F238E27FC236}">
                <a16:creationId xmlns:a16="http://schemas.microsoft.com/office/drawing/2014/main" id="{6BF2D510-614D-4397-80A1-CDD273748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17" y="1930729"/>
            <a:ext cx="2977137" cy="2332481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6A7D711-2C1C-4D81-8517-3473A794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9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9E382548-A830-4466-8CAE-06EBF0362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00" y="1847849"/>
            <a:ext cx="1890548" cy="4129355"/>
          </a:xfrm>
          <a:prstGeom prst="rect">
            <a:avLst/>
          </a:prstGeom>
        </p:spPr>
      </p:pic>
      <p:pic>
        <p:nvPicPr>
          <p:cNvPr id="10" name="Billede 9" descr="Et billede, der indeholder kop, glas&#10;&#10;Automatisk genereret beskrivelse">
            <a:extLst>
              <a:ext uri="{FF2B5EF4-FFF2-40B4-BE49-F238E27FC236}">
                <a16:creationId xmlns:a16="http://schemas.microsoft.com/office/drawing/2014/main" id="{440E97A0-B341-4122-A553-751203CA2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49" y="1706319"/>
            <a:ext cx="1647825" cy="2781300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7D40D413-6061-40B6-AB88-09B2A30E656F}"/>
              </a:ext>
            </a:extLst>
          </p:cNvPr>
          <p:cNvSpPr txBox="1"/>
          <p:nvPr/>
        </p:nvSpPr>
        <p:spPr>
          <a:xfrm>
            <a:off x="483476" y="4773169"/>
            <a:ext cx="3426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havvand</a:t>
            </a:r>
          </a:p>
          <a:p>
            <a:r>
              <a:rPr lang="da-DK" dirty="0"/>
              <a:t>(okay, flasken ser lidt tom ud)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5F0BF2BB-31B1-4FBC-9BE7-62501DA9C610}"/>
              </a:ext>
            </a:extLst>
          </p:cNvPr>
          <p:cNvSpPr txBox="1"/>
          <p:nvPr/>
        </p:nvSpPr>
        <p:spPr>
          <a:xfrm>
            <a:off x="5276193" y="6106510"/>
            <a:ext cx="189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sølv(I)nitrat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D7EBA566-B6E8-4DFE-BDD9-234460891A80}"/>
              </a:ext>
            </a:extLst>
          </p:cNvPr>
          <p:cNvSpPr txBox="1"/>
          <p:nvPr/>
        </p:nvSpPr>
        <p:spPr>
          <a:xfrm>
            <a:off x="8261131" y="4929352"/>
            <a:ext cx="2483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kaliumchromat</a:t>
            </a:r>
            <a:r>
              <a:rPr lang="da-DK" dirty="0"/>
              <a:t> </a:t>
            </a:r>
          </a:p>
          <a:p>
            <a:r>
              <a:rPr lang="da-DK" dirty="0"/>
              <a:t>(opløst i vand)</a:t>
            </a:r>
          </a:p>
        </p:txBody>
      </p:sp>
    </p:spTree>
    <p:extLst>
      <p:ext uri="{BB962C8B-B14F-4D97-AF65-F5344CB8AC3E}">
        <p14:creationId xmlns:p14="http://schemas.microsoft.com/office/powerpoint/2010/main" val="415145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3430B4-C2B6-48DA-A79F-757492AF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6DA1CA-502D-4CF2-AF73-74930604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>
            <a:normAutofit/>
          </a:bodyPr>
          <a:lstStyle/>
          <a:p>
            <a:r>
              <a:rPr lang="da-DK" sz="4400"/>
              <a:t>Del 1: I laboratoriet - Udførsel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53BDBF-1B08-496E-BED4-E0DE721A0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26421A2-E6A7-49B4-AA51-161E43150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389120" cy="3931920"/>
          </a:xfrm>
        </p:spPr>
        <p:txBody>
          <a:bodyPr>
            <a:normAutofit lnSpcReduction="10000"/>
          </a:bodyPr>
          <a:lstStyle/>
          <a:p>
            <a:r>
              <a:rPr lang="da-DK" sz="1700" dirty="0"/>
              <a:t>1. Afmål 20,0 </a:t>
            </a:r>
            <a:r>
              <a:rPr lang="da-DK" sz="1700" dirty="0" err="1"/>
              <a:t>mL</a:t>
            </a:r>
            <a:r>
              <a:rPr lang="da-DK" sz="1700" dirty="0"/>
              <a:t> havvand med et måleglas</a:t>
            </a:r>
          </a:p>
          <a:p>
            <a:r>
              <a:rPr lang="da-DK" sz="1700" dirty="0"/>
              <a:t>2. Overfør havvand til den koniske kolbe</a:t>
            </a:r>
          </a:p>
          <a:p>
            <a:r>
              <a:rPr lang="da-DK" sz="1700" dirty="0"/>
              <a:t>3. Tilsæt nogle dråber </a:t>
            </a:r>
            <a:r>
              <a:rPr lang="da-DK" sz="1700" dirty="0" err="1"/>
              <a:t>kaliumchromatopløsning</a:t>
            </a:r>
            <a:r>
              <a:rPr lang="da-DK" sz="1700" dirty="0"/>
              <a:t> til kolben</a:t>
            </a:r>
          </a:p>
          <a:p>
            <a:r>
              <a:rPr lang="da-DK" sz="1700" dirty="0"/>
              <a:t>4. Læg en magnet i kolben</a:t>
            </a:r>
          </a:p>
          <a:p>
            <a:r>
              <a:rPr lang="da-DK" sz="1700" dirty="0"/>
              <a:t>5. Fyld buretten op med sølv(1+)nitrat-opløsning (brug tragt)</a:t>
            </a:r>
          </a:p>
          <a:p>
            <a:r>
              <a:rPr lang="da-DK" sz="1700" dirty="0"/>
              <a:t>6. Sæt kolben på magnetomrører under buretten og tænd for magnetomrører</a:t>
            </a:r>
          </a:p>
          <a:p>
            <a:r>
              <a:rPr lang="da-DK" sz="1700" dirty="0"/>
              <a:t>7. Tilsæt sølv(1+)nitrat fra buretten til opløsningen skifter farve (hvid⟶ rød)</a:t>
            </a:r>
          </a:p>
          <a:p>
            <a:r>
              <a:rPr lang="da-DK" sz="1700" dirty="0"/>
              <a:t>8. Aflæs forbrugt volumen af sølv(1+)nitrat 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3CC63E38-B143-4DBF-B65C-47A070613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732" y="960120"/>
            <a:ext cx="3068529" cy="4940852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DC1BB9A-146C-4E7D-A1D9-8D231609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0504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BC4C2-525E-4340-B23E-7D2F05DC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Titrand og </a:t>
            </a:r>
            <a:r>
              <a:rPr lang="da-DK" dirty="0" err="1"/>
              <a:t>titrator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5FA285-0B53-40EE-83A5-695C28528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Det stof vi skal finde koncentrationen af, kaldes for </a:t>
            </a:r>
            <a:r>
              <a:rPr lang="da-DK" sz="2400" dirty="0">
                <a:solidFill>
                  <a:srgbClr val="FF0000"/>
                </a:solidFill>
              </a:rPr>
              <a:t>titrand</a:t>
            </a:r>
          </a:p>
          <a:p>
            <a:r>
              <a:rPr lang="da-DK" sz="2400" dirty="0"/>
              <a:t>I vores tilfælde er NaCl-opløsning vores titrand</a:t>
            </a:r>
          </a:p>
          <a:p>
            <a:endParaRPr lang="da-DK" sz="2400" dirty="0">
              <a:solidFill>
                <a:srgbClr val="FF0000"/>
              </a:solidFill>
            </a:endParaRPr>
          </a:p>
          <a:p>
            <a:r>
              <a:rPr lang="da-DK" sz="2400" dirty="0"/>
              <a:t>Det stof vi tilsætter fra buretten kaldes for </a:t>
            </a:r>
            <a:r>
              <a:rPr lang="da-DK" sz="2400" dirty="0" err="1">
                <a:solidFill>
                  <a:srgbClr val="FF0000"/>
                </a:solidFill>
              </a:rPr>
              <a:t>titrator</a:t>
            </a:r>
            <a:endParaRPr lang="da-DK" sz="2400" dirty="0">
              <a:solidFill>
                <a:srgbClr val="FF0000"/>
              </a:solidFill>
            </a:endParaRPr>
          </a:p>
          <a:p>
            <a:r>
              <a:rPr lang="da-DK" sz="2400" dirty="0"/>
              <a:t>I vores tilfælde er AgNO</a:t>
            </a:r>
            <a:r>
              <a:rPr lang="da-DK" sz="2400" baseline="-25000" dirty="0"/>
              <a:t>3</a:t>
            </a:r>
            <a:r>
              <a:rPr lang="da-DK" sz="2400" dirty="0"/>
              <a:t>-opløsning vores </a:t>
            </a:r>
            <a:r>
              <a:rPr lang="da-DK" sz="2400" dirty="0" err="1"/>
              <a:t>titrator</a:t>
            </a:r>
            <a:endParaRPr lang="da-DK" sz="24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45B8846-A0AE-43E4-B9F7-F8827763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8781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3A6E4-606A-4088-ADE4-15A7072A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Indikatoren (</a:t>
            </a:r>
            <a:r>
              <a:rPr lang="da-DK" dirty="0" err="1"/>
              <a:t>Kaliumchromat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C0CA13-DB37-4C7A-9A57-84D3A718F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sz="2400" dirty="0"/>
              <a:t>Der er to stoffer i vores kolbe der kan udfældes med sølv(1+)nitrat fra buretten:</a:t>
            </a:r>
          </a:p>
          <a:p>
            <a:r>
              <a:rPr lang="da-DK" sz="2400" dirty="0"/>
              <a:t>1) NaCl(</a:t>
            </a:r>
            <a:r>
              <a:rPr lang="da-DK" sz="2400" dirty="0" err="1"/>
              <a:t>aq</a:t>
            </a:r>
            <a:r>
              <a:rPr lang="da-DK" sz="2400" dirty="0"/>
              <a:t>) + AgNO</a:t>
            </a:r>
            <a:r>
              <a:rPr lang="da-DK" sz="2400" baseline="-25000" dirty="0"/>
              <a:t>3</a:t>
            </a:r>
            <a:r>
              <a:rPr lang="da-DK" sz="2400" dirty="0"/>
              <a:t>(</a:t>
            </a:r>
            <a:r>
              <a:rPr lang="da-DK" sz="2400" dirty="0" err="1"/>
              <a:t>aq</a:t>
            </a:r>
            <a:r>
              <a:rPr lang="da-DK" sz="2400" dirty="0"/>
              <a:t>) ⟶ </a:t>
            </a:r>
            <a:r>
              <a:rPr lang="da-DK" sz="2400" dirty="0" err="1">
                <a:solidFill>
                  <a:schemeClr val="bg1"/>
                </a:solidFill>
                <a:highlight>
                  <a:srgbClr val="000000"/>
                </a:highlight>
              </a:rPr>
              <a:t>AgCl</a:t>
            </a:r>
            <a:r>
              <a:rPr lang="da-DK" sz="2400" dirty="0">
                <a:solidFill>
                  <a:schemeClr val="bg1"/>
                </a:solidFill>
                <a:highlight>
                  <a:srgbClr val="000000"/>
                </a:highlight>
              </a:rPr>
              <a:t>(s)</a:t>
            </a:r>
            <a:r>
              <a:rPr lang="da-DK" sz="2400" dirty="0"/>
              <a:t> + NaNO</a:t>
            </a:r>
            <a:r>
              <a:rPr lang="da-DK" sz="2400" baseline="-25000" dirty="0"/>
              <a:t>3</a:t>
            </a:r>
            <a:r>
              <a:rPr lang="da-DK" sz="2400" dirty="0"/>
              <a:t>(</a:t>
            </a:r>
            <a:r>
              <a:rPr lang="da-DK" sz="2400" dirty="0" err="1"/>
              <a:t>aq</a:t>
            </a:r>
            <a:r>
              <a:rPr lang="da-DK" sz="2400" dirty="0"/>
              <a:t>)</a:t>
            </a:r>
          </a:p>
          <a:p>
            <a:pPr lvl="1"/>
            <a:r>
              <a:rPr lang="da-DK" sz="2800" dirty="0" err="1"/>
              <a:t>AgCl</a:t>
            </a:r>
            <a:r>
              <a:rPr lang="da-DK" sz="2800" dirty="0"/>
              <a:t> giver hvidt bundfald</a:t>
            </a:r>
          </a:p>
          <a:p>
            <a:r>
              <a:rPr lang="da-DK" sz="2400" dirty="0"/>
              <a:t>2) K</a:t>
            </a:r>
            <a:r>
              <a:rPr lang="da-DK" sz="2400" baseline="-25000" dirty="0"/>
              <a:t>2</a:t>
            </a:r>
            <a:r>
              <a:rPr lang="da-DK" sz="2400" dirty="0"/>
              <a:t>CrO</a:t>
            </a:r>
            <a:r>
              <a:rPr lang="da-DK" sz="2400" baseline="-25000" dirty="0"/>
              <a:t>4</a:t>
            </a:r>
            <a:r>
              <a:rPr lang="da-DK" sz="2400" dirty="0"/>
              <a:t>(</a:t>
            </a:r>
            <a:r>
              <a:rPr lang="da-DK" sz="2400" dirty="0" err="1"/>
              <a:t>aq</a:t>
            </a:r>
            <a:r>
              <a:rPr lang="da-DK" sz="2400" dirty="0"/>
              <a:t>) + 2AgNO</a:t>
            </a:r>
            <a:r>
              <a:rPr lang="da-DK" sz="2400" baseline="-25000" dirty="0"/>
              <a:t>3</a:t>
            </a:r>
            <a:r>
              <a:rPr lang="da-DK" sz="2400" dirty="0"/>
              <a:t>(</a:t>
            </a:r>
            <a:r>
              <a:rPr lang="da-DK" sz="2400" dirty="0" err="1"/>
              <a:t>aq</a:t>
            </a:r>
            <a:r>
              <a:rPr lang="da-DK" sz="2400" dirty="0"/>
              <a:t>) ⟶ </a:t>
            </a:r>
            <a:r>
              <a:rPr lang="da-DK" sz="2400" dirty="0">
                <a:solidFill>
                  <a:srgbClr val="FF0000"/>
                </a:solidFill>
                <a:highlight>
                  <a:srgbClr val="000000"/>
                </a:highlight>
              </a:rPr>
              <a:t>Ag</a:t>
            </a:r>
            <a:r>
              <a:rPr lang="da-DK" sz="2400" baseline="-25000" dirty="0">
                <a:solidFill>
                  <a:srgbClr val="FF0000"/>
                </a:solidFill>
                <a:highlight>
                  <a:srgbClr val="000000"/>
                </a:highlight>
              </a:rPr>
              <a:t>2</a:t>
            </a:r>
            <a:r>
              <a:rPr lang="da-DK" sz="2400" dirty="0">
                <a:solidFill>
                  <a:srgbClr val="FF0000"/>
                </a:solidFill>
                <a:highlight>
                  <a:srgbClr val="000000"/>
                </a:highlight>
              </a:rPr>
              <a:t>CrO</a:t>
            </a:r>
            <a:r>
              <a:rPr lang="da-DK" sz="2400" baseline="-25000" dirty="0">
                <a:solidFill>
                  <a:srgbClr val="FF0000"/>
                </a:solidFill>
                <a:highlight>
                  <a:srgbClr val="000000"/>
                </a:highlight>
              </a:rPr>
              <a:t>4</a:t>
            </a:r>
            <a:r>
              <a:rPr lang="da-DK" sz="2400" dirty="0"/>
              <a:t>(s) + 2KNO</a:t>
            </a:r>
            <a:r>
              <a:rPr lang="da-DK" sz="2400" baseline="-25000" dirty="0"/>
              <a:t>3</a:t>
            </a:r>
            <a:r>
              <a:rPr lang="da-DK" sz="2400" dirty="0"/>
              <a:t>(</a:t>
            </a:r>
            <a:r>
              <a:rPr lang="da-DK" sz="2400" dirty="0" err="1"/>
              <a:t>aq</a:t>
            </a:r>
            <a:r>
              <a:rPr lang="da-DK" sz="2400" dirty="0"/>
              <a:t>)</a:t>
            </a:r>
          </a:p>
          <a:p>
            <a:pPr lvl="1"/>
            <a:r>
              <a:rPr lang="da-DK" sz="2800" dirty="0"/>
              <a:t>Ag</a:t>
            </a:r>
            <a:r>
              <a:rPr lang="da-DK" sz="2800" baseline="-25000" dirty="0"/>
              <a:t>2</a:t>
            </a:r>
            <a:r>
              <a:rPr lang="da-DK" sz="2800" dirty="0"/>
              <a:t>CrO</a:t>
            </a:r>
            <a:r>
              <a:rPr lang="da-DK" sz="2800" baseline="-25000" dirty="0"/>
              <a:t>4</a:t>
            </a:r>
            <a:r>
              <a:rPr lang="da-DK" sz="2800" dirty="0"/>
              <a:t> giver rødt bundfald</a:t>
            </a:r>
          </a:p>
          <a:p>
            <a:pPr lvl="1"/>
            <a:endParaRPr lang="da-DK" sz="2800" dirty="0"/>
          </a:p>
          <a:p>
            <a:pPr marL="128016" lvl="1" indent="0">
              <a:buNone/>
            </a:pPr>
            <a:r>
              <a:rPr lang="da-DK" sz="2800" dirty="0" err="1"/>
              <a:t>AgCl</a:t>
            </a:r>
            <a:r>
              <a:rPr lang="da-DK" sz="2800" dirty="0"/>
              <a:t> (hvidt) er mest tungtopløseligt</a:t>
            </a:r>
          </a:p>
          <a:p>
            <a:pPr marL="128016" lvl="1" indent="0">
              <a:buNone/>
            </a:pPr>
            <a:r>
              <a:rPr lang="da-DK" sz="2800" dirty="0"/>
              <a:t>Når al </a:t>
            </a:r>
            <a:r>
              <a:rPr lang="da-DK" sz="2800" dirty="0" err="1"/>
              <a:t>AgCl</a:t>
            </a:r>
            <a:r>
              <a:rPr lang="da-DK" sz="2800" dirty="0"/>
              <a:t> er udfældet, starter udfældningen af Ag</a:t>
            </a:r>
            <a:r>
              <a:rPr lang="da-DK" sz="2800" baseline="-25000" dirty="0"/>
              <a:t>2</a:t>
            </a:r>
            <a:r>
              <a:rPr lang="da-DK" sz="2800" dirty="0"/>
              <a:t>CrO</a:t>
            </a:r>
            <a:r>
              <a:rPr lang="da-DK" sz="2800" baseline="-25000" dirty="0"/>
              <a:t>4</a:t>
            </a:r>
            <a:r>
              <a:rPr lang="da-DK" sz="2800" dirty="0"/>
              <a:t> (rødt)</a:t>
            </a:r>
          </a:p>
          <a:p>
            <a:pPr marL="128016" lvl="1" indent="0">
              <a:buNone/>
            </a:pPr>
            <a:r>
              <a:rPr lang="da-DK" sz="2800" dirty="0"/>
              <a:t>Når opløsningens farve skifter fra hvid til rød ved vi at der er tilsat lige så meget AgNO</a:t>
            </a:r>
            <a:r>
              <a:rPr lang="da-DK" sz="2800" baseline="-25000" dirty="0"/>
              <a:t>3</a:t>
            </a:r>
            <a:r>
              <a:rPr lang="da-DK" sz="2800" dirty="0"/>
              <a:t> som der oprindeligt var NaCl (stofmængde)</a:t>
            </a:r>
          </a:p>
          <a:p>
            <a:pPr lvl="1"/>
            <a:endParaRPr lang="da-DK" sz="2400" dirty="0"/>
          </a:p>
          <a:p>
            <a:pPr lvl="1"/>
            <a:endParaRPr lang="da-DK" sz="2000" dirty="0"/>
          </a:p>
          <a:p>
            <a:pPr lvl="1"/>
            <a:endParaRPr lang="da-DK" dirty="0"/>
          </a:p>
          <a:p>
            <a:pPr marL="128016" lvl="1" indent="0">
              <a:buNone/>
            </a:pPr>
            <a:endParaRPr lang="en-US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DF52DD7-6D3D-40BE-9634-BAB27EA3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050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98C7D2-EFC0-4F7E-80EB-A1D0F103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da-DK">
                <a:solidFill>
                  <a:srgbClr val="FFFFFF"/>
                </a:solidFill>
              </a:rPr>
              <a:t>Ækvivalente mængder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B7CC3E2-6077-483C-8BE9-8C81738A2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da-DK" dirty="0"/>
              <a:t>Ifølge reaktionsskemaet reagerer </a:t>
            </a:r>
            <a:r>
              <a:rPr lang="da-DK" dirty="0" err="1"/>
              <a:t>natriumchlorid</a:t>
            </a:r>
            <a:r>
              <a:rPr lang="da-DK" dirty="0"/>
              <a:t> og sølv(1+)nitrat i forholdet 1:1</a:t>
            </a:r>
          </a:p>
          <a:p>
            <a:r>
              <a:rPr lang="da-DK" dirty="0"/>
              <a:t>1 mol </a:t>
            </a:r>
            <a:r>
              <a:rPr lang="da-DK" dirty="0" err="1"/>
              <a:t>natriumchlorid</a:t>
            </a:r>
            <a:r>
              <a:rPr lang="da-DK" dirty="0"/>
              <a:t> vil derfor reagere med 1 mol sølv(1+)nitrat</a:t>
            </a:r>
          </a:p>
          <a:p>
            <a:r>
              <a:rPr lang="da-DK" dirty="0"/>
              <a:t>Vi siger at der er </a:t>
            </a:r>
            <a:r>
              <a:rPr lang="da-DK" dirty="0">
                <a:solidFill>
                  <a:srgbClr val="FF0000"/>
                </a:solidFill>
              </a:rPr>
              <a:t>ækvivalente mængder</a:t>
            </a:r>
          </a:p>
          <a:p>
            <a:endParaRPr lang="da-DK" dirty="0"/>
          </a:p>
          <a:p>
            <a:r>
              <a:rPr lang="da-DK" dirty="0"/>
              <a:t>Hvis vi i stedet for havde to stoffer (A og B) der reagerede i forholdet 1:2 (A + 2B …) ville 1 mol A og 2 mol B være ækvivalente mængder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FFE24BF-40CA-4C48-81DA-11135986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5471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23430B4-C2B6-48DA-A79F-757492AF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FE629B-4004-4D7C-A199-DFF2793B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>
            <a:normAutofit/>
          </a:bodyPr>
          <a:lstStyle/>
          <a:p>
            <a:r>
              <a:rPr lang="da-DK" sz="4400"/>
              <a:t>Ækvivalenspunkt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53BDBF-1B08-496E-BED4-E0DE721A0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A756CB-0CAB-4940-9AEB-E3F474D60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389120" cy="3931920"/>
          </a:xfrm>
        </p:spPr>
        <p:txBody>
          <a:bodyPr>
            <a:normAutofit/>
          </a:bodyPr>
          <a:lstStyle/>
          <a:p>
            <a:r>
              <a:rPr lang="da-DK" sz="2400" dirty="0"/>
              <a:t>Når vi under en titrering har tilsat en stofmængde af </a:t>
            </a:r>
            <a:r>
              <a:rPr lang="da-DK" sz="2400" dirty="0" err="1"/>
              <a:t>titrator</a:t>
            </a:r>
            <a:r>
              <a:rPr lang="da-DK" sz="2400" dirty="0"/>
              <a:t> (fra buretten) der er er ækvivalent med stofmængden af titrand (i kolben) siger vi at vi har nået ækvivalenspunktet</a:t>
            </a:r>
          </a:p>
        </p:txBody>
      </p:sp>
      <p:pic>
        <p:nvPicPr>
          <p:cNvPr id="8" name="Graphic 7" descr="Afkrydsning">
            <a:extLst>
              <a:ext uri="{FF2B5EF4-FFF2-40B4-BE49-F238E27FC236}">
                <a16:creationId xmlns:a16="http://schemas.microsoft.com/office/drawing/2014/main" id="{57E81156-3253-4BBA-A3B1-5FBF28281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6116" y="1342665"/>
            <a:ext cx="4175762" cy="4175762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1C64F74-1C22-4023-8530-9192C799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711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8E1ED-F8FA-45B0-B5B3-60EF73B23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r>
              <a:rPr lang="da-DK" dirty="0"/>
              <a:t>Del 2: beregninger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B714209-7531-4FA0-B44C-10E64A9A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424672" cy="3931920"/>
          </a:xfrm>
        </p:spPr>
        <p:txBody>
          <a:bodyPr>
            <a:normAutofit/>
          </a:bodyPr>
          <a:lstStyle/>
          <a:p>
            <a:r>
              <a:rPr lang="da-DK" sz="2000" dirty="0"/>
              <a:t>Fra forsøget har vi følgende oplysninger:</a:t>
            </a:r>
          </a:p>
          <a:p>
            <a:r>
              <a:rPr lang="da-DK" sz="2000" dirty="0"/>
              <a:t>Volumen af havvand: V(NaCl) = 20,0 </a:t>
            </a:r>
            <a:r>
              <a:rPr lang="da-DK" sz="2000" dirty="0" err="1"/>
              <a:t>mL</a:t>
            </a:r>
            <a:endParaRPr lang="da-DK" sz="2000" dirty="0"/>
          </a:p>
          <a:p>
            <a:r>
              <a:rPr lang="da-DK" sz="2000" dirty="0"/>
              <a:t>Stofmængdekoncentration af sølv(1+)nitrat: c(AgNO</a:t>
            </a:r>
            <a:r>
              <a:rPr lang="da-DK" sz="2000" baseline="-25000" dirty="0"/>
              <a:t>3</a:t>
            </a:r>
            <a:r>
              <a:rPr lang="da-DK" sz="2000" dirty="0"/>
              <a:t>) = 0,50 mol/L</a:t>
            </a:r>
          </a:p>
          <a:p>
            <a:r>
              <a:rPr lang="da-DK" sz="2000" dirty="0"/>
              <a:t>Volumen af tilsat opløsning af sølv(1+)nitrat: V(AgNO</a:t>
            </a:r>
            <a:r>
              <a:rPr lang="da-DK" sz="2000" baseline="-25000" dirty="0"/>
              <a:t>3</a:t>
            </a:r>
            <a:r>
              <a:rPr lang="da-DK" sz="2000" dirty="0"/>
              <a:t>) = 22,6 </a:t>
            </a:r>
            <a:r>
              <a:rPr lang="da-DK" sz="2000" dirty="0" err="1"/>
              <a:t>mL</a:t>
            </a:r>
            <a:endParaRPr lang="da-DK" sz="2000" dirty="0"/>
          </a:p>
          <a:p>
            <a:r>
              <a:rPr lang="da-DK" sz="2000" dirty="0"/>
              <a:t>Vi kender IKKE koncentration af </a:t>
            </a:r>
            <a:r>
              <a:rPr lang="da-DK" sz="2000" dirty="0" err="1"/>
              <a:t>natriumchlorid</a:t>
            </a:r>
            <a:r>
              <a:rPr lang="da-DK" sz="2000" dirty="0"/>
              <a:t> i havvand: c(NaCl)</a:t>
            </a:r>
          </a:p>
          <a:p>
            <a:endParaRPr lang="da-DK" sz="2000" dirty="0"/>
          </a:p>
        </p:txBody>
      </p:sp>
      <p:pic>
        <p:nvPicPr>
          <p:cNvPr id="7" name="Graphic 6" descr="Vand">
            <a:extLst>
              <a:ext uri="{FF2B5EF4-FFF2-40B4-BE49-F238E27FC236}">
                <a16:creationId xmlns:a16="http://schemas.microsoft.com/office/drawing/2014/main" id="{50E5BE94-19A6-4713-B216-25D94A168D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1920" y="985519"/>
            <a:ext cx="4645151" cy="5455921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3FF824C-91D3-4F59-978E-B12396BF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3375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B7B58B-8D7A-4A6B-BFF0-0A5FC098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da-DK">
                <a:solidFill>
                  <a:srgbClr val="FFFFFF"/>
                </a:solidFill>
              </a:rPr>
              <a:t>Del 2: beregninger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DA6B0E7-09D7-417D-BC96-5EBA9909C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da-DK" dirty="0"/>
                  <a:t>Vi skal nu bruge de kendte(!) formler:</a:t>
                </a:r>
              </a:p>
              <a:p>
                <a14:m>
                  <m:oMath xmlns:m="http://schemas.openxmlformats.org/officeDocument/2006/math">
                    <m:r>
                      <a:rPr lang="da-DK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n: stofmængde i mol</a:t>
                </a:r>
              </a:p>
              <a:p>
                <a:r>
                  <a:rPr lang="da-DK" dirty="0"/>
                  <a:t>c: stofmængdekoncentration i mol/L</a:t>
                </a:r>
              </a:p>
              <a:p>
                <a:r>
                  <a:rPr lang="da-DK" dirty="0"/>
                  <a:t>V: volumen i L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DA6B0E7-09D7-417D-BC96-5EBA9909C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193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9C90762-284F-4ABE-B26C-4B3FD428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8465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6BF25-10CA-4265-BABE-FF473D98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da-DK" dirty="0"/>
              <a:t>Del 2: beregninger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9E972E-C615-46A2-ABF7-5AA6F548D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da-DK" sz="2000" dirty="0"/>
              <a:t>I beregningsdelen efter en titrering er der tre skridt</a:t>
            </a:r>
          </a:p>
          <a:p>
            <a:endParaRPr lang="da-DK" sz="2000" dirty="0"/>
          </a:p>
          <a:p>
            <a:r>
              <a:rPr lang="da-DK" sz="2000" dirty="0"/>
              <a:t>1. skridt: beregn stofmængden af </a:t>
            </a:r>
            <a:r>
              <a:rPr lang="da-DK" sz="2000" dirty="0" err="1"/>
              <a:t>titrator</a:t>
            </a:r>
            <a:r>
              <a:rPr lang="da-DK" sz="2000" dirty="0"/>
              <a:t>:</a:t>
            </a:r>
          </a:p>
          <a:p>
            <a:r>
              <a:rPr lang="da-DK" sz="2000" dirty="0"/>
              <a:t>n(AgNO</a:t>
            </a:r>
            <a:r>
              <a:rPr lang="da-DK" sz="2000" baseline="-25000" dirty="0"/>
              <a:t>3</a:t>
            </a:r>
            <a:r>
              <a:rPr lang="da-DK" sz="2000" dirty="0"/>
              <a:t>) = c(AgNO</a:t>
            </a:r>
            <a:r>
              <a:rPr lang="da-DK" sz="2000" baseline="-25000" dirty="0"/>
              <a:t>3</a:t>
            </a:r>
            <a:r>
              <a:rPr lang="da-DK" sz="2000" dirty="0"/>
              <a:t>)∙V(AgNO</a:t>
            </a:r>
            <a:r>
              <a:rPr lang="da-DK" sz="2000" baseline="-25000" dirty="0"/>
              <a:t>3</a:t>
            </a:r>
            <a:r>
              <a:rPr lang="da-DK" sz="2000" dirty="0"/>
              <a:t>) = 0,50 mol/L∙22,6 </a:t>
            </a:r>
            <a:r>
              <a:rPr lang="da-DK" sz="2000" dirty="0" err="1"/>
              <a:t>mL</a:t>
            </a:r>
            <a:r>
              <a:rPr lang="da-DK" sz="2000" dirty="0"/>
              <a:t> = 11,3 mmol</a:t>
            </a:r>
          </a:p>
          <a:p>
            <a:endParaRPr lang="da-DK" sz="2000" dirty="0"/>
          </a:p>
          <a:p>
            <a:r>
              <a:rPr lang="da-DK" sz="2000" dirty="0"/>
              <a:t>2. skridt: omsæt til stofmængden af titrand:</a:t>
            </a:r>
          </a:p>
          <a:p>
            <a:r>
              <a:rPr lang="da-DK" sz="2000" dirty="0"/>
              <a:t>Da de to stoffer reagerer i forholdet 1:1 (</a:t>
            </a:r>
            <a:r>
              <a:rPr lang="da-DK" sz="2000" dirty="0">
                <a:solidFill>
                  <a:srgbClr val="FF0000"/>
                </a:solidFill>
              </a:rPr>
              <a:t>Ag</a:t>
            </a:r>
            <a:r>
              <a:rPr lang="da-DK" sz="2000" baseline="30000" dirty="0">
                <a:solidFill>
                  <a:srgbClr val="FF0000"/>
                </a:solidFill>
              </a:rPr>
              <a:t>+</a:t>
            </a:r>
            <a:r>
              <a:rPr lang="da-DK" sz="2000" dirty="0">
                <a:solidFill>
                  <a:srgbClr val="FF0000"/>
                </a:solidFill>
              </a:rPr>
              <a:t>(</a:t>
            </a:r>
            <a:r>
              <a:rPr lang="da-DK" sz="2000" dirty="0" err="1">
                <a:solidFill>
                  <a:srgbClr val="FF0000"/>
                </a:solidFill>
              </a:rPr>
              <a:t>aq</a:t>
            </a:r>
            <a:r>
              <a:rPr lang="da-DK" sz="2000" dirty="0">
                <a:solidFill>
                  <a:srgbClr val="FF0000"/>
                </a:solidFill>
              </a:rPr>
              <a:t>) + Cl</a:t>
            </a:r>
            <a:r>
              <a:rPr lang="da-DK" sz="2000" baseline="30000" dirty="0">
                <a:solidFill>
                  <a:srgbClr val="FF0000"/>
                </a:solidFill>
              </a:rPr>
              <a:t>-</a:t>
            </a:r>
            <a:r>
              <a:rPr lang="da-DK" sz="2000" dirty="0">
                <a:solidFill>
                  <a:srgbClr val="FF0000"/>
                </a:solidFill>
              </a:rPr>
              <a:t>(</a:t>
            </a:r>
            <a:r>
              <a:rPr lang="da-DK" sz="2000" dirty="0" err="1">
                <a:solidFill>
                  <a:srgbClr val="FF0000"/>
                </a:solidFill>
              </a:rPr>
              <a:t>aq</a:t>
            </a:r>
            <a:r>
              <a:rPr lang="da-DK" sz="2000" dirty="0">
                <a:solidFill>
                  <a:srgbClr val="FF0000"/>
                </a:solidFill>
              </a:rPr>
              <a:t>) ⟶ </a:t>
            </a:r>
            <a:r>
              <a:rPr lang="da-DK" sz="2000" dirty="0" err="1">
                <a:solidFill>
                  <a:srgbClr val="FF0000"/>
                </a:solidFill>
              </a:rPr>
              <a:t>AgCl</a:t>
            </a:r>
            <a:r>
              <a:rPr lang="da-DK" sz="2000" dirty="0">
                <a:solidFill>
                  <a:srgbClr val="FF0000"/>
                </a:solidFill>
              </a:rPr>
              <a:t>(s)</a:t>
            </a:r>
            <a:r>
              <a:rPr lang="da-DK" sz="2000" dirty="0"/>
              <a:t>) er stofmængderne ens:</a:t>
            </a:r>
          </a:p>
          <a:p>
            <a:r>
              <a:rPr lang="da-DK" sz="2000" dirty="0"/>
              <a:t>n(NaCl) = n(AgNO</a:t>
            </a:r>
            <a:r>
              <a:rPr lang="da-DK" sz="2000" baseline="-25000" dirty="0"/>
              <a:t>3</a:t>
            </a:r>
            <a:r>
              <a:rPr lang="da-DK" sz="2000" dirty="0"/>
              <a:t>) = 11,3 mmol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7DC88BC-60A7-49AB-8CBA-07873372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9457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B36D4-657E-42DB-812D-2A8B4223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da-DK" dirty="0"/>
              <a:t>Del 2: beregninger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1B96E9A-D816-4EB9-8386-D639FEE5EF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8018271" cy="4023360"/>
              </a:xfrm>
            </p:spPr>
            <p:txBody>
              <a:bodyPr>
                <a:normAutofit/>
              </a:bodyPr>
              <a:lstStyle/>
              <a:p>
                <a:r>
                  <a:rPr lang="da-DK" dirty="0"/>
                  <a:t>3. skridt: beregn stofmængdekoncentration af titrand:</a:t>
                </a:r>
              </a:p>
              <a:p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𝑁𝑎𝐶𝑙</m:t>
                        </m:r>
                      </m:e>
                    </m:d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𝑁𝑎𝐶𝑙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𝑁𝑎𝐶𝑙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11,3 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𝑚𝑚𝑜𝑙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20,0 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𝑚𝐿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=0,565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Slutresultatet er altså, at stofmængdekoncentrationen af </a:t>
                </a:r>
                <a:r>
                  <a:rPr lang="da-DK" dirty="0" err="1"/>
                  <a:t>natriumchlorid</a:t>
                </a:r>
                <a:r>
                  <a:rPr lang="da-DK" dirty="0"/>
                  <a:t> i havvand er 0,565 mol/L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1B96E9A-D816-4EB9-8386-D639FEE5E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8018271" cy="4023360"/>
              </a:xfrm>
              <a:blipFill>
                <a:blip r:embed="rId2"/>
                <a:stretch>
                  <a:fillRect l="-1217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8AEB94F-6B13-4794-ACE6-9C4D530B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6589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 descr="Hvide papirsskibe bliver ledet af et gult skib">
            <a:extLst>
              <a:ext uri="{FF2B5EF4-FFF2-40B4-BE49-F238E27FC236}">
                <a16:creationId xmlns:a16="http://schemas.microsoft.com/office/drawing/2014/main" id="{9D64A804-1214-954E-256F-B52B85DD3B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4999" b="732"/>
          <a:stretch>
            <a:fillRect/>
          </a:stretch>
        </p:blipFill>
        <p:spPr>
          <a:xfrm>
            <a:off x="20" y="-206819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388D1B-C954-A035-07B6-E5E0D554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da-DK">
                <a:solidFill>
                  <a:schemeClr val="tx1"/>
                </a:solidFill>
              </a:rPr>
              <a:t>Opgaver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CB1430-5CD1-470D-8F0F-7EDE4C79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B2E46AC-4D96-9C65-5AE7-30EABFF4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>
                <a:solidFill>
                  <a:prstClr val="white">
                    <a:alpha val="80000"/>
                  </a:prst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da-DK">
              <a:solidFill>
                <a:prstClr val="white">
                  <a:alpha val="80000"/>
                </a:prstClr>
              </a:solidFill>
            </a:endParaRPr>
          </a:p>
        </p:txBody>
      </p:sp>
      <p:graphicFrame>
        <p:nvGraphicFramePr>
          <p:cNvPr id="11" name="Pladsholder til indhold 2">
            <a:extLst>
              <a:ext uri="{FF2B5EF4-FFF2-40B4-BE49-F238E27FC236}">
                <a16:creationId xmlns:a16="http://schemas.microsoft.com/office/drawing/2014/main" id="{A4385EC0-760F-FFBD-1958-15E0FD0BA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212768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3292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41988B-681D-497D-B3F5-81730D26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da-DK" dirty="0"/>
              <a:t>Omregning til g/L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46FB65-7F10-49C6-9CBE-D24B465E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da-DK" dirty="0"/>
              <a:t>Enheden mol/L (mol pr. liter) er ikke altid den bedst egnede – den er fx uforståelig for folk uden kendskab til kemi</a:t>
            </a:r>
          </a:p>
          <a:p>
            <a:r>
              <a:rPr lang="da-DK" dirty="0"/>
              <a:t>Man kan omregne til enheden g/L (gram pr. liter)</a:t>
            </a:r>
          </a:p>
          <a:p>
            <a:r>
              <a:rPr lang="da-DK" dirty="0"/>
              <a:t>Vi kan betegne denne størrelse med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(det græske bogstav alfa)</a:t>
            </a:r>
          </a:p>
          <a:p>
            <a:r>
              <a:rPr lang="da-DK" dirty="0"/>
              <a:t>Den beregnes af formlen: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da-D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c∙M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hvor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koncentrationen i enheden g/L, c er stofmængdekoncentrationen i enheden mol/L og M er molarmassen i enheden g</a:t>
            </a:r>
            <a:r>
              <a:rPr lang="da-DK">
                <a:latin typeface="Times New Roman" panose="02020603050405020304" pitchFamily="18" charset="0"/>
                <a:cs typeface="Times New Roman" panose="02020603050405020304" pitchFamily="18" charset="0"/>
              </a:rPr>
              <a:t>/mol</a:t>
            </a:r>
            <a:endParaRPr lang="da-DK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9D5C07-B562-4626-9E21-B8610C16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5945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363578-A20D-45E6-BCCC-2951ED92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da-DK" dirty="0"/>
              <a:t>Omregning til g/L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AC9C9D1-429F-4A76-B942-C6BDA4B3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da-DK" dirty="0"/>
              <a:t>I vores eksempel fandt vi c = 0,565 mol/L</a:t>
            </a:r>
          </a:p>
          <a:p>
            <a:r>
              <a:rPr lang="da-DK" dirty="0"/>
              <a:t>Molarmassen for NaCl kan beregnes:</a:t>
            </a:r>
          </a:p>
          <a:p>
            <a:r>
              <a:rPr lang="da-DK" dirty="0"/>
              <a:t>M = 35,45 g/mol+22,99 g/mol = 58,44 g/mol</a:t>
            </a:r>
          </a:p>
          <a:p>
            <a:r>
              <a:rPr lang="da-DK" dirty="0"/>
              <a:t>Og dermed kan vi beregne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da-D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c∙M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0,565 mol/L∙58,44 g/mol = 33,0 g/L</a:t>
            </a:r>
          </a:p>
          <a:p>
            <a:endParaRPr lang="da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NB: α er ikke en ”officiel” betegnelse for denne størrelse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6963971-49F7-4A34-B9F9-9225C4CB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876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374624-9C9F-42B7-BC58-DD6D3986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Omregning til masseprocent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A20696A-0B66-4631-A963-3F50A99733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51438" y="804863"/>
            <a:ext cx="6557962" cy="5248275"/>
          </a:xfrm>
        </p:spPr>
        <p:txBody>
          <a:bodyPr anchor="ctr"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En anden måde at angive koncentration på, er at angive det som en masseprocent</a:t>
            </a:r>
          </a:p>
          <a:p>
            <a:r>
              <a:rPr lang="da-DK" dirty="0">
                <a:solidFill>
                  <a:srgbClr val="FFFFFF"/>
                </a:solidFill>
              </a:rPr>
              <a:t>På forrige side beregnede vi koncentrationen til at være 33,0 g/L</a:t>
            </a:r>
          </a:p>
          <a:p>
            <a:r>
              <a:rPr lang="da-DK" dirty="0">
                <a:solidFill>
                  <a:srgbClr val="FFFFFF"/>
                </a:solidFill>
              </a:rPr>
              <a:t>En liter havvand vejer ca. 1000 g</a:t>
            </a:r>
          </a:p>
          <a:p>
            <a:r>
              <a:rPr lang="da-DK" dirty="0">
                <a:solidFill>
                  <a:srgbClr val="FFFFFF"/>
                </a:solidFill>
              </a:rPr>
              <a:t>Mass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5CAB0B-B94B-4489-AB6D-E7212735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/>
              <a:pPr>
                <a:spcAft>
                  <a:spcPts val="600"/>
                </a:spcAft>
              </a:pPr>
              <a:t>22</a:t>
            </a:fld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Pladsholder til indhold 2">
                <a:extLst>
                  <a:ext uri="{FF2B5EF4-FFF2-40B4-BE49-F238E27FC236}">
                    <a16:creationId xmlns:a16="http://schemas.microsoft.com/office/drawing/2014/main" id="{F63DA697-A27C-45EA-A967-0ED4CA20B71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48690233"/>
                  </p:ext>
                </p:extLst>
              </p:nvPr>
            </p:nvGraphicFramePr>
            <p:xfrm>
              <a:off x="5609431" y="476568"/>
              <a:ext cx="5641975" cy="59039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3" name="Pladsholder til indhold 2">
                <a:extLst>
                  <a:ext uri="{FF2B5EF4-FFF2-40B4-BE49-F238E27FC236}">
                    <a16:creationId xmlns:a16="http://schemas.microsoft.com/office/drawing/2014/main" id="{F63DA697-A27C-45EA-A967-0ED4CA20B71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48690233"/>
                  </p:ext>
                </p:extLst>
              </p:nvPr>
            </p:nvGraphicFramePr>
            <p:xfrm>
              <a:off x="5609431" y="476568"/>
              <a:ext cx="5641975" cy="59039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3222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 descr="Hvide papirsskibe bliver ledet af et gult skib">
            <a:extLst>
              <a:ext uri="{FF2B5EF4-FFF2-40B4-BE49-F238E27FC236}">
                <a16:creationId xmlns:a16="http://schemas.microsoft.com/office/drawing/2014/main" id="{9D64A804-1214-954E-256F-B52B85DD3B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4999" b="732"/>
          <a:stretch>
            <a:fillRect/>
          </a:stretch>
        </p:blipFill>
        <p:spPr>
          <a:xfrm>
            <a:off x="20" y="-239476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388D1B-C954-A035-07B6-E5E0D554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da-DK">
                <a:solidFill>
                  <a:schemeClr val="tx1"/>
                </a:solidFill>
              </a:rPr>
              <a:t>Opgaver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CB1430-5CD1-470D-8F0F-7EDE4C79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B2E46AC-4D96-9C65-5AE7-30EABFF4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>
                <a:solidFill>
                  <a:prstClr val="white">
                    <a:alpha val="80000"/>
                  </a:prst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da-DK">
              <a:solidFill>
                <a:prstClr val="white">
                  <a:alpha val="80000"/>
                </a:prstClr>
              </a:solidFill>
            </a:endParaRPr>
          </a:p>
        </p:txBody>
      </p:sp>
      <p:graphicFrame>
        <p:nvGraphicFramePr>
          <p:cNvPr id="11" name="Pladsholder til indhold 2">
            <a:extLst>
              <a:ext uri="{FF2B5EF4-FFF2-40B4-BE49-F238E27FC236}">
                <a16:creationId xmlns:a16="http://schemas.microsoft.com/office/drawing/2014/main" id="{A4385EC0-760F-FFBD-1958-15E0FD0BA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26274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9634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8A2786-9CC0-D85E-7144-CE34C60E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4F7AC3E-3163-00AB-1E28-FCB4C89E49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Titrering: bestemmelse af stofmængdekoncentration</a:t>
                </a:r>
              </a:p>
              <a:p>
                <a:r>
                  <a:rPr lang="da-DK" dirty="0"/>
                  <a:t>Ækvivalente mængder</a:t>
                </a:r>
              </a:p>
              <a:p>
                <a:r>
                  <a:rPr lang="da-DK" dirty="0"/>
                  <a:t>Titrand og </a:t>
                </a:r>
                <a:r>
                  <a:rPr lang="da-DK" dirty="0" err="1"/>
                  <a:t>titrator</a:t>
                </a:r>
                <a:endParaRPr lang="da-DK" dirty="0"/>
              </a:p>
              <a:p>
                <a:r>
                  <a:rPr lang="da-DK" dirty="0"/>
                  <a:t>Ækvivalenspunkt</a:t>
                </a:r>
              </a:p>
              <a:p>
                <a:r>
                  <a:rPr lang="da-DK" dirty="0"/>
                  <a:t>Burette, koniske kolbe</a:t>
                </a:r>
              </a:p>
              <a:p>
                <a:r>
                  <a:rPr lang="da-DK" dirty="0"/>
                  <a:t>Indikator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da-DK" dirty="0"/>
              </a:p>
              <a:p>
                <a:r>
                  <a:rPr lang="da-DK" dirty="0"/>
                  <a:t>Omregning </a:t>
                </a:r>
                <a:r>
                  <a:rPr lang="da-DK"/>
                  <a:t>til masseprocen</a:t>
                </a:r>
                <a:r>
                  <a:rPr lang="da-DK" dirty="0"/>
                  <a:t>t</a:t>
                </a:r>
              </a:p>
              <a:p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4F7AC3E-3163-00AB-1E28-FCB4C89E4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4185F7C-CFB8-149D-398C-75ECCE8B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1540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516</TotalTime>
  <Words>1232</Words>
  <Application>Microsoft Office PowerPoint</Application>
  <PresentationFormat>Widescreen</PresentationFormat>
  <Paragraphs>171</Paragraphs>
  <Slides>24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24</vt:i4>
      </vt:variant>
    </vt:vector>
  </HeadingPairs>
  <TitlesOfParts>
    <vt:vector size="31" baseType="lpstr">
      <vt:lpstr>Calibri</vt:lpstr>
      <vt:lpstr>Cambria Math</vt:lpstr>
      <vt:lpstr>Times New Roman</vt:lpstr>
      <vt:lpstr>Tw Cen MT</vt:lpstr>
      <vt:lpstr>Tw Cen MT Condensed</vt:lpstr>
      <vt:lpstr>Wingdings 3</vt:lpstr>
      <vt:lpstr>Integral</vt:lpstr>
      <vt:lpstr>Titrering</vt:lpstr>
      <vt:lpstr>Titrering</vt:lpstr>
      <vt:lpstr>Havvand</vt:lpstr>
      <vt:lpstr>Kaliumchromat</vt:lpstr>
      <vt:lpstr>kaliumchromat</vt:lpstr>
      <vt:lpstr>Titrering</vt:lpstr>
      <vt:lpstr>Del 1: I laboratoriet - UDSTYR</vt:lpstr>
      <vt:lpstr>Del 1: I laboratoriet - UDSTYR</vt:lpstr>
      <vt:lpstr>Del 1: I laboratoriet - kemikalier</vt:lpstr>
      <vt:lpstr>Del 1: I laboratoriet - Udførsel</vt:lpstr>
      <vt:lpstr>Titrand og titrator</vt:lpstr>
      <vt:lpstr>Indikatoren (Kaliumchromat)</vt:lpstr>
      <vt:lpstr>Ækvivalente mængder</vt:lpstr>
      <vt:lpstr>Ækvivalenspunkt</vt:lpstr>
      <vt:lpstr>Del 2: beregninger</vt:lpstr>
      <vt:lpstr>Del 2: beregninger</vt:lpstr>
      <vt:lpstr>Del 2: beregninger</vt:lpstr>
      <vt:lpstr>Del 2: beregninger</vt:lpstr>
      <vt:lpstr>Opgaver</vt:lpstr>
      <vt:lpstr>Omregning til g/L</vt:lpstr>
      <vt:lpstr>Omregning til g/L</vt:lpstr>
      <vt:lpstr>Omregning til masseprocent</vt:lpstr>
      <vt:lpstr>Opgaver</vt:lpstr>
      <vt:lpstr>Oversigt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Blandinger</dc:title>
  <dc:creator>Henry Vest</dc:creator>
  <cp:lastModifiedBy>Henry Valdemar Vest</cp:lastModifiedBy>
  <cp:revision>40</cp:revision>
  <dcterms:created xsi:type="dcterms:W3CDTF">2021-02-10T12:09:31Z</dcterms:created>
  <dcterms:modified xsi:type="dcterms:W3CDTF">2026-10-01T07:48:44Z</dcterms:modified>
</cp:coreProperties>
</file>