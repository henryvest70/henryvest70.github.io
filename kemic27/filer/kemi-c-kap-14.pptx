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301" r:id="rId12"/>
    <p:sldId id="266" r:id="rId13"/>
    <p:sldId id="267" r:id="rId14"/>
    <p:sldId id="268" r:id="rId15"/>
    <p:sldId id="269" r:id="rId16"/>
    <p:sldId id="297" r:id="rId17"/>
    <p:sldId id="277" r:id="rId18"/>
    <p:sldId id="270" r:id="rId19"/>
    <p:sldId id="271" r:id="rId20"/>
    <p:sldId id="272" r:id="rId21"/>
    <p:sldId id="275" r:id="rId22"/>
    <p:sldId id="273" r:id="rId23"/>
    <p:sldId id="276" r:id="rId24"/>
    <p:sldId id="274" r:id="rId25"/>
    <p:sldId id="278" r:id="rId26"/>
    <p:sldId id="279" r:id="rId27"/>
    <p:sldId id="291" r:id="rId28"/>
    <p:sldId id="293" r:id="rId29"/>
    <p:sldId id="280" r:id="rId30"/>
    <p:sldId id="292" r:id="rId31"/>
    <p:sldId id="294" r:id="rId32"/>
    <p:sldId id="281" r:id="rId33"/>
    <p:sldId id="286" r:id="rId34"/>
    <p:sldId id="285" r:id="rId35"/>
    <p:sldId id="295" r:id="rId36"/>
    <p:sldId id="282" r:id="rId37"/>
    <p:sldId id="290" r:id="rId38"/>
    <p:sldId id="296" r:id="rId39"/>
    <p:sldId id="283" r:id="rId40"/>
    <p:sldId id="287" r:id="rId41"/>
    <p:sldId id="288" r:id="rId42"/>
    <p:sldId id="289" r:id="rId43"/>
    <p:sldId id="298" r:id="rId44"/>
    <p:sldId id="299" r:id="rId45"/>
    <p:sldId id="300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495731-F9E0-4D70-B0F3-AAA557D59F23}" v="2" dt="2026-10-05T06:46:10.0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Valdemar Vest" userId="f5b1f0ec-4051-405f-83b3-0c678f78df49" providerId="ADAL" clId="{0B671710-12AA-4A9C-8982-6D6CBD054718}"/>
    <pc:docChg chg="custSel addSld modSld sldOrd">
      <pc:chgData name="Henry Valdemar Vest" userId="f5b1f0ec-4051-405f-83b3-0c678f78df49" providerId="ADAL" clId="{0B671710-12AA-4A9C-8982-6D6CBD054718}" dt="2026-10-05T06:46:36.337" v="684" actId="20577"/>
      <pc:docMkLst>
        <pc:docMk/>
      </pc:docMkLst>
      <pc:sldChg chg="modSp mod">
        <pc:chgData name="Henry Valdemar Vest" userId="f5b1f0ec-4051-405f-83b3-0c678f78df49" providerId="ADAL" clId="{0B671710-12AA-4A9C-8982-6D6CBD054718}" dt="2026-09-29T07:58:16.039" v="31"/>
        <pc:sldMkLst>
          <pc:docMk/>
          <pc:sldMk cId="2119099368" sldId="256"/>
        </pc:sldMkLst>
        <pc:spChg chg="mod">
          <ac:chgData name="Henry Valdemar Vest" userId="f5b1f0ec-4051-405f-83b3-0c678f78df49" providerId="ADAL" clId="{0B671710-12AA-4A9C-8982-6D6CBD054718}" dt="2026-09-29T07:58:16.039" v="31"/>
          <ac:spMkLst>
            <pc:docMk/>
            <pc:sldMk cId="2119099368" sldId="256"/>
            <ac:spMk id="2" creationId="{6B478E54-8D3C-4F9F-973A-5AA67076A36F}"/>
          </ac:spMkLst>
        </pc:spChg>
        <pc:spChg chg="mod">
          <ac:chgData name="Henry Valdemar Vest" userId="f5b1f0ec-4051-405f-83b3-0c678f78df49" providerId="ADAL" clId="{0B671710-12AA-4A9C-8982-6D6CBD054718}" dt="2026-09-29T07:58:12.615" v="30" actId="21"/>
          <ac:spMkLst>
            <pc:docMk/>
            <pc:sldMk cId="2119099368" sldId="256"/>
            <ac:spMk id="3" creationId="{49C35B0B-4F33-4532-96BB-CD4C45EE910A}"/>
          </ac:spMkLst>
        </pc:spChg>
      </pc:sldChg>
      <pc:sldChg chg="addSp delSp modSp mod">
        <pc:chgData name="Henry Valdemar Vest" userId="f5b1f0ec-4051-405f-83b3-0c678f78df49" providerId="ADAL" clId="{0B671710-12AA-4A9C-8982-6D6CBD054718}" dt="2026-10-02T11:30:29.905" v="78" actId="20577"/>
        <pc:sldMkLst>
          <pc:docMk/>
          <pc:sldMk cId="1199165948" sldId="274"/>
        </pc:sldMkLst>
        <pc:spChg chg="add">
          <ac:chgData name="Henry Valdemar Vest" userId="f5b1f0ec-4051-405f-83b3-0c678f78df49" providerId="ADAL" clId="{0B671710-12AA-4A9C-8982-6D6CBD054718}" dt="2026-10-02T11:27:15.300" v="43" actId="11529"/>
          <ac:spMkLst>
            <pc:docMk/>
            <pc:sldMk cId="1199165948" sldId="274"/>
            <ac:spMk id="3" creationId="{E90BDB66-AAF9-3A33-EA18-8163D85918A1}"/>
          </ac:spMkLst>
        </pc:spChg>
        <pc:spChg chg="add mod">
          <ac:chgData name="Henry Valdemar Vest" userId="f5b1f0ec-4051-405f-83b3-0c678f78df49" providerId="ADAL" clId="{0B671710-12AA-4A9C-8982-6D6CBD054718}" dt="2026-10-02T11:27:51.892" v="46" actId="207"/>
          <ac:spMkLst>
            <pc:docMk/>
            <pc:sldMk cId="1199165948" sldId="274"/>
            <ac:spMk id="5" creationId="{8245DD83-3EDE-7FE6-6A4D-38C46E699190}"/>
          </ac:spMkLst>
        </pc:spChg>
        <pc:spChg chg="add mod">
          <ac:chgData name="Henry Valdemar Vest" userId="f5b1f0ec-4051-405f-83b3-0c678f78df49" providerId="ADAL" clId="{0B671710-12AA-4A9C-8982-6D6CBD054718}" dt="2026-10-02T11:28:47.443" v="52" actId="1076"/>
          <ac:spMkLst>
            <pc:docMk/>
            <pc:sldMk cId="1199165948" sldId="274"/>
            <ac:spMk id="12" creationId="{3CDE2717-D9B6-AD33-EF3B-E2B10046B214}"/>
          </ac:spMkLst>
        </pc:spChg>
        <pc:spChg chg="add mod">
          <ac:chgData name="Henry Valdemar Vest" userId="f5b1f0ec-4051-405f-83b3-0c678f78df49" providerId="ADAL" clId="{0B671710-12AA-4A9C-8982-6D6CBD054718}" dt="2026-10-02T11:29:45.368" v="66" actId="20577"/>
          <ac:spMkLst>
            <pc:docMk/>
            <pc:sldMk cId="1199165948" sldId="274"/>
            <ac:spMk id="14" creationId="{A3EF7292-0216-81D3-1F4B-B4260E268028}"/>
          </ac:spMkLst>
        </pc:spChg>
        <pc:spChg chg="add mod">
          <ac:chgData name="Henry Valdemar Vest" userId="f5b1f0ec-4051-405f-83b3-0c678f78df49" providerId="ADAL" clId="{0B671710-12AA-4A9C-8982-6D6CBD054718}" dt="2026-10-02T11:28:53.627" v="54" actId="1076"/>
          <ac:spMkLst>
            <pc:docMk/>
            <pc:sldMk cId="1199165948" sldId="274"/>
            <ac:spMk id="16" creationId="{A07E212B-4395-AB7F-E7FE-9D7207CEECFE}"/>
          </ac:spMkLst>
        </pc:spChg>
        <pc:spChg chg="add mod">
          <ac:chgData name="Henry Valdemar Vest" userId="f5b1f0ec-4051-405f-83b3-0c678f78df49" providerId="ADAL" clId="{0B671710-12AA-4A9C-8982-6D6CBD054718}" dt="2026-10-02T11:29:52.447" v="68" actId="20577"/>
          <ac:spMkLst>
            <pc:docMk/>
            <pc:sldMk cId="1199165948" sldId="274"/>
            <ac:spMk id="18" creationId="{CC189CD9-F498-6F00-D6C6-6D74E5C79B31}"/>
          </ac:spMkLst>
        </pc:spChg>
        <pc:spChg chg="add mod">
          <ac:chgData name="Henry Valdemar Vest" userId="f5b1f0ec-4051-405f-83b3-0c678f78df49" providerId="ADAL" clId="{0B671710-12AA-4A9C-8982-6D6CBD054718}" dt="2026-10-02T11:29:02.222" v="56" actId="1076"/>
          <ac:spMkLst>
            <pc:docMk/>
            <pc:sldMk cId="1199165948" sldId="274"/>
            <ac:spMk id="20" creationId="{CF3678BA-49FA-4FB1-BED2-EEF369767976}"/>
          </ac:spMkLst>
        </pc:spChg>
        <pc:spChg chg="add mod">
          <ac:chgData name="Henry Valdemar Vest" userId="f5b1f0ec-4051-405f-83b3-0c678f78df49" providerId="ADAL" clId="{0B671710-12AA-4A9C-8982-6D6CBD054718}" dt="2026-10-02T11:30:08.417" v="70" actId="20577"/>
          <ac:spMkLst>
            <pc:docMk/>
            <pc:sldMk cId="1199165948" sldId="274"/>
            <ac:spMk id="22" creationId="{EE77C24A-83DA-D1F8-D1B7-A9455D2B1773}"/>
          </ac:spMkLst>
        </pc:spChg>
        <pc:spChg chg="add mod">
          <ac:chgData name="Henry Valdemar Vest" userId="f5b1f0ec-4051-405f-83b3-0c678f78df49" providerId="ADAL" clId="{0B671710-12AA-4A9C-8982-6D6CBD054718}" dt="2026-10-02T11:29:09.452" v="58" actId="1076"/>
          <ac:spMkLst>
            <pc:docMk/>
            <pc:sldMk cId="1199165948" sldId="274"/>
            <ac:spMk id="24" creationId="{6BDD4781-566A-1825-258F-EE5C86663C89}"/>
          </ac:spMkLst>
        </pc:spChg>
        <pc:spChg chg="add mod">
          <ac:chgData name="Henry Valdemar Vest" userId="f5b1f0ec-4051-405f-83b3-0c678f78df49" providerId="ADAL" clId="{0B671710-12AA-4A9C-8982-6D6CBD054718}" dt="2026-10-02T11:30:14.337" v="72" actId="20577"/>
          <ac:spMkLst>
            <pc:docMk/>
            <pc:sldMk cId="1199165948" sldId="274"/>
            <ac:spMk id="26" creationId="{20278CFE-99C7-651D-BF2D-1526C1C3E1CC}"/>
          </ac:spMkLst>
        </pc:spChg>
        <pc:spChg chg="add mod">
          <ac:chgData name="Henry Valdemar Vest" userId="f5b1f0ec-4051-405f-83b3-0c678f78df49" providerId="ADAL" clId="{0B671710-12AA-4A9C-8982-6D6CBD054718}" dt="2026-10-02T11:29:17.716" v="60" actId="1076"/>
          <ac:spMkLst>
            <pc:docMk/>
            <pc:sldMk cId="1199165948" sldId="274"/>
            <ac:spMk id="28" creationId="{43945289-E4C9-9334-2D8F-A7390308C59B}"/>
          </ac:spMkLst>
        </pc:spChg>
        <pc:spChg chg="add mod">
          <ac:chgData name="Henry Valdemar Vest" userId="f5b1f0ec-4051-405f-83b3-0c678f78df49" providerId="ADAL" clId="{0B671710-12AA-4A9C-8982-6D6CBD054718}" dt="2026-10-02T11:30:21.252" v="74" actId="20577"/>
          <ac:spMkLst>
            <pc:docMk/>
            <pc:sldMk cId="1199165948" sldId="274"/>
            <ac:spMk id="30" creationId="{E3EE0BF8-2CF5-6AD4-C7E7-DAA38E30A2E9}"/>
          </ac:spMkLst>
        </pc:spChg>
        <pc:spChg chg="add mod">
          <ac:chgData name="Henry Valdemar Vest" userId="f5b1f0ec-4051-405f-83b3-0c678f78df49" providerId="ADAL" clId="{0B671710-12AA-4A9C-8982-6D6CBD054718}" dt="2026-10-02T11:29:30.293" v="62" actId="1076"/>
          <ac:spMkLst>
            <pc:docMk/>
            <pc:sldMk cId="1199165948" sldId="274"/>
            <ac:spMk id="32" creationId="{09315974-97AE-FF10-7F3F-C77494E104D5}"/>
          </ac:spMkLst>
        </pc:spChg>
        <pc:spChg chg="add mod">
          <ac:chgData name="Henry Valdemar Vest" userId="f5b1f0ec-4051-405f-83b3-0c678f78df49" providerId="ADAL" clId="{0B671710-12AA-4A9C-8982-6D6CBD054718}" dt="2026-10-02T11:30:25.304" v="76" actId="20577"/>
          <ac:spMkLst>
            <pc:docMk/>
            <pc:sldMk cId="1199165948" sldId="274"/>
            <ac:spMk id="34" creationId="{195D317D-B4FC-7DC9-535B-87F109A59FD8}"/>
          </ac:spMkLst>
        </pc:spChg>
        <pc:spChg chg="add mod">
          <ac:chgData name="Henry Valdemar Vest" userId="f5b1f0ec-4051-405f-83b3-0c678f78df49" providerId="ADAL" clId="{0B671710-12AA-4A9C-8982-6D6CBD054718}" dt="2026-10-02T11:29:40.404" v="64" actId="1076"/>
          <ac:spMkLst>
            <pc:docMk/>
            <pc:sldMk cId="1199165948" sldId="274"/>
            <ac:spMk id="36" creationId="{2C1F4524-A00D-A581-71F4-E79DDA9F44DC}"/>
          </ac:spMkLst>
        </pc:spChg>
        <pc:spChg chg="add mod">
          <ac:chgData name="Henry Valdemar Vest" userId="f5b1f0ec-4051-405f-83b3-0c678f78df49" providerId="ADAL" clId="{0B671710-12AA-4A9C-8982-6D6CBD054718}" dt="2026-10-02T11:30:29.905" v="78" actId="20577"/>
          <ac:spMkLst>
            <pc:docMk/>
            <pc:sldMk cId="1199165948" sldId="274"/>
            <ac:spMk id="38" creationId="{ADEC9880-190E-58D2-6071-65674967DAE7}"/>
          </ac:spMkLst>
        </pc:spChg>
      </pc:sldChg>
      <pc:sldChg chg="addSp modSp mod setBg setClrOvrMap">
        <pc:chgData name="Henry Valdemar Vest" userId="f5b1f0ec-4051-405f-83b3-0c678f78df49" providerId="ADAL" clId="{0B671710-12AA-4A9C-8982-6D6CBD054718}" dt="2026-10-05T06:36:45.085" v="564" actId="26606"/>
        <pc:sldMkLst>
          <pc:docMk/>
          <pc:sldMk cId="173142125" sldId="276"/>
        </pc:sldMkLst>
        <pc:spChg chg="mod">
          <ac:chgData name="Henry Valdemar Vest" userId="f5b1f0ec-4051-405f-83b3-0c678f78df49" providerId="ADAL" clId="{0B671710-12AA-4A9C-8982-6D6CBD054718}" dt="2026-10-05T06:36:45.085" v="564" actId="26606"/>
          <ac:spMkLst>
            <pc:docMk/>
            <pc:sldMk cId="173142125" sldId="276"/>
            <ac:spMk id="2" creationId="{5D987B6D-322B-49E5-B5CF-164F8D1FA767}"/>
          </ac:spMkLst>
        </pc:spChg>
        <pc:spChg chg="mod">
          <ac:chgData name="Henry Valdemar Vest" userId="f5b1f0ec-4051-405f-83b3-0c678f78df49" providerId="ADAL" clId="{0B671710-12AA-4A9C-8982-6D6CBD054718}" dt="2026-10-05T06:36:45.085" v="564" actId="26606"/>
          <ac:spMkLst>
            <pc:docMk/>
            <pc:sldMk cId="173142125" sldId="276"/>
            <ac:spMk id="3" creationId="{3B96C28F-BE66-4106-B237-ADD3979531D7}"/>
          </ac:spMkLst>
        </pc:spChg>
        <pc:spChg chg="mod">
          <ac:chgData name="Henry Valdemar Vest" userId="f5b1f0ec-4051-405f-83b3-0c678f78df49" providerId="ADAL" clId="{0B671710-12AA-4A9C-8982-6D6CBD054718}" dt="2026-10-05T06:36:45.085" v="564" actId="26606"/>
          <ac:spMkLst>
            <pc:docMk/>
            <pc:sldMk cId="173142125" sldId="276"/>
            <ac:spMk id="4" creationId="{9685EFE0-1754-4657-B2EB-3B4C3F442DAF}"/>
          </ac:spMkLst>
        </pc:spChg>
        <pc:spChg chg="add">
          <ac:chgData name="Henry Valdemar Vest" userId="f5b1f0ec-4051-405f-83b3-0c678f78df49" providerId="ADAL" clId="{0B671710-12AA-4A9C-8982-6D6CBD054718}" dt="2026-10-05T06:36:45.085" v="564" actId="26606"/>
          <ac:spMkLst>
            <pc:docMk/>
            <pc:sldMk cId="173142125" sldId="276"/>
            <ac:spMk id="9" creationId="{A65AC7D1-EAA9-48F5-B509-60A7F50BF703}"/>
          </ac:spMkLst>
        </pc:spChg>
        <pc:spChg chg="add">
          <ac:chgData name="Henry Valdemar Vest" userId="f5b1f0ec-4051-405f-83b3-0c678f78df49" providerId="ADAL" clId="{0B671710-12AA-4A9C-8982-6D6CBD054718}" dt="2026-10-05T06:36:45.085" v="564" actId="26606"/>
          <ac:spMkLst>
            <pc:docMk/>
            <pc:sldMk cId="173142125" sldId="276"/>
            <ac:spMk id="11" creationId="{D6320AF9-619A-4175-865B-5663E1AEF4C5}"/>
          </ac:spMkLst>
        </pc:spChg>
        <pc:spChg chg="add">
          <ac:chgData name="Henry Valdemar Vest" userId="f5b1f0ec-4051-405f-83b3-0c678f78df49" providerId="ADAL" clId="{0B671710-12AA-4A9C-8982-6D6CBD054718}" dt="2026-10-05T06:36:45.085" v="564" actId="26606"/>
          <ac:spMkLst>
            <pc:docMk/>
            <pc:sldMk cId="173142125" sldId="276"/>
            <ac:spMk id="17" creationId="{7E018740-5C2B-4A41-AC1A-7E68D1EC1954}"/>
          </ac:spMkLst>
        </pc:spChg>
        <pc:spChg chg="add">
          <ac:chgData name="Henry Valdemar Vest" userId="f5b1f0ec-4051-405f-83b3-0c678f78df49" providerId="ADAL" clId="{0B671710-12AA-4A9C-8982-6D6CBD054718}" dt="2026-10-05T06:36:45.085" v="564" actId="26606"/>
          <ac:spMkLst>
            <pc:docMk/>
            <pc:sldMk cId="173142125" sldId="276"/>
            <ac:spMk id="19" creationId="{166F75A4-C475-4941-8EE2-B80A06A2C1BB}"/>
          </ac:spMkLst>
        </pc:spChg>
        <pc:spChg chg="add">
          <ac:chgData name="Henry Valdemar Vest" userId="f5b1f0ec-4051-405f-83b3-0c678f78df49" providerId="ADAL" clId="{0B671710-12AA-4A9C-8982-6D6CBD054718}" dt="2026-10-05T06:36:45.085" v="564" actId="26606"/>
          <ac:spMkLst>
            <pc:docMk/>
            <pc:sldMk cId="173142125" sldId="276"/>
            <ac:spMk id="21" creationId="{A032553A-72E8-4B0D-8405-FF9771C9AF05}"/>
          </ac:spMkLst>
        </pc:spChg>
        <pc:spChg chg="add">
          <ac:chgData name="Henry Valdemar Vest" userId="f5b1f0ec-4051-405f-83b3-0c678f78df49" providerId="ADAL" clId="{0B671710-12AA-4A9C-8982-6D6CBD054718}" dt="2026-10-05T06:36:45.085" v="564" actId="26606"/>
          <ac:spMkLst>
            <pc:docMk/>
            <pc:sldMk cId="173142125" sldId="276"/>
            <ac:spMk id="25" creationId="{1F9D6ACB-2FF4-49F9-978A-E0D5327FC635}"/>
          </ac:spMkLst>
        </pc:spChg>
        <pc:spChg chg="add">
          <ac:chgData name="Henry Valdemar Vest" userId="f5b1f0ec-4051-405f-83b3-0c678f78df49" providerId="ADAL" clId="{0B671710-12AA-4A9C-8982-6D6CBD054718}" dt="2026-10-05T06:36:45.085" v="564" actId="26606"/>
          <ac:spMkLst>
            <pc:docMk/>
            <pc:sldMk cId="173142125" sldId="276"/>
            <ac:spMk id="27" creationId="{142BFA2A-77A0-4F60-A32A-685681C84889}"/>
          </ac:spMkLst>
        </pc:spChg>
      </pc:sldChg>
      <pc:sldChg chg="ord">
        <pc:chgData name="Henry Valdemar Vest" userId="f5b1f0ec-4051-405f-83b3-0c678f78df49" providerId="ADAL" clId="{0B671710-12AA-4A9C-8982-6D6CBD054718}" dt="2026-10-05T06:13:45.103" v="480"/>
        <pc:sldMkLst>
          <pc:docMk/>
          <pc:sldMk cId="525934585" sldId="277"/>
        </pc:sldMkLst>
      </pc:sldChg>
      <pc:sldChg chg="addSp modSp mod">
        <pc:chgData name="Henry Valdemar Vest" userId="f5b1f0ec-4051-405f-83b3-0c678f78df49" providerId="ADAL" clId="{0B671710-12AA-4A9C-8982-6D6CBD054718}" dt="2026-10-05T06:39:16.821" v="620" actId="13822"/>
        <pc:sldMkLst>
          <pc:docMk/>
          <pc:sldMk cId="3544700484" sldId="291"/>
        </pc:sldMkLst>
        <pc:spChg chg="add mod">
          <ac:chgData name="Henry Valdemar Vest" userId="f5b1f0ec-4051-405f-83b3-0c678f78df49" providerId="ADAL" clId="{0B671710-12AA-4A9C-8982-6D6CBD054718}" dt="2026-10-05T06:38:58.524" v="618" actId="1076"/>
          <ac:spMkLst>
            <pc:docMk/>
            <pc:sldMk cId="3544700484" sldId="291"/>
            <ac:spMk id="3" creationId="{77F083C7-FB40-8D07-772D-0C83C58972D6}"/>
          </ac:spMkLst>
        </pc:spChg>
        <pc:cxnChg chg="add mod">
          <ac:chgData name="Henry Valdemar Vest" userId="f5b1f0ec-4051-405f-83b3-0c678f78df49" providerId="ADAL" clId="{0B671710-12AA-4A9C-8982-6D6CBD054718}" dt="2026-10-05T06:39:16.821" v="620" actId="13822"/>
          <ac:cxnSpMkLst>
            <pc:docMk/>
            <pc:sldMk cId="3544700484" sldId="291"/>
            <ac:cxnSpMk id="8" creationId="{094012EA-7CCF-747C-8091-4201F41ABD54}"/>
          </ac:cxnSpMkLst>
        </pc:cxnChg>
      </pc:sldChg>
      <pc:sldChg chg="addSp modSp mod">
        <pc:chgData name="Henry Valdemar Vest" userId="f5b1f0ec-4051-405f-83b3-0c678f78df49" providerId="ADAL" clId="{0B671710-12AA-4A9C-8982-6D6CBD054718}" dt="2026-10-02T11:32:33.924" v="81" actId="1076"/>
        <pc:sldMkLst>
          <pc:docMk/>
          <pc:sldMk cId="205714971" sldId="292"/>
        </pc:sldMkLst>
        <pc:spChg chg="add">
          <ac:chgData name="Henry Valdemar Vest" userId="f5b1f0ec-4051-405f-83b3-0c678f78df49" providerId="ADAL" clId="{0B671710-12AA-4A9C-8982-6D6CBD054718}" dt="2026-10-02T11:32:27.882" v="80" actId="22"/>
          <ac:spMkLst>
            <pc:docMk/>
            <pc:sldMk cId="205714971" sldId="292"/>
            <ac:spMk id="5" creationId="{1B1D0133-03AA-9437-BDD0-FEE2F495AEDC}"/>
          </ac:spMkLst>
        </pc:spChg>
        <pc:spChg chg="add mod">
          <ac:chgData name="Henry Valdemar Vest" userId="f5b1f0ec-4051-405f-83b3-0c678f78df49" providerId="ADAL" clId="{0B671710-12AA-4A9C-8982-6D6CBD054718}" dt="2026-10-02T11:32:33.924" v="81" actId="1076"/>
          <ac:spMkLst>
            <pc:docMk/>
            <pc:sldMk cId="205714971" sldId="292"/>
            <ac:spMk id="8" creationId="{113844CE-6F2C-D6EE-D6A0-F5F69429D45D}"/>
          </ac:spMkLst>
        </pc:spChg>
        <pc:spChg chg="add mod">
          <ac:chgData name="Henry Valdemar Vest" userId="f5b1f0ec-4051-405f-83b3-0c678f78df49" providerId="ADAL" clId="{0B671710-12AA-4A9C-8982-6D6CBD054718}" dt="2026-10-02T11:32:33.924" v="81" actId="1076"/>
          <ac:spMkLst>
            <pc:docMk/>
            <pc:sldMk cId="205714971" sldId="292"/>
            <ac:spMk id="12" creationId="{60B97F10-3983-AD3D-706B-E99B031AC036}"/>
          </ac:spMkLst>
        </pc:spChg>
        <pc:spChg chg="add">
          <ac:chgData name="Henry Valdemar Vest" userId="f5b1f0ec-4051-405f-83b3-0c678f78df49" providerId="ADAL" clId="{0B671710-12AA-4A9C-8982-6D6CBD054718}" dt="2026-10-02T11:32:27.882" v="80" actId="22"/>
          <ac:spMkLst>
            <pc:docMk/>
            <pc:sldMk cId="205714971" sldId="292"/>
            <ac:spMk id="14" creationId="{CC7EBB92-3355-9EA9-EF28-AF35FB71B947}"/>
          </ac:spMkLst>
        </pc:spChg>
        <pc:spChg chg="add mod">
          <ac:chgData name="Henry Valdemar Vest" userId="f5b1f0ec-4051-405f-83b3-0c678f78df49" providerId="ADAL" clId="{0B671710-12AA-4A9C-8982-6D6CBD054718}" dt="2026-10-02T11:32:33.924" v="81" actId="1076"/>
          <ac:spMkLst>
            <pc:docMk/>
            <pc:sldMk cId="205714971" sldId="292"/>
            <ac:spMk id="16" creationId="{C670482B-B2ED-68AF-4DDD-EE0AE3A94A3A}"/>
          </ac:spMkLst>
        </pc:spChg>
        <pc:spChg chg="add mod">
          <ac:chgData name="Henry Valdemar Vest" userId="f5b1f0ec-4051-405f-83b3-0c678f78df49" providerId="ADAL" clId="{0B671710-12AA-4A9C-8982-6D6CBD054718}" dt="2026-10-02T11:32:33.924" v="81" actId="1076"/>
          <ac:spMkLst>
            <pc:docMk/>
            <pc:sldMk cId="205714971" sldId="292"/>
            <ac:spMk id="18" creationId="{EE3C90DC-A298-138F-2925-95AE1D64CB3A}"/>
          </ac:spMkLst>
        </pc:spChg>
        <pc:spChg chg="add mod">
          <ac:chgData name="Henry Valdemar Vest" userId="f5b1f0ec-4051-405f-83b3-0c678f78df49" providerId="ADAL" clId="{0B671710-12AA-4A9C-8982-6D6CBD054718}" dt="2026-10-02T11:32:33.924" v="81" actId="1076"/>
          <ac:spMkLst>
            <pc:docMk/>
            <pc:sldMk cId="205714971" sldId="292"/>
            <ac:spMk id="20" creationId="{A9E2E16C-06A1-0FDD-218F-CF87326DCDCC}"/>
          </ac:spMkLst>
        </pc:spChg>
        <pc:spChg chg="add mod">
          <ac:chgData name="Henry Valdemar Vest" userId="f5b1f0ec-4051-405f-83b3-0c678f78df49" providerId="ADAL" clId="{0B671710-12AA-4A9C-8982-6D6CBD054718}" dt="2026-10-02T11:32:33.924" v="81" actId="1076"/>
          <ac:spMkLst>
            <pc:docMk/>
            <pc:sldMk cId="205714971" sldId="292"/>
            <ac:spMk id="22" creationId="{D8D38456-BA2A-5F79-07BB-E84D34F5B922}"/>
          </ac:spMkLst>
        </pc:spChg>
        <pc:spChg chg="mod">
          <ac:chgData name="Henry Valdemar Vest" userId="f5b1f0ec-4051-405f-83b3-0c678f78df49" providerId="ADAL" clId="{0B671710-12AA-4A9C-8982-6D6CBD054718}" dt="2026-10-02T11:32:33.924" v="81" actId="1076"/>
          <ac:spMkLst>
            <pc:docMk/>
            <pc:sldMk cId="205714971" sldId="292"/>
            <ac:spMk id="24" creationId="{F088E11C-71D4-A43F-4DCF-65EF0CBC229C}"/>
          </ac:spMkLst>
        </pc:spChg>
        <pc:spChg chg="mod">
          <ac:chgData name="Henry Valdemar Vest" userId="f5b1f0ec-4051-405f-83b3-0c678f78df49" providerId="ADAL" clId="{0B671710-12AA-4A9C-8982-6D6CBD054718}" dt="2026-10-02T11:32:33.924" v="81" actId="1076"/>
          <ac:spMkLst>
            <pc:docMk/>
            <pc:sldMk cId="205714971" sldId="292"/>
            <ac:spMk id="28" creationId="{BE9C8126-4DC7-B438-ECAB-E62EF07F8DBC}"/>
          </ac:spMkLst>
        </pc:spChg>
        <pc:spChg chg="add">
          <ac:chgData name="Henry Valdemar Vest" userId="f5b1f0ec-4051-405f-83b3-0c678f78df49" providerId="ADAL" clId="{0B671710-12AA-4A9C-8982-6D6CBD054718}" dt="2026-10-02T11:32:27.882" v="80" actId="22"/>
          <ac:spMkLst>
            <pc:docMk/>
            <pc:sldMk cId="205714971" sldId="292"/>
            <ac:spMk id="30" creationId="{C0E891B5-0128-C060-7F0A-AB6C424E59CF}"/>
          </ac:spMkLst>
        </pc:spChg>
        <pc:spChg chg="mod">
          <ac:chgData name="Henry Valdemar Vest" userId="f5b1f0ec-4051-405f-83b3-0c678f78df49" providerId="ADAL" clId="{0B671710-12AA-4A9C-8982-6D6CBD054718}" dt="2026-10-02T11:32:33.924" v="81" actId="1076"/>
          <ac:spMkLst>
            <pc:docMk/>
            <pc:sldMk cId="205714971" sldId="292"/>
            <ac:spMk id="32" creationId="{C0B5BF6B-8719-0DC7-6AC1-83B5D5CF5152}"/>
          </ac:spMkLst>
        </pc:spChg>
        <pc:spChg chg="add mod">
          <ac:chgData name="Henry Valdemar Vest" userId="f5b1f0ec-4051-405f-83b3-0c678f78df49" providerId="ADAL" clId="{0B671710-12AA-4A9C-8982-6D6CBD054718}" dt="2026-10-02T11:32:33.924" v="81" actId="1076"/>
          <ac:spMkLst>
            <pc:docMk/>
            <pc:sldMk cId="205714971" sldId="292"/>
            <ac:spMk id="36" creationId="{F69EE602-D913-358C-A798-D8C456CC4CD1}"/>
          </ac:spMkLst>
        </pc:spChg>
        <pc:picChg chg="mod">
          <ac:chgData name="Henry Valdemar Vest" userId="f5b1f0ec-4051-405f-83b3-0c678f78df49" providerId="ADAL" clId="{0B671710-12AA-4A9C-8982-6D6CBD054718}" dt="2026-10-02T11:32:26.036" v="79" actId="1076"/>
          <ac:picMkLst>
            <pc:docMk/>
            <pc:sldMk cId="205714971" sldId="292"/>
            <ac:picMk id="6" creationId="{90FE9338-BBCC-4F65-BB68-E38A95B822E8}"/>
          </ac:picMkLst>
        </pc:picChg>
      </pc:sldChg>
      <pc:sldChg chg="addSp delSp modSp mod">
        <pc:chgData name="Henry Valdemar Vest" userId="f5b1f0ec-4051-405f-83b3-0c678f78df49" providerId="ADAL" clId="{0B671710-12AA-4A9C-8982-6D6CBD054718}" dt="2026-10-05T06:40:36.739" v="643" actId="26606"/>
        <pc:sldMkLst>
          <pc:docMk/>
          <pc:sldMk cId="4224547077" sldId="293"/>
        </pc:sldMkLst>
        <pc:spChg chg="mod">
          <ac:chgData name="Henry Valdemar Vest" userId="f5b1f0ec-4051-405f-83b3-0c678f78df49" providerId="ADAL" clId="{0B671710-12AA-4A9C-8982-6D6CBD054718}" dt="2026-10-05T06:40:07.098" v="641" actId="26606"/>
          <ac:spMkLst>
            <pc:docMk/>
            <pc:sldMk cId="4224547077" sldId="293"/>
            <ac:spMk id="2" creationId="{35B552C4-8F3F-4FB5-A6CE-9DD7D6DFDC4E}"/>
          </ac:spMkLst>
        </pc:spChg>
        <pc:spChg chg="del mod ord">
          <ac:chgData name="Henry Valdemar Vest" userId="f5b1f0ec-4051-405f-83b3-0c678f78df49" providerId="ADAL" clId="{0B671710-12AA-4A9C-8982-6D6CBD054718}" dt="2026-10-05T06:40:36.739" v="643" actId="26606"/>
          <ac:spMkLst>
            <pc:docMk/>
            <pc:sldMk cId="4224547077" sldId="293"/>
            <ac:spMk id="3" creationId="{F032A0F7-0654-4658-AF02-AE041CFA2322}"/>
          </ac:spMkLst>
        </pc:spChg>
        <pc:spChg chg="mod">
          <ac:chgData name="Henry Valdemar Vest" userId="f5b1f0ec-4051-405f-83b3-0c678f78df49" providerId="ADAL" clId="{0B671710-12AA-4A9C-8982-6D6CBD054718}" dt="2026-10-05T06:40:07.098" v="641" actId="26606"/>
          <ac:spMkLst>
            <pc:docMk/>
            <pc:sldMk cId="4224547077" sldId="293"/>
            <ac:spMk id="4" creationId="{494C399E-6E2A-4CCC-9D5D-837E2CBE8E41}"/>
          </ac:spMkLst>
        </pc:spChg>
        <pc:spChg chg="del">
          <ac:chgData name="Henry Valdemar Vest" userId="f5b1f0ec-4051-405f-83b3-0c678f78df49" providerId="ADAL" clId="{0B671710-12AA-4A9C-8982-6D6CBD054718}" dt="2026-10-05T06:40:07.098" v="641" actId="26606"/>
          <ac:spMkLst>
            <pc:docMk/>
            <pc:sldMk cId="4224547077" sldId="293"/>
            <ac:spMk id="23" creationId="{5A7802B6-FF37-40CF-A7E2-6F2A0D9A91EF}"/>
          </ac:spMkLst>
        </pc:spChg>
        <pc:grpChg chg="del">
          <ac:chgData name="Henry Valdemar Vest" userId="f5b1f0ec-4051-405f-83b3-0c678f78df49" providerId="ADAL" clId="{0B671710-12AA-4A9C-8982-6D6CBD054718}" dt="2026-10-05T06:40:07.098" v="641" actId="26606"/>
          <ac:grpSpMkLst>
            <pc:docMk/>
            <pc:sldMk cId="4224547077" sldId="293"/>
            <ac:grpSpMk id="11" creationId="{B4DE830A-B531-4A3B-96F6-0ECE88B08555}"/>
          </ac:grpSpMkLst>
        </pc:grpChg>
        <pc:graphicFrameChg chg="add">
          <ac:chgData name="Henry Valdemar Vest" userId="f5b1f0ec-4051-405f-83b3-0c678f78df49" providerId="ADAL" clId="{0B671710-12AA-4A9C-8982-6D6CBD054718}" dt="2026-10-05T06:40:36.739" v="643" actId="26606"/>
          <ac:graphicFrameMkLst>
            <pc:docMk/>
            <pc:sldMk cId="4224547077" sldId="293"/>
            <ac:graphicFrameMk id="10" creationId="{9D24E558-8BBD-D016-D52F-C152839DCEC1}"/>
          </ac:graphicFrameMkLst>
        </pc:graphicFrameChg>
        <pc:picChg chg="mod">
          <ac:chgData name="Henry Valdemar Vest" userId="f5b1f0ec-4051-405f-83b3-0c678f78df49" providerId="ADAL" clId="{0B671710-12AA-4A9C-8982-6D6CBD054718}" dt="2026-10-05T06:40:07.098" v="641" actId="26606"/>
          <ac:picMkLst>
            <pc:docMk/>
            <pc:sldMk cId="4224547077" sldId="293"/>
            <ac:picMk id="8" creationId="{26EAB515-C7E5-4811-B90C-B5E6464D5D05}"/>
          </ac:picMkLst>
        </pc:picChg>
      </pc:sldChg>
      <pc:sldChg chg="modSp mod">
        <pc:chgData name="Henry Valdemar Vest" userId="f5b1f0ec-4051-405f-83b3-0c678f78df49" providerId="ADAL" clId="{0B671710-12AA-4A9C-8982-6D6CBD054718}" dt="2026-10-05T06:42:04.393" v="659" actId="20577"/>
        <pc:sldMkLst>
          <pc:docMk/>
          <pc:sldMk cId="2361471094" sldId="294"/>
        </pc:sldMkLst>
        <pc:spChg chg="mod">
          <ac:chgData name="Henry Valdemar Vest" userId="f5b1f0ec-4051-405f-83b3-0c678f78df49" providerId="ADAL" clId="{0B671710-12AA-4A9C-8982-6D6CBD054718}" dt="2026-10-05T06:42:04.393" v="659" actId="20577"/>
          <ac:spMkLst>
            <pc:docMk/>
            <pc:sldMk cId="2361471094" sldId="294"/>
            <ac:spMk id="3" creationId="{94DA8029-6788-4DAE-8558-A5A1E315E84C}"/>
          </ac:spMkLst>
        </pc:spChg>
      </pc:sldChg>
      <pc:sldChg chg="modSp mod">
        <pc:chgData name="Henry Valdemar Vest" userId="f5b1f0ec-4051-405f-83b3-0c678f78df49" providerId="ADAL" clId="{0B671710-12AA-4A9C-8982-6D6CBD054718}" dt="2026-10-05T06:42:38.456" v="663" actId="20577"/>
        <pc:sldMkLst>
          <pc:docMk/>
          <pc:sldMk cId="2793993439" sldId="295"/>
        </pc:sldMkLst>
        <pc:spChg chg="mod">
          <ac:chgData name="Henry Valdemar Vest" userId="f5b1f0ec-4051-405f-83b3-0c678f78df49" providerId="ADAL" clId="{0B671710-12AA-4A9C-8982-6D6CBD054718}" dt="2026-10-05T06:42:38.456" v="663" actId="20577"/>
          <ac:spMkLst>
            <pc:docMk/>
            <pc:sldMk cId="2793993439" sldId="295"/>
            <ac:spMk id="3" creationId="{1CE2108C-8140-4A06-99FF-F835220372A6}"/>
          </ac:spMkLst>
        </pc:spChg>
      </pc:sldChg>
      <pc:sldChg chg="addSp modSp mod setBg">
        <pc:chgData name="Henry Valdemar Vest" userId="f5b1f0ec-4051-405f-83b3-0c678f78df49" providerId="ADAL" clId="{0B671710-12AA-4A9C-8982-6D6CBD054718}" dt="2026-10-05T06:34:32.812" v="563" actId="26606"/>
        <pc:sldMkLst>
          <pc:docMk/>
          <pc:sldMk cId="2443010636" sldId="297"/>
        </pc:sldMkLst>
        <pc:spChg chg="mod">
          <ac:chgData name="Henry Valdemar Vest" userId="f5b1f0ec-4051-405f-83b3-0c678f78df49" providerId="ADAL" clId="{0B671710-12AA-4A9C-8982-6D6CBD054718}" dt="2026-10-05T06:34:32.812" v="563" actId="26606"/>
          <ac:spMkLst>
            <pc:docMk/>
            <pc:sldMk cId="2443010636" sldId="297"/>
            <ac:spMk id="2" creationId="{A4EB1FAE-8BA3-6CF2-0125-8386F64231C0}"/>
          </ac:spMkLst>
        </pc:spChg>
        <pc:spChg chg="mod">
          <ac:chgData name="Henry Valdemar Vest" userId="f5b1f0ec-4051-405f-83b3-0c678f78df49" providerId="ADAL" clId="{0B671710-12AA-4A9C-8982-6D6CBD054718}" dt="2026-10-05T06:34:32.812" v="563" actId="26606"/>
          <ac:spMkLst>
            <pc:docMk/>
            <pc:sldMk cId="2443010636" sldId="297"/>
            <ac:spMk id="3" creationId="{1679D042-032C-1284-1D07-7E598B16C2C8}"/>
          </ac:spMkLst>
        </pc:spChg>
        <pc:spChg chg="mod">
          <ac:chgData name="Henry Valdemar Vest" userId="f5b1f0ec-4051-405f-83b3-0c678f78df49" providerId="ADAL" clId="{0B671710-12AA-4A9C-8982-6D6CBD054718}" dt="2026-10-05T06:34:32.812" v="563" actId="26606"/>
          <ac:spMkLst>
            <pc:docMk/>
            <pc:sldMk cId="2443010636" sldId="297"/>
            <ac:spMk id="4" creationId="{3956B7BB-5055-10DB-191E-50D4B7493589}"/>
          </ac:spMkLst>
        </pc:spChg>
        <pc:spChg chg="add">
          <ac:chgData name="Henry Valdemar Vest" userId="f5b1f0ec-4051-405f-83b3-0c678f78df49" providerId="ADAL" clId="{0B671710-12AA-4A9C-8982-6D6CBD054718}" dt="2026-10-05T06:34:32.812" v="563" actId="26606"/>
          <ac:spMkLst>
            <pc:docMk/>
            <pc:sldMk cId="2443010636" sldId="297"/>
            <ac:spMk id="14" creationId="{3F088236-D655-4F88-B238-E16762358025}"/>
          </ac:spMkLst>
        </pc:spChg>
        <pc:spChg chg="add">
          <ac:chgData name="Henry Valdemar Vest" userId="f5b1f0ec-4051-405f-83b3-0c678f78df49" providerId="ADAL" clId="{0B671710-12AA-4A9C-8982-6D6CBD054718}" dt="2026-10-05T06:34:32.812" v="563" actId="26606"/>
          <ac:spMkLst>
            <pc:docMk/>
            <pc:sldMk cId="2443010636" sldId="297"/>
            <ac:spMk id="16" creationId="{3DAC0C92-199E-475C-9390-119A9B027276}"/>
          </ac:spMkLst>
        </pc:spChg>
        <pc:spChg chg="add">
          <ac:chgData name="Henry Valdemar Vest" userId="f5b1f0ec-4051-405f-83b3-0c678f78df49" providerId="ADAL" clId="{0B671710-12AA-4A9C-8982-6D6CBD054718}" dt="2026-10-05T06:34:32.812" v="563" actId="26606"/>
          <ac:spMkLst>
            <pc:docMk/>
            <pc:sldMk cId="2443010636" sldId="297"/>
            <ac:spMk id="18" creationId="{C4CFB339-0ED8-4FE2-9EF1-6D1375B8499B}"/>
          </ac:spMkLst>
        </pc:spChg>
        <pc:spChg chg="add">
          <ac:chgData name="Henry Valdemar Vest" userId="f5b1f0ec-4051-405f-83b3-0c678f78df49" providerId="ADAL" clId="{0B671710-12AA-4A9C-8982-6D6CBD054718}" dt="2026-10-05T06:34:32.812" v="563" actId="26606"/>
          <ac:spMkLst>
            <pc:docMk/>
            <pc:sldMk cId="2443010636" sldId="297"/>
            <ac:spMk id="20" creationId="{31896C80-2069-4431-9C19-83B913734490}"/>
          </ac:spMkLst>
        </pc:spChg>
        <pc:spChg chg="add">
          <ac:chgData name="Henry Valdemar Vest" userId="f5b1f0ec-4051-405f-83b3-0c678f78df49" providerId="ADAL" clId="{0B671710-12AA-4A9C-8982-6D6CBD054718}" dt="2026-10-05T06:34:32.812" v="563" actId="26606"/>
          <ac:spMkLst>
            <pc:docMk/>
            <pc:sldMk cId="2443010636" sldId="297"/>
            <ac:spMk id="22" creationId="{BF120A21-0841-4823-B0C4-28AEBCEF9B78}"/>
          </ac:spMkLst>
        </pc:spChg>
        <pc:spChg chg="add">
          <ac:chgData name="Henry Valdemar Vest" userId="f5b1f0ec-4051-405f-83b3-0c678f78df49" providerId="ADAL" clId="{0B671710-12AA-4A9C-8982-6D6CBD054718}" dt="2026-10-05T06:34:32.812" v="563" actId="26606"/>
          <ac:spMkLst>
            <pc:docMk/>
            <pc:sldMk cId="2443010636" sldId="297"/>
            <ac:spMk id="24" creationId="{DBB05BAE-BBD3-4289-899F-A6851503C6B0}"/>
          </ac:spMkLst>
        </pc:spChg>
        <pc:spChg chg="add">
          <ac:chgData name="Henry Valdemar Vest" userId="f5b1f0ec-4051-405f-83b3-0c678f78df49" providerId="ADAL" clId="{0B671710-12AA-4A9C-8982-6D6CBD054718}" dt="2026-10-05T06:34:32.812" v="563" actId="26606"/>
          <ac:spMkLst>
            <pc:docMk/>
            <pc:sldMk cId="2443010636" sldId="297"/>
            <ac:spMk id="26" creationId="{9874D11C-36F5-4BBE-A490-019A54E953B0}"/>
          </ac:spMkLst>
        </pc:spChg>
      </pc:sldChg>
      <pc:sldChg chg="modSp mod">
        <pc:chgData name="Henry Valdemar Vest" userId="f5b1f0ec-4051-405f-83b3-0c678f78df49" providerId="ADAL" clId="{0B671710-12AA-4A9C-8982-6D6CBD054718}" dt="2026-10-05T06:46:36.337" v="684" actId="20577"/>
        <pc:sldMkLst>
          <pc:docMk/>
          <pc:sldMk cId="3709666881" sldId="298"/>
        </pc:sldMkLst>
        <pc:graphicFrameChg chg="mod modGraphic">
          <ac:chgData name="Henry Valdemar Vest" userId="f5b1f0ec-4051-405f-83b3-0c678f78df49" providerId="ADAL" clId="{0B671710-12AA-4A9C-8982-6D6CBD054718}" dt="2026-10-05T06:46:36.337" v="684" actId="20577"/>
          <ac:graphicFrameMkLst>
            <pc:docMk/>
            <pc:sldMk cId="3709666881" sldId="298"/>
            <ac:graphicFrameMk id="6" creationId="{6415A623-674D-9E5D-D0D0-9849AC2ECDAE}"/>
          </ac:graphicFrameMkLst>
        </pc:graphicFrameChg>
      </pc:sldChg>
      <pc:sldChg chg="modSp new mod">
        <pc:chgData name="Henry Valdemar Vest" userId="f5b1f0ec-4051-405f-83b3-0c678f78df49" providerId="ADAL" clId="{0B671710-12AA-4A9C-8982-6D6CBD054718}" dt="2026-10-02T11:36:03.462" v="374" actId="5793"/>
        <pc:sldMkLst>
          <pc:docMk/>
          <pc:sldMk cId="2611606810" sldId="299"/>
        </pc:sldMkLst>
        <pc:spChg chg="mod">
          <ac:chgData name="Henry Valdemar Vest" userId="f5b1f0ec-4051-405f-83b3-0c678f78df49" providerId="ADAL" clId="{0B671710-12AA-4A9C-8982-6D6CBD054718}" dt="2026-10-02T11:34:08.484" v="90" actId="20577"/>
          <ac:spMkLst>
            <pc:docMk/>
            <pc:sldMk cId="2611606810" sldId="299"/>
            <ac:spMk id="2" creationId="{19FAD8AA-77D9-0D6F-7A30-FB5656D6E0B5}"/>
          </ac:spMkLst>
        </pc:spChg>
        <pc:spChg chg="mod">
          <ac:chgData name="Henry Valdemar Vest" userId="f5b1f0ec-4051-405f-83b3-0c678f78df49" providerId="ADAL" clId="{0B671710-12AA-4A9C-8982-6D6CBD054718}" dt="2026-10-02T11:36:03.462" v="374" actId="5793"/>
          <ac:spMkLst>
            <pc:docMk/>
            <pc:sldMk cId="2611606810" sldId="299"/>
            <ac:spMk id="3" creationId="{50F3E904-0A4E-4430-FA06-592A3E9F949B}"/>
          </ac:spMkLst>
        </pc:spChg>
      </pc:sldChg>
      <pc:sldChg chg="modSp new mod">
        <pc:chgData name="Henry Valdemar Vest" userId="f5b1f0ec-4051-405f-83b3-0c678f78df49" providerId="ADAL" clId="{0B671710-12AA-4A9C-8982-6D6CBD054718}" dt="2026-10-02T11:36:47.155" v="476" actId="20577"/>
        <pc:sldMkLst>
          <pc:docMk/>
          <pc:sldMk cId="1022820922" sldId="300"/>
        </pc:sldMkLst>
        <pc:spChg chg="mod">
          <ac:chgData name="Henry Valdemar Vest" userId="f5b1f0ec-4051-405f-83b3-0c678f78df49" providerId="ADAL" clId="{0B671710-12AA-4A9C-8982-6D6CBD054718}" dt="2026-10-02T11:36:10.018" v="383" actId="20577"/>
          <ac:spMkLst>
            <pc:docMk/>
            <pc:sldMk cId="1022820922" sldId="300"/>
            <ac:spMk id="2" creationId="{EDE6488C-26BC-90D2-53B0-B05FB0CCF290}"/>
          </ac:spMkLst>
        </pc:spChg>
        <pc:spChg chg="mod">
          <ac:chgData name="Henry Valdemar Vest" userId="f5b1f0ec-4051-405f-83b3-0c678f78df49" providerId="ADAL" clId="{0B671710-12AA-4A9C-8982-6D6CBD054718}" dt="2026-10-02T11:36:47.155" v="476" actId="20577"/>
          <ac:spMkLst>
            <pc:docMk/>
            <pc:sldMk cId="1022820922" sldId="300"/>
            <ac:spMk id="3" creationId="{A8CCD4F7-7F7A-3B66-3145-8C9587C359C2}"/>
          </ac:spMkLst>
        </pc:spChg>
      </pc:sldChg>
      <pc:sldChg chg="addSp delSp modSp new mod setBg">
        <pc:chgData name="Henry Valdemar Vest" userId="f5b1f0ec-4051-405f-83b3-0c678f78df49" providerId="ADAL" clId="{0B671710-12AA-4A9C-8982-6D6CBD054718}" dt="2026-10-05T06:34:02.009" v="562" actId="20577"/>
        <pc:sldMkLst>
          <pc:docMk/>
          <pc:sldMk cId="3583775423" sldId="301"/>
        </pc:sldMkLst>
        <pc:spChg chg="mod">
          <ac:chgData name="Henry Valdemar Vest" userId="f5b1f0ec-4051-405f-83b3-0c678f78df49" providerId="ADAL" clId="{0B671710-12AA-4A9C-8982-6D6CBD054718}" dt="2026-10-05T06:33:57.165" v="560" actId="26606"/>
          <ac:spMkLst>
            <pc:docMk/>
            <pc:sldMk cId="3583775423" sldId="301"/>
            <ac:spMk id="2" creationId="{5957B50A-E91C-55AC-15B7-A9979065F090}"/>
          </ac:spMkLst>
        </pc:spChg>
        <pc:spChg chg="del mod">
          <ac:chgData name="Henry Valdemar Vest" userId="f5b1f0ec-4051-405f-83b3-0c678f78df49" providerId="ADAL" clId="{0B671710-12AA-4A9C-8982-6D6CBD054718}" dt="2026-10-05T06:33:57.165" v="560" actId="26606"/>
          <ac:spMkLst>
            <pc:docMk/>
            <pc:sldMk cId="3583775423" sldId="301"/>
            <ac:spMk id="3" creationId="{447B5AAE-FA8C-51A7-31E6-47D6B1E15C86}"/>
          </ac:spMkLst>
        </pc:spChg>
        <pc:spChg chg="mod">
          <ac:chgData name="Henry Valdemar Vest" userId="f5b1f0ec-4051-405f-83b3-0c678f78df49" providerId="ADAL" clId="{0B671710-12AA-4A9C-8982-6D6CBD054718}" dt="2026-10-05T06:33:57.165" v="560" actId="26606"/>
          <ac:spMkLst>
            <pc:docMk/>
            <pc:sldMk cId="3583775423" sldId="301"/>
            <ac:spMk id="4" creationId="{23B23EAF-1754-99EB-1F26-FFAACF2C324B}"/>
          </ac:spMkLst>
        </pc:spChg>
        <pc:spChg chg="add">
          <ac:chgData name="Henry Valdemar Vest" userId="f5b1f0ec-4051-405f-83b3-0c678f78df49" providerId="ADAL" clId="{0B671710-12AA-4A9C-8982-6D6CBD054718}" dt="2026-10-05T06:33:57.165" v="560" actId="26606"/>
          <ac:spMkLst>
            <pc:docMk/>
            <pc:sldMk cId="3583775423" sldId="301"/>
            <ac:spMk id="10" creationId="{9F4444CE-BC8D-4D61-B303-4C05614E62AB}"/>
          </ac:spMkLst>
        </pc:spChg>
        <pc:spChg chg="add">
          <ac:chgData name="Henry Valdemar Vest" userId="f5b1f0ec-4051-405f-83b3-0c678f78df49" providerId="ADAL" clId="{0B671710-12AA-4A9C-8982-6D6CBD054718}" dt="2026-10-05T06:33:57.165" v="560" actId="26606"/>
          <ac:spMkLst>
            <pc:docMk/>
            <pc:sldMk cId="3583775423" sldId="301"/>
            <ac:spMk id="12" creationId="{73772B81-181F-48B7-8826-4D9686D15DF5}"/>
          </ac:spMkLst>
        </pc:spChg>
        <pc:spChg chg="add">
          <ac:chgData name="Henry Valdemar Vest" userId="f5b1f0ec-4051-405f-83b3-0c678f78df49" providerId="ADAL" clId="{0B671710-12AA-4A9C-8982-6D6CBD054718}" dt="2026-10-05T06:33:57.165" v="560" actId="26606"/>
          <ac:spMkLst>
            <pc:docMk/>
            <pc:sldMk cId="3583775423" sldId="301"/>
            <ac:spMk id="14" creationId="{B2205F6E-03C6-4E92-877C-E2482F6599AA}"/>
          </ac:spMkLst>
        </pc:spChg>
        <pc:graphicFrameChg chg="add modGraphic">
          <ac:chgData name="Henry Valdemar Vest" userId="f5b1f0ec-4051-405f-83b3-0c678f78df49" providerId="ADAL" clId="{0B671710-12AA-4A9C-8982-6D6CBD054718}" dt="2026-10-05T06:34:02.009" v="562" actId="20577"/>
          <ac:graphicFrameMkLst>
            <pc:docMk/>
            <pc:sldMk cId="3583775423" sldId="301"/>
            <ac:graphicFrameMk id="6" creationId="{6B39DDF2-AFB6-8C8D-9A54-1D3B4EBD5451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image" Target="../media/image23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34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image" Target="../media/image23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22DD33-F0E3-4C9F-B216-D293D48E765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8CC96CA-EB99-40DC-B645-F58C435F91D9}">
      <dgm:prSet/>
      <dgm:spPr/>
      <dgm:t>
        <a:bodyPr/>
        <a:lstStyle/>
        <a:p>
          <a:r>
            <a:rPr lang="da-DK" dirty="0"/>
            <a:t>Opgaver: 1</a:t>
          </a:r>
          <a:endParaRPr lang="en-US" dirty="0"/>
        </a:p>
      </dgm:t>
    </dgm:pt>
    <dgm:pt modelId="{99DD7E48-56F3-4D04-86C4-ED2DAABB5E27}" type="parTrans" cxnId="{A0716CCB-DDDE-4273-9C7C-8EF56F90743F}">
      <dgm:prSet/>
      <dgm:spPr/>
      <dgm:t>
        <a:bodyPr/>
        <a:lstStyle/>
        <a:p>
          <a:endParaRPr lang="en-US"/>
        </a:p>
      </dgm:t>
    </dgm:pt>
    <dgm:pt modelId="{06836DCE-8EDB-4590-8E03-E434E4E6DBB3}" type="sibTrans" cxnId="{A0716CCB-DDDE-4273-9C7C-8EF56F90743F}">
      <dgm:prSet/>
      <dgm:spPr/>
      <dgm:t>
        <a:bodyPr/>
        <a:lstStyle/>
        <a:p>
          <a:endParaRPr lang="en-US"/>
        </a:p>
      </dgm:t>
    </dgm:pt>
    <dgm:pt modelId="{B44DA44E-47B1-426C-A612-4CB2E060A7EB}">
      <dgm:prSet/>
      <dgm:spPr/>
      <dgm:t>
        <a:bodyPr/>
        <a:lstStyle/>
        <a:p>
          <a:r>
            <a:rPr lang="da-DK"/>
            <a:t>10 min.</a:t>
          </a:r>
          <a:endParaRPr lang="en-US"/>
        </a:p>
      </dgm:t>
    </dgm:pt>
    <dgm:pt modelId="{E2E7790F-1100-4883-85A0-83D3F332D0DF}" type="parTrans" cxnId="{17D71BB8-CC09-4057-98B0-4B19A9A86961}">
      <dgm:prSet/>
      <dgm:spPr/>
      <dgm:t>
        <a:bodyPr/>
        <a:lstStyle/>
        <a:p>
          <a:endParaRPr lang="en-US"/>
        </a:p>
      </dgm:t>
    </dgm:pt>
    <dgm:pt modelId="{6C4E84B7-078A-4AF8-9717-C95D5DA94D4A}" type="sibTrans" cxnId="{17D71BB8-CC09-4057-98B0-4B19A9A86961}">
      <dgm:prSet/>
      <dgm:spPr/>
      <dgm:t>
        <a:bodyPr/>
        <a:lstStyle/>
        <a:p>
          <a:endParaRPr lang="en-US"/>
        </a:p>
      </dgm:t>
    </dgm:pt>
    <dgm:pt modelId="{2BC75088-8E27-45B5-8C00-76B572827222}" type="pres">
      <dgm:prSet presAssocID="{C822DD33-F0E3-4C9F-B216-D293D48E765F}" presName="root" presStyleCnt="0">
        <dgm:presLayoutVars>
          <dgm:dir/>
          <dgm:resizeHandles val="exact"/>
        </dgm:presLayoutVars>
      </dgm:prSet>
      <dgm:spPr/>
    </dgm:pt>
    <dgm:pt modelId="{149AA0D4-9D4C-4B13-B30C-5BFEB3775D06}" type="pres">
      <dgm:prSet presAssocID="{D8CC96CA-EB99-40DC-B645-F58C435F91D9}" presName="compNode" presStyleCnt="0"/>
      <dgm:spPr/>
    </dgm:pt>
    <dgm:pt modelId="{E74D1BA1-E488-45C7-A167-549420F5941F}" type="pres">
      <dgm:prSet presAssocID="{D8CC96CA-EB99-40DC-B645-F58C435F91D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96B610A0-8807-4AC9-8B66-22E7DDF9997D}" type="pres">
      <dgm:prSet presAssocID="{D8CC96CA-EB99-40DC-B645-F58C435F91D9}" presName="spaceRect" presStyleCnt="0"/>
      <dgm:spPr/>
    </dgm:pt>
    <dgm:pt modelId="{880B2032-F3BF-424F-84DC-00E2F90C70FE}" type="pres">
      <dgm:prSet presAssocID="{D8CC96CA-EB99-40DC-B645-F58C435F91D9}" presName="textRect" presStyleLbl="revTx" presStyleIdx="0" presStyleCnt="2">
        <dgm:presLayoutVars>
          <dgm:chMax val="1"/>
          <dgm:chPref val="1"/>
        </dgm:presLayoutVars>
      </dgm:prSet>
      <dgm:spPr/>
    </dgm:pt>
    <dgm:pt modelId="{3AA2C196-40F3-444C-8F74-DD44E4E0B74E}" type="pres">
      <dgm:prSet presAssocID="{06836DCE-8EDB-4590-8E03-E434E4E6DBB3}" presName="sibTrans" presStyleCnt="0"/>
      <dgm:spPr/>
    </dgm:pt>
    <dgm:pt modelId="{55630FDE-EACB-47F3-A4AF-E8F84BB40B3A}" type="pres">
      <dgm:prSet presAssocID="{B44DA44E-47B1-426C-A612-4CB2E060A7EB}" presName="compNode" presStyleCnt="0"/>
      <dgm:spPr/>
    </dgm:pt>
    <dgm:pt modelId="{ABBFE038-E5FD-4105-99E1-A9D9C48850FF}" type="pres">
      <dgm:prSet presAssocID="{B44DA44E-47B1-426C-A612-4CB2E060A7EB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77A07A6C-4F4C-4D63-9ADD-53F7DF333D0C}" type="pres">
      <dgm:prSet presAssocID="{B44DA44E-47B1-426C-A612-4CB2E060A7EB}" presName="spaceRect" presStyleCnt="0"/>
      <dgm:spPr/>
    </dgm:pt>
    <dgm:pt modelId="{9CD43C80-9682-41A1-84FC-111602D06075}" type="pres">
      <dgm:prSet presAssocID="{B44DA44E-47B1-426C-A612-4CB2E060A7E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9C12930-28FA-4E23-B5DC-4915E9B4DB84}" type="presOf" srcId="{C822DD33-F0E3-4C9F-B216-D293D48E765F}" destId="{2BC75088-8E27-45B5-8C00-76B572827222}" srcOrd="0" destOrd="0" presId="urn:microsoft.com/office/officeart/2018/2/layout/IconLabelList"/>
    <dgm:cxn modelId="{17D71BB8-CC09-4057-98B0-4B19A9A86961}" srcId="{C822DD33-F0E3-4C9F-B216-D293D48E765F}" destId="{B44DA44E-47B1-426C-A612-4CB2E060A7EB}" srcOrd="1" destOrd="0" parTransId="{E2E7790F-1100-4883-85A0-83D3F332D0DF}" sibTransId="{6C4E84B7-078A-4AF8-9717-C95D5DA94D4A}"/>
    <dgm:cxn modelId="{8FDBFFBA-15DE-4658-BE1C-5EDCA2E48427}" type="presOf" srcId="{B44DA44E-47B1-426C-A612-4CB2E060A7EB}" destId="{9CD43C80-9682-41A1-84FC-111602D06075}" srcOrd="0" destOrd="0" presId="urn:microsoft.com/office/officeart/2018/2/layout/IconLabelList"/>
    <dgm:cxn modelId="{A0716CCB-DDDE-4273-9C7C-8EF56F90743F}" srcId="{C822DD33-F0E3-4C9F-B216-D293D48E765F}" destId="{D8CC96CA-EB99-40DC-B645-F58C435F91D9}" srcOrd="0" destOrd="0" parTransId="{99DD7E48-56F3-4D04-86C4-ED2DAABB5E27}" sibTransId="{06836DCE-8EDB-4590-8E03-E434E4E6DBB3}"/>
    <dgm:cxn modelId="{47DB22D1-0493-46B4-B483-C079DA443F8B}" type="presOf" srcId="{D8CC96CA-EB99-40DC-B645-F58C435F91D9}" destId="{880B2032-F3BF-424F-84DC-00E2F90C70FE}" srcOrd="0" destOrd="0" presId="urn:microsoft.com/office/officeart/2018/2/layout/IconLabelList"/>
    <dgm:cxn modelId="{3FA0C127-4DED-493F-8D45-562F3695A8EC}" type="presParOf" srcId="{2BC75088-8E27-45B5-8C00-76B572827222}" destId="{149AA0D4-9D4C-4B13-B30C-5BFEB3775D06}" srcOrd="0" destOrd="0" presId="urn:microsoft.com/office/officeart/2018/2/layout/IconLabelList"/>
    <dgm:cxn modelId="{1076B6D1-6DF0-4F81-9B8B-522AB0DB8404}" type="presParOf" srcId="{149AA0D4-9D4C-4B13-B30C-5BFEB3775D06}" destId="{E74D1BA1-E488-45C7-A167-549420F5941F}" srcOrd="0" destOrd="0" presId="urn:microsoft.com/office/officeart/2018/2/layout/IconLabelList"/>
    <dgm:cxn modelId="{5DB82E10-9478-4FAB-BDBF-937C9C0EB503}" type="presParOf" srcId="{149AA0D4-9D4C-4B13-B30C-5BFEB3775D06}" destId="{96B610A0-8807-4AC9-8B66-22E7DDF9997D}" srcOrd="1" destOrd="0" presId="urn:microsoft.com/office/officeart/2018/2/layout/IconLabelList"/>
    <dgm:cxn modelId="{119E1FD2-678B-4DF8-94D4-A27ABA12D676}" type="presParOf" srcId="{149AA0D4-9D4C-4B13-B30C-5BFEB3775D06}" destId="{880B2032-F3BF-424F-84DC-00E2F90C70FE}" srcOrd="2" destOrd="0" presId="urn:microsoft.com/office/officeart/2018/2/layout/IconLabelList"/>
    <dgm:cxn modelId="{20C702A4-735D-4940-9492-5E774DD39A29}" type="presParOf" srcId="{2BC75088-8E27-45B5-8C00-76B572827222}" destId="{3AA2C196-40F3-444C-8F74-DD44E4E0B74E}" srcOrd="1" destOrd="0" presId="urn:microsoft.com/office/officeart/2018/2/layout/IconLabelList"/>
    <dgm:cxn modelId="{F21D9360-8CAA-415E-A65D-BF9F69B445A2}" type="presParOf" srcId="{2BC75088-8E27-45B5-8C00-76B572827222}" destId="{55630FDE-EACB-47F3-A4AF-E8F84BB40B3A}" srcOrd="2" destOrd="0" presId="urn:microsoft.com/office/officeart/2018/2/layout/IconLabelList"/>
    <dgm:cxn modelId="{7D070E8D-E799-4311-9F05-2B7CDEA0E1E0}" type="presParOf" srcId="{55630FDE-EACB-47F3-A4AF-E8F84BB40B3A}" destId="{ABBFE038-E5FD-4105-99E1-A9D9C48850FF}" srcOrd="0" destOrd="0" presId="urn:microsoft.com/office/officeart/2018/2/layout/IconLabelList"/>
    <dgm:cxn modelId="{864CD3A0-B69A-420C-8DD8-9B54F6EDE850}" type="presParOf" srcId="{55630FDE-EACB-47F3-A4AF-E8F84BB40B3A}" destId="{77A07A6C-4F4C-4D63-9ADD-53F7DF333D0C}" srcOrd="1" destOrd="0" presId="urn:microsoft.com/office/officeart/2018/2/layout/IconLabelList"/>
    <dgm:cxn modelId="{9FFB632C-D302-4533-B117-F727CB315C5B}" type="presParOf" srcId="{55630FDE-EACB-47F3-A4AF-E8F84BB40B3A}" destId="{9CD43C80-9682-41A1-84FC-111602D0607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49103C-657C-4DCF-A712-96006909FFE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D3ECC3-ABFC-4B96-883C-2969DAF41E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Opgaver: 2</a:t>
          </a:r>
        </a:p>
      </dgm:t>
    </dgm:pt>
    <dgm:pt modelId="{C40F96D8-9E2C-4C75-99B3-E6AA3B6FB69A}" type="parTrans" cxnId="{7F10C6A2-D5CF-49C1-B37E-8FA8054DCC31}">
      <dgm:prSet/>
      <dgm:spPr/>
      <dgm:t>
        <a:bodyPr/>
        <a:lstStyle/>
        <a:p>
          <a:endParaRPr lang="en-US"/>
        </a:p>
      </dgm:t>
    </dgm:pt>
    <dgm:pt modelId="{E50E33E3-9188-44D9-8143-22DA5F738B2D}" type="sibTrans" cxnId="{7F10C6A2-D5CF-49C1-B37E-8FA8054DCC31}">
      <dgm:prSet/>
      <dgm:spPr/>
      <dgm:t>
        <a:bodyPr/>
        <a:lstStyle/>
        <a:p>
          <a:endParaRPr lang="en-US"/>
        </a:p>
      </dgm:t>
    </dgm:pt>
    <dgm:pt modelId="{FC4FE345-1F03-4301-BD92-6324664089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5 min.</a:t>
          </a:r>
        </a:p>
      </dgm:t>
    </dgm:pt>
    <dgm:pt modelId="{F08BC8FC-F07D-428F-8DFB-0D5E5895E183}" type="parTrans" cxnId="{D8BEF9BA-303A-409C-86F0-0587DF23A07D}">
      <dgm:prSet/>
      <dgm:spPr/>
      <dgm:t>
        <a:bodyPr/>
        <a:lstStyle/>
        <a:p>
          <a:endParaRPr lang="en-US"/>
        </a:p>
      </dgm:t>
    </dgm:pt>
    <dgm:pt modelId="{713AA7D9-0F22-4C24-91B6-9E9C613F3525}" type="sibTrans" cxnId="{D8BEF9BA-303A-409C-86F0-0587DF23A07D}">
      <dgm:prSet/>
      <dgm:spPr/>
      <dgm:t>
        <a:bodyPr/>
        <a:lstStyle/>
        <a:p>
          <a:endParaRPr lang="en-US"/>
        </a:p>
      </dgm:t>
    </dgm:pt>
    <dgm:pt modelId="{3E359274-E61A-47E2-8C77-BF9CD043CA5F}" type="pres">
      <dgm:prSet presAssocID="{0549103C-657C-4DCF-A712-96006909FFEA}" presName="root" presStyleCnt="0">
        <dgm:presLayoutVars>
          <dgm:dir/>
          <dgm:resizeHandles val="exact"/>
        </dgm:presLayoutVars>
      </dgm:prSet>
      <dgm:spPr/>
    </dgm:pt>
    <dgm:pt modelId="{3B6BD66F-08BD-4202-9B72-2AA1699FAAE1}" type="pres">
      <dgm:prSet presAssocID="{25D3ECC3-ABFC-4B96-883C-2969DAF41EA2}" presName="compNode" presStyleCnt="0"/>
      <dgm:spPr/>
    </dgm:pt>
    <dgm:pt modelId="{EF810C29-0177-45C5-BEF5-08AFEB762B40}" type="pres">
      <dgm:prSet presAssocID="{25D3ECC3-ABFC-4B96-883C-2969DAF41EA2}" presName="bgRect" presStyleLbl="bgShp" presStyleIdx="0" presStyleCnt="2"/>
      <dgm:spPr/>
    </dgm:pt>
    <dgm:pt modelId="{9A4F244C-1B72-4935-B305-396211CD28FC}" type="pres">
      <dgm:prSet presAssocID="{25D3ECC3-ABFC-4B96-883C-2969DAF41EA2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37FEF84F-F666-48A4-B090-5B134F8A97CE}" type="pres">
      <dgm:prSet presAssocID="{25D3ECC3-ABFC-4B96-883C-2969DAF41EA2}" presName="spaceRect" presStyleCnt="0"/>
      <dgm:spPr/>
    </dgm:pt>
    <dgm:pt modelId="{7D981720-2C72-4BEA-8AE5-91DCCEA70C6F}" type="pres">
      <dgm:prSet presAssocID="{25D3ECC3-ABFC-4B96-883C-2969DAF41EA2}" presName="parTx" presStyleLbl="revTx" presStyleIdx="0" presStyleCnt="2">
        <dgm:presLayoutVars>
          <dgm:chMax val="0"/>
          <dgm:chPref val="0"/>
        </dgm:presLayoutVars>
      </dgm:prSet>
      <dgm:spPr/>
    </dgm:pt>
    <dgm:pt modelId="{AECDEB71-90A6-4CE6-A6A3-EB731B2A2AF8}" type="pres">
      <dgm:prSet presAssocID="{E50E33E3-9188-44D9-8143-22DA5F738B2D}" presName="sibTrans" presStyleCnt="0"/>
      <dgm:spPr/>
    </dgm:pt>
    <dgm:pt modelId="{13FF5FD6-E2B2-4D95-836A-547CCE231CAA}" type="pres">
      <dgm:prSet presAssocID="{FC4FE345-1F03-4301-BD92-6324664089DD}" presName="compNode" presStyleCnt="0"/>
      <dgm:spPr/>
    </dgm:pt>
    <dgm:pt modelId="{AE43A5E2-8356-47EA-9ACA-5A489742F99E}" type="pres">
      <dgm:prSet presAssocID="{FC4FE345-1F03-4301-BD92-6324664089DD}" presName="bgRect" presStyleLbl="bgShp" presStyleIdx="1" presStyleCnt="2"/>
      <dgm:spPr/>
    </dgm:pt>
    <dgm:pt modelId="{5443ABFD-0086-480D-963D-456867B8C405}" type="pres">
      <dgm:prSet presAssocID="{FC4FE345-1F03-4301-BD92-6324664089DD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2F646E8F-13C7-4704-93CF-351CEB1E54F2}" type="pres">
      <dgm:prSet presAssocID="{FC4FE345-1F03-4301-BD92-6324664089DD}" presName="spaceRect" presStyleCnt="0"/>
      <dgm:spPr/>
    </dgm:pt>
    <dgm:pt modelId="{9417807D-D756-478E-9463-64A62EAE283A}" type="pres">
      <dgm:prSet presAssocID="{FC4FE345-1F03-4301-BD92-6324664089D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E98E416-2DBE-46BF-9B74-9A45035F16EE}" type="presOf" srcId="{0549103C-657C-4DCF-A712-96006909FFEA}" destId="{3E359274-E61A-47E2-8C77-BF9CD043CA5F}" srcOrd="0" destOrd="0" presId="urn:microsoft.com/office/officeart/2018/2/layout/IconVerticalSolidList"/>
    <dgm:cxn modelId="{EF166888-ECC4-4F13-8DD0-D732C83D757A}" type="presOf" srcId="{25D3ECC3-ABFC-4B96-883C-2969DAF41EA2}" destId="{7D981720-2C72-4BEA-8AE5-91DCCEA70C6F}" srcOrd="0" destOrd="0" presId="urn:microsoft.com/office/officeart/2018/2/layout/IconVerticalSolidList"/>
    <dgm:cxn modelId="{D13B6F8E-6482-4BE1-9D06-34D7F2609315}" type="presOf" srcId="{FC4FE345-1F03-4301-BD92-6324664089DD}" destId="{9417807D-D756-478E-9463-64A62EAE283A}" srcOrd="0" destOrd="0" presId="urn:microsoft.com/office/officeart/2018/2/layout/IconVerticalSolidList"/>
    <dgm:cxn modelId="{7F10C6A2-D5CF-49C1-B37E-8FA8054DCC31}" srcId="{0549103C-657C-4DCF-A712-96006909FFEA}" destId="{25D3ECC3-ABFC-4B96-883C-2969DAF41EA2}" srcOrd="0" destOrd="0" parTransId="{C40F96D8-9E2C-4C75-99B3-E6AA3B6FB69A}" sibTransId="{E50E33E3-9188-44D9-8143-22DA5F738B2D}"/>
    <dgm:cxn modelId="{D8BEF9BA-303A-409C-86F0-0587DF23A07D}" srcId="{0549103C-657C-4DCF-A712-96006909FFEA}" destId="{FC4FE345-1F03-4301-BD92-6324664089DD}" srcOrd="1" destOrd="0" parTransId="{F08BC8FC-F07D-428F-8DFB-0D5E5895E183}" sibTransId="{713AA7D9-0F22-4C24-91B6-9E9C613F3525}"/>
    <dgm:cxn modelId="{1A3FDA6D-F368-4936-A728-966FBEF4E6E7}" type="presParOf" srcId="{3E359274-E61A-47E2-8C77-BF9CD043CA5F}" destId="{3B6BD66F-08BD-4202-9B72-2AA1699FAAE1}" srcOrd="0" destOrd="0" presId="urn:microsoft.com/office/officeart/2018/2/layout/IconVerticalSolidList"/>
    <dgm:cxn modelId="{844C1FE2-EA22-4F10-8317-270078638963}" type="presParOf" srcId="{3B6BD66F-08BD-4202-9B72-2AA1699FAAE1}" destId="{EF810C29-0177-45C5-BEF5-08AFEB762B40}" srcOrd="0" destOrd="0" presId="urn:microsoft.com/office/officeart/2018/2/layout/IconVerticalSolidList"/>
    <dgm:cxn modelId="{19C7480A-7D9D-4886-8DC4-0110F9B6CC41}" type="presParOf" srcId="{3B6BD66F-08BD-4202-9B72-2AA1699FAAE1}" destId="{9A4F244C-1B72-4935-B305-396211CD28FC}" srcOrd="1" destOrd="0" presId="urn:microsoft.com/office/officeart/2018/2/layout/IconVerticalSolidList"/>
    <dgm:cxn modelId="{87F9AA46-C94D-4AEA-9925-8E42D3241EEA}" type="presParOf" srcId="{3B6BD66F-08BD-4202-9B72-2AA1699FAAE1}" destId="{37FEF84F-F666-48A4-B090-5B134F8A97CE}" srcOrd="2" destOrd="0" presId="urn:microsoft.com/office/officeart/2018/2/layout/IconVerticalSolidList"/>
    <dgm:cxn modelId="{F48FBF9E-7A44-49A8-9E1B-C3C71FD2E8C4}" type="presParOf" srcId="{3B6BD66F-08BD-4202-9B72-2AA1699FAAE1}" destId="{7D981720-2C72-4BEA-8AE5-91DCCEA70C6F}" srcOrd="3" destOrd="0" presId="urn:microsoft.com/office/officeart/2018/2/layout/IconVerticalSolidList"/>
    <dgm:cxn modelId="{20663D41-9E68-4EC5-8E66-B3A951345183}" type="presParOf" srcId="{3E359274-E61A-47E2-8C77-BF9CD043CA5F}" destId="{AECDEB71-90A6-4CE6-A6A3-EB731B2A2AF8}" srcOrd="1" destOrd="0" presId="urn:microsoft.com/office/officeart/2018/2/layout/IconVerticalSolidList"/>
    <dgm:cxn modelId="{1CC2432E-2D7D-4D11-A0EB-2E55350DECD0}" type="presParOf" srcId="{3E359274-E61A-47E2-8C77-BF9CD043CA5F}" destId="{13FF5FD6-E2B2-4D95-836A-547CCE231CAA}" srcOrd="2" destOrd="0" presId="urn:microsoft.com/office/officeart/2018/2/layout/IconVerticalSolidList"/>
    <dgm:cxn modelId="{07D3C59B-AF53-492F-AA8B-F77B5544E0FD}" type="presParOf" srcId="{13FF5FD6-E2B2-4D95-836A-547CCE231CAA}" destId="{AE43A5E2-8356-47EA-9ACA-5A489742F99E}" srcOrd="0" destOrd="0" presId="urn:microsoft.com/office/officeart/2018/2/layout/IconVerticalSolidList"/>
    <dgm:cxn modelId="{7B99EF74-FDB9-4EAB-80EB-CE2055CD4538}" type="presParOf" srcId="{13FF5FD6-E2B2-4D95-836A-547CCE231CAA}" destId="{5443ABFD-0086-480D-963D-456867B8C405}" srcOrd="1" destOrd="0" presId="urn:microsoft.com/office/officeart/2018/2/layout/IconVerticalSolidList"/>
    <dgm:cxn modelId="{9BEE119F-03C7-4809-B488-4AC06D659BB6}" type="presParOf" srcId="{13FF5FD6-E2B2-4D95-836A-547CCE231CAA}" destId="{2F646E8F-13C7-4704-93CF-351CEB1E54F2}" srcOrd="2" destOrd="0" presId="urn:microsoft.com/office/officeart/2018/2/layout/IconVerticalSolidList"/>
    <dgm:cxn modelId="{3E48B6C4-2FC1-4A4A-A5C2-4AED9034036A}" type="presParOf" srcId="{13FF5FD6-E2B2-4D95-836A-547CCE231CAA}" destId="{9417807D-D756-478E-9463-64A62EAE283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BE54326-E5CF-4D54-BF8B-E5B3308728A6}" type="doc">
      <dgm:prSet loTypeId="urn:microsoft.com/office/officeart/2018/2/layout/IconLabelList" loCatId="icon" qsTypeId="urn:microsoft.com/office/officeart/2005/8/quickstyle/simple1#10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3F64DD1-8262-44DA-8D83-79C6F2F9AAD9}">
      <dgm:prSet/>
      <dgm:spPr/>
      <dgm:t>
        <a:bodyPr/>
        <a:lstStyle/>
        <a:p>
          <a:r>
            <a:rPr lang="da-DK" dirty="0"/>
            <a:t>Opgaver: 5+6</a:t>
          </a:r>
          <a:endParaRPr lang="en-US" dirty="0"/>
        </a:p>
      </dgm:t>
    </dgm:pt>
    <dgm:pt modelId="{D8A2A96F-1DEB-47E6-BEFE-15C357F8D65F}" type="parTrans" cxnId="{E871979F-DB9A-417F-B8F6-D3620AD28CFB}">
      <dgm:prSet/>
      <dgm:spPr/>
      <dgm:t>
        <a:bodyPr/>
        <a:lstStyle/>
        <a:p>
          <a:endParaRPr lang="en-US"/>
        </a:p>
      </dgm:t>
    </dgm:pt>
    <dgm:pt modelId="{38E1433A-9785-4EFC-BA66-8F1FAF3039A2}" type="sibTrans" cxnId="{E871979F-DB9A-417F-B8F6-D3620AD28CFB}">
      <dgm:prSet/>
      <dgm:spPr/>
      <dgm:t>
        <a:bodyPr/>
        <a:lstStyle/>
        <a:p>
          <a:endParaRPr lang="en-US"/>
        </a:p>
      </dgm:t>
    </dgm:pt>
    <dgm:pt modelId="{D3AC47F2-D1F4-46BD-8656-4E328C1B569F}">
      <dgm:prSet/>
      <dgm:spPr/>
      <dgm:t>
        <a:bodyPr/>
        <a:lstStyle/>
        <a:p>
          <a:r>
            <a:rPr lang="da-DK" dirty="0"/>
            <a:t>15 min.</a:t>
          </a:r>
          <a:endParaRPr lang="en-US" dirty="0"/>
        </a:p>
      </dgm:t>
    </dgm:pt>
    <dgm:pt modelId="{4376C49E-27B9-47E6-A476-98BA64F69489}" type="parTrans" cxnId="{2C064D48-36E7-4A13-8983-AB348301A928}">
      <dgm:prSet/>
      <dgm:spPr/>
      <dgm:t>
        <a:bodyPr/>
        <a:lstStyle/>
        <a:p>
          <a:endParaRPr lang="en-US"/>
        </a:p>
      </dgm:t>
    </dgm:pt>
    <dgm:pt modelId="{49870DEB-3D15-4A53-AEA6-D35F91904438}" type="sibTrans" cxnId="{2C064D48-36E7-4A13-8983-AB348301A928}">
      <dgm:prSet/>
      <dgm:spPr/>
      <dgm:t>
        <a:bodyPr/>
        <a:lstStyle/>
        <a:p>
          <a:endParaRPr lang="en-US"/>
        </a:p>
      </dgm:t>
    </dgm:pt>
    <dgm:pt modelId="{80E699CB-5179-4971-8965-BC2E39FE4493}" type="pres">
      <dgm:prSet presAssocID="{7BE54326-E5CF-4D54-BF8B-E5B3308728A6}" presName="root" presStyleCnt="0">
        <dgm:presLayoutVars>
          <dgm:dir/>
          <dgm:resizeHandles val="exact"/>
        </dgm:presLayoutVars>
      </dgm:prSet>
      <dgm:spPr/>
    </dgm:pt>
    <dgm:pt modelId="{76D3E411-D7EA-456E-903A-26981CC0E10C}" type="pres">
      <dgm:prSet presAssocID="{A3F64DD1-8262-44DA-8D83-79C6F2F9AAD9}" presName="compNode" presStyleCnt="0"/>
      <dgm:spPr/>
    </dgm:pt>
    <dgm:pt modelId="{D9915ED7-F75C-4834-B2F0-8F5FE39516E3}" type="pres">
      <dgm:prSet presAssocID="{A3F64DD1-8262-44DA-8D83-79C6F2F9AAD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62843924-036D-42BB-8560-941C9866BADA}" type="pres">
      <dgm:prSet presAssocID="{A3F64DD1-8262-44DA-8D83-79C6F2F9AAD9}" presName="spaceRect" presStyleCnt="0"/>
      <dgm:spPr/>
    </dgm:pt>
    <dgm:pt modelId="{541EA0E2-DE93-41A0-B6B8-11786C6DA387}" type="pres">
      <dgm:prSet presAssocID="{A3F64DD1-8262-44DA-8D83-79C6F2F9AAD9}" presName="textRect" presStyleLbl="revTx" presStyleIdx="0" presStyleCnt="2" custLinFactNeighborX="-252" custLinFactNeighborY="14402">
        <dgm:presLayoutVars>
          <dgm:chMax val="1"/>
          <dgm:chPref val="1"/>
        </dgm:presLayoutVars>
      </dgm:prSet>
      <dgm:spPr/>
    </dgm:pt>
    <dgm:pt modelId="{F9BCE70C-8C26-4866-BC49-A7AE8CE4769B}" type="pres">
      <dgm:prSet presAssocID="{38E1433A-9785-4EFC-BA66-8F1FAF3039A2}" presName="sibTrans" presStyleCnt="0"/>
      <dgm:spPr/>
    </dgm:pt>
    <dgm:pt modelId="{B32961EC-F39F-4148-BFB9-A8674DD80D87}" type="pres">
      <dgm:prSet presAssocID="{D3AC47F2-D1F4-46BD-8656-4E328C1B569F}" presName="compNode" presStyleCnt="0"/>
      <dgm:spPr/>
    </dgm:pt>
    <dgm:pt modelId="{1DCE5F5A-D854-47F0-9158-A4630DB3A1F4}" type="pres">
      <dgm:prSet presAssocID="{D3AC47F2-D1F4-46BD-8656-4E328C1B569F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994CDF1D-FA14-43E1-98A7-EA0DFF9DFCEE}" type="pres">
      <dgm:prSet presAssocID="{D3AC47F2-D1F4-46BD-8656-4E328C1B569F}" presName="spaceRect" presStyleCnt="0"/>
      <dgm:spPr/>
    </dgm:pt>
    <dgm:pt modelId="{D1122913-F40B-46D0-83CF-9C368759FBBD}" type="pres">
      <dgm:prSet presAssocID="{D3AC47F2-D1F4-46BD-8656-4E328C1B569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AB0AE09-1FF1-46C5-8811-3AAB095DA221}" type="presOf" srcId="{A3F64DD1-8262-44DA-8D83-79C6F2F9AAD9}" destId="{541EA0E2-DE93-41A0-B6B8-11786C6DA387}" srcOrd="0" destOrd="0" presId="urn:microsoft.com/office/officeart/2018/2/layout/IconLabelList"/>
    <dgm:cxn modelId="{13E5970D-F649-49B7-8BB8-0EF95765D13F}" type="presOf" srcId="{7BE54326-E5CF-4D54-BF8B-E5B3308728A6}" destId="{80E699CB-5179-4971-8965-BC2E39FE4493}" srcOrd="0" destOrd="0" presId="urn:microsoft.com/office/officeart/2018/2/layout/IconLabelList"/>
    <dgm:cxn modelId="{2C064D48-36E7-4A13-8983-AB348301A928}" srcId="{7BE54326-E5CF-4D54-BF8B-E5B3308728A6}" destId="{D3AC47F2-D1F4-46BD-8656-4E328C1B569F}" srcOrd="1" destOrd="0" parTransId="{4376C49E-27B9-47E6-A476-98BA64F69489}" sibTransId="{49870DEB-3D15-4A53-AEA6-D35F91904438}"/>
    <dgm:cxn modelId="{42EAA998-C4AC-4415-8D1C-C2B919AD9B1B}" type="presOf" srcId="{D3AC47F2-D1F4-46BD-8656-4E328C1B569F}" destId="{D1122913-F40B-46D0-83CF-9C368759FBBD}" srcOrd="0" destOrd="0" presId="urn:microsoft.com/office/officeart/2018/2/layout/IconLabelList"/>
    <dgm:cxn modelId="{E871979F-DB9A-417F-B8F6-D3620AD28CFB}" srcId="{7BE54326-E5CF-4D54-BF8B-E5B3308728A6}" destId="{A3F64DD1-8262-44DA-8D83-79C6F2F9AAD9}" srcOrd="0" destOrd="0" parTransId="{D8A2A96F-1DEB-47E6-BEFE-15C357F8D65F}" sibTransId="{38E1433A-9785-4EFC-BA66-8F1FAF3039A2}"/>
    <dgm:cxn modelId="{1D387D8C-A8E6-447C-860B-D74098E0F916}" type="presParOf" srcId="{80E699CB-5179-4971-8965-BC2E39FE4493}" destId="{76D3E411-D7EA-456E-903A-26981CC0E10C}" srcOrd="0" destOrd="0" presId="urn:microsoft.com/office/officeart/2018/2/layout/IconLabelList"/>
    <dgm:cxn modelId="{D28930EA-D9AF-4C3D-98AE-C649F7E8858F}" type="presParOf" srcId="{76D3E411-D7EA-456E-903A-26981CC0E10C}" destId="{D9915ED7-F75C-4834-B2F0-8F5FE39516E3}" srcOrd="0" destOrd="0" presId="urn:microsoft.com/office/officeart/2018/2/layout/IconLabelList"/>
    <dgm:cxn modelId="{FDFA1661-83B6-4610-9BE5-664104869522}" type="presParOf" srcId="{76D3E411-D7EA-456E-903A-26981CC0E10C}" destId="{62843924-036D-42BB-8560-941C9866BADA}" srcOrd="1" destOrd="0" presId="urn:microsoft.com/office/officeart/2018/2/layout/IconLabelList"/>
    <dgm:cxn modelId="{803A52F4-0E3D-4889-BBA4-A405E9163202}" type="presParOf" srcId="{76D3E411-D7EA-456E-903A-26981CC0E10C}" destId="{541EA0E2-DE93-41A0-B6B8-11786C6DA387}" srcOrd="2" destOrd="0" presId="urn:microsoft.com/office/officeart/2018/2/layout/IconLabelList"/>
    <dgm:cxn modelId="{E11CAF3A-B409-412B-B3A5-589B1E52D6A2}" type="presParOf" srcId="{80E699CB-5179-4971-8965-BC2E39FE4493}" destId="{F9BCE70C-8C26-4866-BC49-A7AE8CE4769B}" srcOrd="1" destOrd="0" presId="urn:microsoft.com/office/officeart/2018/2/layout/IconLabelList"/>
    <dgm:cxn modelId="{FA30D373-D298-45C5-9D99-811A8BAF29AB}" type="presParOf" srcId="{80E699CB-5179-4971-8965-BC2E39FE4493}" destId="{B32961EC-F39F-4148-BFB9-A8674DD80D87}" srcOrd="2" destOrd="0" presId="urn:microsoft.com/office/officeart/2018/2/layout/IconLabelList"/>
    <dgm:cxn modelId="{F0547D70-92D9-43C3-8A21-BF7138E8E794}" type="presParOf" srcId="{B32961EC-F39F-4148-BFB9-A8674DD80D87}" destId="{1DCE5F5A-D854-47F0-9158-A4630DB3A1F4}" srcOrd="0" destOrd="0" presId="urn:microsoft.com/office/officeart/2018/2/layout/IconLabelList"/>
    <dgm:cxn modelId="{9370A9B0-BCA0-4026-9714-8AA97CB72633}" type="presParOf" srcId="{B32961EC-F39F-4148-BFB9-A8674DD80D87}" destId="{994CDF1D-FA14-43E1-98A7-EA0DFF9DFCEE}" srcOrd="1" destOrd="0" presId="urn:microsoft.com/office/officeart/2018/2/layout/IconLabelList"/>
    <dgm:cxn modelId="{82E9576F-8D08-4761-8B7B-7AE3A115E46E}" type="presParOf" srcId="{B32961EC-F39F-4148-BFB9-A8674DD80D87}" destId="{D1122913-F40B-46D0-83CF-9C368759FBB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4D1BA1-E488-45C7-A167-549420F5941F}">
      <dsp:nvSpPr>
        <dsp:cNvPr id="0" name=""/>
        <dsp:cNvSpPr/>
      </dsp:nvSpPr>
      <dsp:spPr>
        <a:xfrm>
          <a:off x="1299066" y="479565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0B2032-F3BF-424F-84DC-00E2F90C70FE}">
      <dsp:nvSpPr>
        <dsp:cNvPr id="0" name=""/>
        <dsp:cNvSpPr/>
      </dsp:nvSpPr>
      <dsp:spPr>
        <a:xfrm>
          <a:off x="111066" y="2893916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000" kern="1200" dirty="0"/>
            <a:t>Opgaver: 1</a:t>
          </a:r>
          <a:endParaRPr lang="en-US" sz="5000" kern="1200" dirty="0"/>
        </a:p>
      </dsp:txBody>
      <dsp:txXfrm>
        <a:off x="111066" y="2893916"/>
        <a:ext cx="4320000" cy="720000"/>
      </dsp:txXfrm>
    </dsp:sp>
    <dsp:sp modelId="{ABBFE038-E5FD-4105-99E1-A9D9C48850FF}">
      <dsp:nvSpPr>
        <dsp:cNvPr id="0" name=""/>
        <dsp:cNvSpPr/>
      </dsp:nvSpPr>
      <dsp:spPr>
        <a:xfrm>
          <a:off x="6375066" y="479565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D43C80-9682-41A1-84FC-111602D06075}">
      <dsp:nvSpPr>
        <dsp:cNvPr id="0" name=""/>
        <dsp:cNvSpPr/>
      </dsp:nvSpPr>
      <dsp:spPr>
        <a:xfrm>
          <a:off x="5187066" y="2893916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000" kern="1200"/>
            <a:t>10 min.</a:t>
          </a:r>
          <a:endParaRPr lang="en-US" sz="5000" kern="1200"/>
        </a:p>
      </dsp:txBody>
      <dsp:txXfrm>
        <a:off x="5187066" y="2893916"/>
        <a:ext cx="432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810C29-0177-45C5-BEF5-08AFEB762B40}">
      <dsp:nvSpPr>
        <dsp:cNvPr id="0" name=""/>
        <dsp:cNvSpPr/>
      </dsp:nvSpPr>
      <dsp:spPr>
        <a:xfrm>
          <a:off x="0" y="607700"/>
          <a:ext cx="4921876" cy="11219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4F244C-1B72-4935-B305-396211CD28FC}">
      <dsp:nvSpPr>
        <dsp:cNvPr id="0" name=""/>
        <dsp:cNvSpPr/>
      </dsp:nvSpPr>
      <dsp:spPr>
        <a:xfrm>
          <a:off x="339377" y="860130"/>
          <a:ext cx="617050" cy="6170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81720-2C72-4BEA-8AE5-91DCCEA70C6F}">
      <dsp:nvSpPr>
        <dsp:cNvPr id="0" name=""/>
        <dsp:cNvSpPr/>
      </dsp:nvSpPr>
      <dsp:spPr>
        <a:xfrm>
          <a:off x="1295805" y="607700"/>
          <a:ext cx="3626070" cy="1121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735" tIns="118735" rIns="118735" bIns="11873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Opgaver: 2</a:t>
          </a:r>
        </a:p>
      </dsp:txBody>
      <dsp:txXfrm>
        <a:off x="1295805" y="607700"/>
        <a:ext cx="3626070" cy="1121909"/>
      </dsp:txXfrm>
    </dsp:sp>
    <dsp:sp modelId="{AE43A5E2-8356-47EA-9ACA-5A489742F99E}">
      <dsp:nvSpPr>
        <dsp:cNvPr id="0" name=""/>
        <dsp:cNvSpPr/>
      </dsp:nvSpPr>
      <dsp:spPr>
        <a:xfrm>
          <a:off x="0" y="2010087"/>
          <a:ext cx="4921876" cy="112190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43ABFD-0086-480D-963D-456867B8C405}">
      <dsp:nvSpPr>
        <dsp:cNvPr id="0" name=""/>
        <dsp:cNvSpPr/>
      </dsp:nvSpPr>
      <dsp:spPr>
        <a:xfrm>
          <a:off x="339377" y="2262517"/>
          <a:ext cx="617050" cy="6170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17807D-D756-478E-9463-64A62EAE283A}">
      <dsp:nvSpPr>
        <dsp:cNvPr id="0" name=""/>
        <dsp:cNvSpPr/>
      </dsp:nvSpPr>
      <dsp:spPr>
        <a:xfrm>
          <a:off x="1295805" y="2010087"/>
          <a:ext cx="3626070" cy="1121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735" tIns="118735" rIns="118735" bIns="11873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5 min.</a:t>
          </a:r>
        </a:p>
      </dsp:txBody>
      <dsp:txXfrm>
        <a:off x="1295805" y="2010087"/>
        <a:ext cx="3626070" cy="112190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915ED7-F75C-4834-B2F0-8F5FE39516E3}">
      <dsp:nvSpPr>
        <dsp:cNvPr id="0" name=""/>
        <dsp:cNvSpPr/>
      </dsp:nvSpPr>
      <dsp:spPr>
        <a:xfrm>
          <a:off x="1299066" y="479565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1EA0E2-DE93-41A0-B6B8-11786C6DA387}">
      <dsp:nvSpPr>
        <dsp:cNvPr id="0" name=""/>
        <dsp:cNvSpPr/>
      </dsp:nvSpPr>
      <dsp:spPr>
        <a:xfrm>
          <a:off x="100180" y="29976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000" kern="1200" dirty="0"/>
            <a:t>Opgaver: 5+6</a:t>
          </a:r>
          <a:endParaRPr lang="en-US" sz="5000" kern="1200" dirty="0"/>
        </a:p>
      </dsp:txBody>
      <dsp:txXfrm>
        <a:off x="100180" y="2997610"/>
        <a:ext cx="4320000" cy="720000"/>
      </dsp:txXfrm>
    </dsp:sp>
    <dsp:sp modelId="{1DCE5F5A-D854-47F0-9158-A4630DB3A1F4}">
      <dsp:nvSpPr>
        <dsp:cNvPr id="0" name=""/>
        <dsp:cNvSpPr/>
      </dsp:nvSpPr>
      <dsp:spPr>
        <a:xfrm>
          <a:off x="6375066" y="479565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122913-F40B-46D0-83CF-9C368759FBBD}">
      <dsp:nvSpPr>
        <dsp:cNvPr id="0" name=""/>
        <dsp:cNvSpPr/>
      </dsp:nvSpPr>
      <dsp:spPr>
        <a:xfrm>
          <a:off x="5187066" y="2893916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000" kern="1200" dirty="0"/>
            <a:t>15 min.</a:t>
          </a:r>
          <a:endParaRPr lang="en-US" sz="5000" kern="1200" dirty="0"/>
        </a:p>
      </dsp:txBody>
      <dsp:txXfrm>
        <a:off x="5187066" y="2893916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0602E4-FF08-4C10-A8E2-F8B665AE5286}" type="datetimeFigureOut">
              <a:rPr lang="da-DK" smtClean="0"/>
              <a:t>05-10-2026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46F20-C481-4038-B673-B6B7E2B3E0C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30825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BD93B-6E60-4F07-A308-4BE0FE761ED3}" type="datetime1">
              <a:rPr lang="da-DK" smtClean="0"/>
              <a:t>05-10-2026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42389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9569-DAFA-43A0-9A18-39D6E1BE7255}" type="datetime1">
              <a:rPr lang="da-DK" smtClean="0"/>
              <a:t>05-10-2026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38561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BFE75-36C2-4BED-9F58-678D946D6060}" type="datetime1">
              <a:rPr lang="da-DK" smtClean="0"/>
              <a:t>05-10-2026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3393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1B09F-FE88-4855-A7F7-BAFA57F1CE19}" type="datetime1">
              <a:rPr lang="da-DK" smtClean="0"/>
              <a:t>05-10-2026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99364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E3E1A-7F1F-44CD-8BB1-EC503B6172EE}" type="datetime1">
              <a:rPr lang="da-DK" smtClean="0"/>
              <a:t>05-10-2026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10574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23241-E0A0-4367-8D3E-586BDD32DF71}" type="datetime1">
              <a:rPr lang="da-DK" smtClean="0"/>
              <a:t>05-10-2026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85474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1ED7C-7D0F-48F4-AB7B-9B4D9A9CF29F}" type="datetime1">
              <a:rPr lang="da-DK" smtClean="0"/>
              <a:t>05-10-2026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54433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F6133-F3E3-4493-97F4-461088944D0B}" type="datetime1">
              <a:rPr lang="da-DK" smtClean="0"/>
              <a:t>05-10-2026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43771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19C1-47C5-41EA-B7BC-6578ABF96480}" type="datetime1">
              <a:rPr lang="da-DK" smtClean="0"/>
              <a:t>05-10-2026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04343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5CC3E-1B13-4F08-BD45-7A085509C2F0}" type="datetime1">
              <a:rPr lang="da-DK" smtClean="0"/>
              <a:t>05-10-2026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03385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C420-1127-4288-9101-C4B3183B3507}" type="datetime1">
              <a:rPr lang="da-DK" smtClean="0"/>
              <a:t>05-10-2026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‹nr.›</a:t>
            </a:fld>
            <a:endParaRPr lang="da-DK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2379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52D1-267F-4736-8FAE-146A21595B52}" type="datetime1">
              <a:rPr lang="da-DK" smtClean="0"/>
              <a:t>05-10-2026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09282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rt med citat og nav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8E41-D55F-4AB6-A839-FA7E5E3AAB0A}" type="datetime1">
              <a:rPr lang="da-DK" smtClean="0"/>
              <a:t>05-10-2026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‹nr.›</a:t>
            </a:fld>
            <a:endParaRPr lang="da-DK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57788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dt eller fal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463C1-36F5-4E87-B3EB-5FF466C33353}" type="datetime1">
              <a:rPr lang="da-DK" smtClean="0"/>
              <a:t>05-10-2026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431734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5BF72-B85D-4011-9D07-7A529C0FBC3B}" type="datetime1">
              <a:rPr lang="da-DK" smtClean="0"/>
              <a:t>05-10-2026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666334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4DFF-D20F-41E8-91C7-402F74A273D5}" type="datetime1">
              <a:rPr lang="da-DK" smtClean="0"/>
              <a:t>05-10-2026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58129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04DCB-1228-4B1A-A776-2061FF293808}" type="datetime1">
              <a:rPr lang="da-DK" smtClean="0"/>
              <a:t>05-10-2026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67A2ED9-3AC1-41CB-B9AA-CD719431F2C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25720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g"/><Relationship Id="rId5" Type="http://schemas.openxmlformats.org/officeDocument/2006/relationships/image" Target="../media/image6.jpg"/><Relationship Id="rId4" Type="http://schemas.openxmlformats.org/officeDocument/2006/relationships/image" Target="../media/image4.jpg"/><Relationship Id="rId9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78E54-8D3C-4F9F-973A-5AA67076A3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Organisk kemi 3</a:t>
            </a:r>
            <a:br>
              <a:rPr lang="da-DK" dirty="0"/>
            </a:br>
            <a:r>
              <a:rPr lang="da-DK" dirty="0"/>
              <a:t>Fedtstoffer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49C35B0B-4F33-4532-96BB-CD4C45EE91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Kemi C for HF - Kapitel 14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733D358-2D82-48B3-AA59-7C0A0C13A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19099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681112-BCCE-4FD1-8CD8-DEDE10B11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Fedtstoffer</a:t>
            </a:r>
          </a:p>
        </p:txBody>
      </p:sp>
      <p:pic>
        <p:nvPicPr>
          <p:cNvPr id="5" name="Pladsholder til indhold 4" descr="Et billede, der indeholder kop, mad, mælk, fløde&#10;&#10;Automatisk genereret beskrivelse">
            <a:extLst>
              <a:ext uri="{FF2B5EF4-FFF2-40B4-BE49-F238E27FC236}">
                <a16:creationId xmlns:a16="http://schemas.microsoft.com/office/drawing/2014/main" id="{1C095CC4-A986-4889-A24E-3B62147BC7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531960"/>
            <a:ext cx="2619375" cy="1743075"/>
          </a:xfrm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5984427C-AAAF-4473-8D96-31C79C69E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793" y="3641346"/>
            <a:ext cx="1647825" cy="2781300"/>
          </a:xfrm>
          <a:prstGeom prst="rect">
            <a:avLst/>
          </a:prstGeom>
        </p:spPr>
      </p:pic>
      <p:pic>
        <p:nvPicPr>
          <p:cNvPr id="9" name="Billede 8" descr="Et billede, der indeholder tekst, alkohol, drikkevarer, mad&#10;&#10;Automatisk genereret beskrivelse">
            <a:extLst>
              <a:ext uri="{FF2B5EF4-FFF2-40B4-BE49-F238E27FC236}">
                <a16:creationId xmlns:a16="http://schemas.microsoft.com/office/drawing/2014/main" id="{86DFB30B-B7EF-438A-8114-F3CE5AB56F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361" y="1088928"/>
            <a:ext cx="2143125" cy="2143125"/>
          </a:xfrm>
          <a:prstGeom prst="rect">
            <a:avLst/>
          </a:prstGeom>
        </p:spPr>
      </p:pic>
      <p:pic>
        <p:nvPicPr>
          <p:cNvPr id="11" name="Billede 10" descr="Et billede, der indeholder drikkevarer&#10;&#10;Automatisk genereret beskrivelse">
            <a:extLst>
              <a:ext uri="{FF2B5EF4-FFF2-40B4-BE49-F238E27FC236}">
                <a16:creationId xmlns:a16="http://schemas.microsoft.com/office/drawing/2014/main" id="{BC5161F3-A46B-45C4-8571-B6A992E40F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360" y="1038041"/>
            <a:ext cx="2143125" cy="2143125"/>
          </a:xfrm>
          <a:prstGeom prst="rect">
            <a:avLst/>
          </a:prstGeom>
        </p:spPr>
      </p:pic>
      <p:pic>
        <p:nvPicPr>
          <p:cNvPr id="13" name="Billede 12" descr="Et billede, der indeholder tekst, elektronik&#10;&#10;Automatisk genereret beskrivelse">
            <a:extLst>
              <a:ext uri="{FF2B5EF4-FFF2-40B4-BE49-F238E27FC236}">
                <a16:creationId xmlns:a16="http://schemas.microsoft.com/office/drawing/2014/main" id="{056BE2BD-F6BC-40E7-B235-B7A9553F76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4152772"/>
            <a:ext cx="2390775" cy="1914525"/>
          </a:xfrm>
          <a:prstGeom prst="rect">
            <a:avLst/>
          </a:prstGeom>
        </p:spPr>
      </p:pic>
      <p:pic>
        <p:nvPicPr>
          <p:cNvPr id="15" name="Billede 14" descr="Et billede, der indeholder drikkevarer, alkohol&#10;&#10;Automatisk genereret beskrivelse">
            <a:extLst>
              <a:ext uri="{FF2B5EF4-FFF2-40B4-BE49-F238E27FC236}">
                <a16:creationId xmlns:a16="http://schemas.microsoft.com/office/drawing/2014/main" id="{01CF190F-F94C-42ED-98C6-CA119202D0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960" y="858837"/>
            <a:ext cx="2143125" cy="2143125"/>
          </a:xfrm>
          <a:prstGeom prst="rect">
            <a:avLst/>
          </a:prstGeom>
        </p:spPr>
      </p:pic>
      <p:pic>
        <p:nvPicPr>
          <p:cNvPr id="17" name="Billede 16" descr="Et billede, der indeholder tekst&#10;&#10;Automatisk genereret beskrivelse">
            <a:extLst>
              <a:ext uri="{FF2B5EF4-FFF2-40B4-BE49-F238E27FC236}">
                <a16:creationId xmlns:a16="http://schemas.microsoft.com/office/drawing/2014/main" id="{565B7149-FFA9-4DA6-B734-C019356073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8440" y="4313058"/>
            <a:ext cx="2143125" cy="2143125"/>
          </a:xfrm>
          <a:prstGeom prst="rect">
            <a:avLst/>
          </a:prstGeom>
        </p:spPr>
      </p:pic>
      <p:pic>
        <p:nvPicPr>
          <p:cNvPr id="19" name="Billede 18">
            <a:extLst>
              <a:ext uri="{FF2B5EF4-FFF2-40B4-BE49-F238E27FC236}">
                <a16:creationId xmlns:a16="http://schemas.microsoft.com/office/drawing/2014/main" id="{25188970-9E56-4836-8BFD-7687240139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1713" y="3150705"/>
            <a:ext cx="2143125" cy="2143125"/>
          </a:xfrm>
          <a:prstGeom prst="rect">
            <a:avLst/>
          </a:prstGeom>
        </p:spPr>
      </p:pic>
      <p:sp>
        <p:nvSpPr>
          <p:cNvPr id="20" name="Pladsholder til slidenummer 19">
            <a:extLst>
              <a:ext uri="{FF2B5EF4-FFF2-40B4-BE49-F238E27FC236}">
                <a16:creationId xmlns:a16="http://schemas.microsoft.com/office/drawing/2014/main" id="{4F51B66D-D5FB-481F-B566-397D1A434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80086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203B9E-2E25-4879-BBF0-8F02E8E89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Fedtstoffer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399A1C8-8320-4B5E-A57F-171955E61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3600" dirty="0"/>
              <a:t>Kan fedtstofferne på forrige side deles op i grupper?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66805D9-9A2B-4DE4-9584-AC6C0D265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18281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34A8F6-3DE9-4477-B143-DDBD11241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Fedtstoffer</a:t>
            </a:r>
          </a:p>
        </p:txBody>
      </p:sp>
      <p:graphicFrame>
        <p:nvGraphicFramePr>
          <p:cNvPr id="4" name="Tabel 4">
            <a:extLst>
              <a:ext uri="{FF2B5EF4-FFF2-40B4-BE49-F238E27FC236}">
                <a16:creationId xmlns:a16="http://schemas.microsoft.com/office/drawing/2014/main" id="{3A8CE197-BFEE-402A-9EB0-3A3805BFCF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9437713"/>
              </p:ext>
            </p:extLst>
          </p:nvPr>
        </p:nvGraphicFramePr>
        <p:xfrm>
          <a:off x="677863" y="1445342"/>
          <a:ext cx="10678395" cy="5122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111">
                  <a:extLst>
                    <a:ext uri="{9D8B030D-6E8A-4147-A177-3AD203B41FA5}">
                      <a16:colId xmlns:a16="http://schemas.microsoft.com/office/drawing/2014/main" val="881746369"/>
                    </a:ext>
                  </a:extLst>
                </a:gridCol>
                <a:gridCol w="3832443">
                  <a:extLst>
                    <a:ext uri="{9D8B030D-6E8A-4147-A177-3AD203B41FA5}">
                      <a16:colId xmlns:a16="http://schemas.microsoft.com/office/drawing/2014/main" val="1121066069"/>
                    </a:ext>
                  </a:extLst>
                </a:gridCol>
                <a:gridCol w="4239841">
                  <a:extLst>
                    <a:ext uri="{9D8B030D-6E8A-4147-A177-3AD203B41FA5}">
                      <a16:colId xmlns:a16="http://schemas.microsoft.com/office/drawing/2014/main" val="3651660536"/>
                    </a:ext>
                  </a:extLst>
                </a:gridCol>
              </a:tblGrid>
              <a:tr h="788093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Vegetabilsk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Animalsk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7588115"/>
                  </a:ext>
                </a:extLst>
              </a:tr>
              <a:tr h="2167257">
                <a:tc>
                  <a:txBody>
                    <a:bodyPr/>
                    <a:lstStyle/>
                    <a:p>
                      <a:r>
                        <a:rPr lang="da-DK" dirty="0"/>
                        <a:t>Flydende v. </a:t>
                      </a:r>
                      <a:r>
                        <a:rPr lang="da-DK" dirty="0" err="1"/>
                        <a:t>stuetemp</a:t>
                      </a:r>
                      <a:r>
                        <a:rPr lang="da-DK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997788"/>
                  </a:ext>
                </a:extLst>
              </a:tr>
              <a:tr h="2167257">
                <a:tc>
                  <a:txBody>
                    <a:bodyPr/>
                    <a:lstStyle/>
                    <a:p>
                      <a:r>
                        <a:rPr lang="da-DK" dirty="0"/>
                        <a:t>Fast v. </a:t>
                      </a:r>
                      <a:r>
                        <a:rPr lang="da-DK" dirty="0" err="1"/>
                        <a:t>stuetemp</a:t>
                      </a:r>
                      <a:r>
                        <a:rPr lang="da-DK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290008"/>
                  </a:ext>
                </a:extLst>
              </a:tr>
            </a:tbl>
          </a:graphicData>
        </a:graphic>
      </p:graphicFrame>
      <p:pic>
        <p:nvPicPr>
          <p:cNvPr id="5" name="Pladsholder til indhold 4" descr="Et billede, der indeholder kop, mad, mælk, fløde&#10;&#10;Automatisk genereret beskrivelse">
            <a:extLst>
              <a:ext uri="{FF2B5EF4-FFF2-40B4-BE49-F238E27FC236}">
                <a16:creationId xmlns:a16="http://schemas.microsoft.com/office/drawing/2014/main" id="{2191B1DA-5122-4DB9-815F-B2943DDBD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1542" y="4541120"/>
            <a:ext cx="1711904" cy="1743075"/>
          </a:xfrm>
          <a:prstGeom prst="rect">
            <a:avLst/>
          </a:prstGeom>
        </p:spPr>
      </p:pic>
      <p:pic>
        <p:nvPicPr>
          <p:cNvPr id="6" name="Billede 5" descr="Et billede, der indeholder tekst, alkohol, drikkevarer, mad&#10;&#10;Automatisk genereret beskrivelse">
            <a:extLst>
              <a:ext uri="{FF2B5EF4-FFF2-40B4-BE49-F238E27FC236}">
                <a16:creationId xmlns:a16="http://schemas.microsoft.com/office/drawing/2014/main" id="{21B85D06-4C12-4A8D-8611-B059BF4FC38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37" r="28838"/>
          <a:stretch/>
        </p:blipFill>
        <p:spPr>
          <a:xfrm>
            <a:off x="3227285" y="2361635"/>
            <a:ext cx="924233" cy="1761614"/>
          </a:xfrm>
          <a:prstGeom prst="rect">
            <a:avLst/>
          </a:prstGeom>
        </p:spPr>
      </p:pic>
      <p:pic>
        <p:nvPicPr>
          <p:cNvPr id="7" name="Billede 6" descr="Et billede, der indeholder drikkevarer&#10;&#10;Automatisk genereret beskrivelse">
            <a:extLst>
              <a:ext uri="{FF2B5EF4-FFF2-40B4-BE49-F238E27FC236}">
                <a16:creationId xmlns:a16="http://schemas.microsoft.com/office/drawing/2014/main" id="{6965C73D-ED8F-4624-9276-4F6AE8A706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59" r="29316"/>
          <a:stretch/>
        </p:blipFill>
        <p:spPr>
          <a:xfrm>
            <a:off x="4189176" y="2261163"/>
            <a:ext cx="924233" cy="2143125"/>
          </a:xfrm>
          <a:prstGeom prst="rect">
            <a:avLst/>
          </a:prstGeom>
        </p:spPr>
      </p:pic>
      <p:pic>
        <p:nvPicPr>
          <p:cNvPr id="8" name="Billede 7" descr="Et billede, der indeholder drikkevarer, alkohol&#10;&#10;Automatisk genereret beskrivelse">
            <a:extLst>
              <a:ext uri="{FF2B5EF4-FFF2-40B4-BE49-F238E27FC236}">
                <a16:creationId xmlns:a16="http://schemas.microsoft.com/office/drawing/2014/main" id="{A026074A-7EBC-4555-9C6C-60CC5440B19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18" r="32844"/>
          <a:stretch/>
        </p:blipFill>
        <p:spPr>
          <a:xfrm>
            <a:off x="5113409" y="2257978"/>
            <a:ext cx="855935" cy="2143125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7969A28B-8B48-4EBD-9BC8-EBE2DF56FD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344" y="2355871"/>
            <a:ext cx="1101494" cy="1859169"/>
          </a:xfrm>
          <a:prstGeom prst="rect">
            <a:avLst/>
          </a:prstGeom>
        </p:spPr>
      </p:pic>
      <p:pic>
        <p:nvPicPr>
          <p:cNvPr id="10" name="Billede 9" descr="Et billede, der indeholder tekst&#10;&#10;Automatisk genereret beskrivelse">
            <a:extLst>
              <a:ext uri="{FF2B5EF4-FFF2-40B4-BE49-F238E27FC236}">
                <a16:creationId xmlns:a16="http://schemas.microsoft.com/office/drawing/2014/main" id="{A51D11A4-C67A-4A06-9F3C-7EE8D05FF5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108" y="4609546"/>
            <a:ext cx="1638854" cy="1638854"/>
          </a:xfrm>
          <a:prstGeom prst="rect">
            <a:avLst/>
          </a:prstGeom>
        </p:spPr>
      </p:pic>
      <p:pic>
        <p:nvPicPr>
          <p:cNvPr id="11" name="Billede 10" descr="Et billede, der indeholder tekst, elektronik&#10;&#10;Automatisk genereret beskrivelse">
            <a:extLst>
              <a:ext uri="{FF2B5EF4-FFF2-40B4-BE49-F238E27FC236}">
                <a16:creationId xmlns:a16="http://schemas.microsoft.com/office/drawing/2014/main" id="{057D4A19-103F-4BCF-9FD3-D8BD1A1B4E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484" y="4541120"/>
            <a:ext cx="2334698" cy="1869619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75F49D16-FC60-49BB-AC4F-4E9C38E228E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737" y="2380103"/>
            <a:ext cx="1747493" cy="1747493"/>
          </a:xfrm>
          <a:prstGeom prst="rect">
            <a:avLst/>
          </a:prstGeom>
        </p:spPr>
      </p:pic>
      <p:sp>
        <p:nvSpPr>
          <p:cNvPr id="13" name="Pladsholder til slidenummer 12">
            <a:extLst>
              <a:ext uri="{FF2B5EF4-FFF2-40B4-BE49-F238E27FC236}">
                <a16:creationId xmlns:a16="http://schemas.microsoft.com/office/drawing/2014/main" id="{E6C0221E-2FD8-4C73-95BF-56D86F303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76603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B50985-F0E8-48A0-99D2-4A26941C3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En ny slags strukturformel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6C0467A-D4E9-4174-8211-EA6092E09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Fedtstoffer består af ret store molekyler</a:t>
            </a:r>
          </a:p>
          <a:p>
            <a:r>
              <a:rPr lang="da-DK" dirty="0"/>
              <a:t>For at få mere kompakte strukturformler, indfører vi zigzagformler</a:t>
            </a:r>
          </a:p>
          <a:p>
            <a:r>
              <a:rPr lang="da-DK" dirty="0"/>
              <a:t>Strukturen vises ved at tegne ”zigzagger”</a:t>
            </a:r>
          </a:p>
          <a:p>
            <a:r>
              <a:rPr lang="da-DK" dirty="0"/>
              <a:t>C og H tegnes ikke direkte</a:t>
            </a:r>
          </a:p>
          <a:p>
            <a:r>
              <a:rPr lang="da-DK" dirty="0"/>
              <a:t>I hvert endepunkt og i hvert knæk sidder et C</a:t>
            </a:r>
          </a:p>
          <a:p>
            <a:r>
              <a:rPr lang="da-DK" dirty="0"/>
              <a:t>Antallet af H’er kan man regne sig frem til (da hvert H har én binding og hvert C har fire bindinger)</a:t>
            </a:r>
          </a:p>
          <a:p>
            <a:r>
              <a:rPr lang="da-DK" dirty="0"/>
              <a:t>Alt andet end C og H tegnes direkte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AC507C8-423E-40D9-9A0F-F85510FAE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81324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96838B-5F8D-4E3D-879A-7BE78B2FD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Zigzagformler</a:t>
            </a:r>
          </a:p>
        </p:txBody>
      </p:sp>
      <p:pic>
        <p:nvPicPr>
          <p:cNvPr id="7" name="Pladsholder til indhold 6">
            <a:extLst>
              <a:ext uri="{FF2B5EF4-FFF2-40B4-BE49-F238E27FC236}">
                <a16:creationId xmlns:a16="http://schemas.microsoft.com/office/drawing/2014/main" id="{7B9DD639-621E-44B4-9718-553A5436EE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204" y="1930400"/>
            <a:ext cx="7649459" cy="4115743"/>
          </a:xfr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8C7FF98-58EB-4782-963D-5E91CC763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76125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E16A94-F47B-4627-BE69-1BEB2F81F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906" y="651642"/>
            <a:ext cx="8596668" cy="1320800"/>
          </a:xfrm>
        </p:spPr>
        <p:txBody>
          <a:bodyPr/>
          <a:lstStyle/>
          <a:p>
            <a:r>
              <a:rPr lang="da-DK" dirty="0"/>
              <a:t>Zigzagformler</a:t>
            </a:r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09CD3E46-39C1-4625-AE65-7A9C5D1EEF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5448" y="1439741"/>
            <a:ext cx="5002924" cy="4601621"/>
          </a:xfr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61294E0-9C20-4637-9288-09B6924A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36898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F82AF5B-6AAA-428F-8759-D71BC1AA7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da-DK" dirty="0"/>
              <a:t>Opgaver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21727A9-E955-40CF-BD2B-7EE434EB067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70" y="1109145"/>
            <a:ext cx="6663264" cy="4603900"/>
          </a:xfrm>
        </p:spPr>
        <p:txBody>
          <a:bodyPr anchor="ctr">
            <a:normAutofit/>
          </a:bodyPr>
          <a:lstStyle/>
          <a:p>
            <a:r>
              <a:rPr lang="da-DK" dirty="0"/>
              <a:t>Find filen </a:t>
            </a:r>
            <a:r>
              <a:rPr lang="da-DK" dirty="0">
                <a:solidFill>
                  <a:srgbClr val="0070C0"/>
                </a:solidFill>
              </a:rPr>
              <a:t>zigzagformler-A3.docx </a:t>
            </a:r>
            <a:r>
              <a:rPr lang="da-DK" dirty="0"/>
              <a:t>på Lectio (under dokumenter)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935D3CF-B795-4563-8B0F-DF70E8606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67A2ED9-3AC1-41CB-B9AA-CD719431F2C2}" type="slidenum">
              <a:rPr lang="da-DK" smtClean="0"/>
              <a:pPr>
                <a:spcAft>
                  <a:spcPts val="600"/>
                </a:spcAft>
              </a:pPr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66164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D4351C-0196-4D60-A01A-D241A4E40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Triglycerider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0740BA1-966A-46BC-8A49-94DD979A8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Fedtstoffer består primært af stoffer kaldet </a:t>
            </a:r>
            <a:r>
              <a:rPr lang="da-DK" dirty="0">
                <a:solidFill>
                  <a:srgbClr val="FF0000"/>
                </a:solidFill>
              </a:rPr>
              <a:t>triglycerider</a:t>
            </a:r>
          </a:p>
          <a:p>
            <a:r>
              <a:rPr lang="da-DK" dirty="0"/>
              <a:t>Triglycerider er en klasse af stoffer (som </a:t>
            </a:r>
            <a:r>
              <a:rPr lang="da-DK" dirty="0" err="1"/>
              <a:t>alkaner</a:t>
            </a:r>
            <a:r>
              <a:rPr lang="da-DK" dirty="0"/>
              <a:t> og alkoholer)</a:t>
            </a:r>
          </a:p>
          <a:p>
            <a:r>
              <a:rPr lang="da-DK" dirty="0"/>
              <a:t>Et triglycerid kan tænkes dannet ud fra </a:t>
            </a:r>
            <a:r>
              <a:rPr lang="da-DK" dirty="0">
                <a:solidFill>
                  <a:srgbClr val="FF0000"/>
                </a:solidFill>
              </a:rPr>
              <a:t>glycerol</a:t>
            </a:r>
            <a:r>
              <a:rPr lang="da-DK" dirty="0"/>
              <a:t> og </a:t>
            </a:r>
            <a:r>
              <a:rPr lang="da-DK" dirty="0">
                <a:solidFill>
                  <a:srgbClr val="FF0000"/>
                </a:solidFill>
              </a:rPr>
              <a:t>fedtsyrer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BEC8BD3-4928-4622-9E60-CE3461F2C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72977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DD64C2-661A-43DE-B94D-48AB47F5C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Glycerol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31C1E78-8F16-45AA-AC6A-C61E67A9E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Glycerol (også kaldet glycerin) et en tyktflydende, sødlig væske</a:t>
            </a:r>
          </a:p>
          <a:p>
            <a:r>
              <a:rPr lang="da-DK" dirty="0"/>
              <a:t>Stoffets systematiske navn er propan-1,2,3-triol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F781F56-4DF5-46C3-8D5C-61B1FE2D8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10</a:t>
            </a:fld>
            <a:endParaRPr lang="da-DK"/>
          </a:p>
        </p:txBody>
      </p:sp>
      <p:pic>
        <p:nvPicPr>
          <p:cNvPr id="6" name="Billede 5" descr="Et billede, der indeholder tekst, ur&#10;&#10;Automatisk genereret beskrivelse">
            <a:extLst>
              <a:ext uri="{FF2B5EF4-FFF2-40B4-BE49-F238E27FC236}">
                <a16:creationId xmlns:a16="http://schemas.microsoft.com/office/drawing/2014/main" id="{2FC326DF-C8C2-4F52-81D9-E55319EF4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506" y="3428999"/>
            <a:ext cx="7997901" cy="2278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831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957B50A-E91C-55AC-15B7-A9979065F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da-DK" dirty="0"/>
              <a:t>Opgaver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3B23EAF-1754-99EB-1F26-FFAACF2C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4532" y="6182876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67A2ED9-3AC1-41CB-B9AA-CD719431F2C2}" type="slidenum">
              <a:rPr lang="da-DK" smtClean="0"/>
              <a:pPr>
                <a:spcAft>
                  <a:spcPts val="600"/>
                </a:spcAft>
              </a:pPr>
              <a:t>11</a:t>
            </a:fld>
            <a:endParaRPr lang="da-DK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6B39DDF2-AFB6-8C8D-9A54-1D3B4EBD54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9335874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3775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1244C7-154A-49C8-B23C-A4187ED74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Carboxylsyrer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B003B8E-9B23-4689-BA95-F114FDFAE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Carboxylsyrer er en klasse af stoffer (som </a:t>
            </a:r>
            <a:r>
              <a:rPr lang="da-DK" dirty="0" err="1"/>
              <a:t>alkaner</a:t>
            </a:r>
            <a:r>
              <a:rPr lang="da-DK" dirty="0"/>
              <a:t>, alkoholer …)</a:t>
            </a:r>
          </a:p>
          <a:p>
            <a:r>
              <a:rPr lang="da-DK" dirty="0"/>
              <a:t>Alle carboxylsyrer har den karakteristiske </a:t>
            </a:r>
            <a:r>
              <a:rPr lang="da-DK" dirty="0" err="1"/>
              <a:t>syregruppe</a:t>
            </a:r>
            <a:r>
              <a:rPr lang="da-DK" dirty="0"/>
              <a:t> (vist med rødt på figuren)</a:t>
            </a:r>
          </a:p>
          <a:p>
            <a:r>
              <a:rPr lang="da-DK" dirty="0"/>
              <a:t>Den simpleste carboxylsyre er </a:t>
            </a:r>
            <a:r>
              <a:rPr lang="da-DK" dirty="0" err="1"/>
              <a:t>methansyre</a:t>
            </a: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538DB71-4156-469C-B208-D4E57BD7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12</a:t>
            </a:fld>
            <a:endParaRPr lang="da-DK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194C1DBC-1255-49B1-80B7-F2E8B3108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4035" y="3429000"/>
            <a:ext cx="3527254" cy="284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157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E3E2E6-35AE-44C0-82AA-58A8B936E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Carboxylsyrer</a:t>
            </a:r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18FC7F87-E7AE-4D52-A233-A6F9601CC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156" y="2165133"/>
            <a:ext cx="9325297" cy="2274198"/>
          </a:xfr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F6309F4-2F91-4E0E-AD62-92BF20D1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65620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AAB1C5-31F2-4498-8116-43A53544A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Carboxylsyrer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E97DABD-B737-45EA-A362-7E4906A34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14</a:t>
            </a:fld>
            <a:endParaRPr lang="da-DK"/>
          </a:p>
        </p:txBody>
      </p:sp>
      <p:pic>
        <p:nvPicPr>
          <p:cNvPr id="10" name="Pladsholder til indhold 9" descr="Et billede, der indeholder pil&#10;&#10;Automatisk genereret beskrivelse">
            <a:extLst>
              <a:ext uri="{FF2B5EF4-FFF2-40B4-BE49-F238E27FC236}">
                <a16:creationId xmlns:a16="http://schemas.microsoft.com/office/drawing/2014/main" id="{B0ACC53C-62FA-408E-ABD2-5B180506DC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577" y="2259723"/>
            <a:ext cx="7373489" cy="3310759"/>
          </a:xfrm>
        </p:spPr>
      </p:pic>
    </p:spTree>
    <p:extLst>
      <p:ext uri="{BB962C8B-B14F-4D97-AF65-F5344CB8AC3E}">
        <p14:creationId xmlns:p14="http://schemas.microsoft.com/office/powerpoint/2010/main" val="4035150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090C3F-A6A6-43C5-A1BE-CC4DB4A1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Fedtsyrer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0C21B12-FC19-43B0-976C-F470826E3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>
                <a:solidFill>
                  <a:srgbClr val="FF0000"/>
                </a:solidFill>
              </a:rPr>
              <a:t>Carboxylsyrer med mindst fire C-atomer i kæden, kaldes for fedtsyrer (har fedtet substans)</a:t>
            </a:r>
          </a:p>
          <a:p>
            <a:r>
              <a:rPr lang="da-DK" dirty="0">
                <a:solidFill>
                  <a:srgbClr val="FF0000"/>
                </a:solidFill>
              </a:rPr>
              <a:t>Fedtsyrer har ikke sidekæder</a:t>
            </a:r>
          </a:p>
          <a:p>
            <a:r>
              <a:rPr lang="da-DK" dirty="0" err="1"/>
              <a:t>Methansyre</a:t>
            </a:r>
            <a:r>
              <a:rPr lang="da-DK" dirty="0"/>
              <a:t>, ethansyre, propansyre er altså </a:t>
            </a:r>
            <a:r>
              <a:rPr lang="da-DK" i="1" dirty="0"/>
              <a:t>ikke</a:t>
            </a:r>
            <a:r>
              <a:rPr lang="da-DK" dirty="0"/>
              <a:t> fedtsyrer</a:t>
            </a:r>
          </a:p>
          <a:p>
            <a:r>
              <a:rPr lang="da-DK" dirty="0"/>
              <a:t>Butansyre, pentansyre, </a:t>
            </a:r>
            <a:r>
              <a:rPr lang="da-DK" dirty="0" err="1"/>
              <a:t>hexansyre</a:t>
            </a:r>
            <a:r>
              <a:rPr lang="da-DK" dirty="0"/>
              <a:t> … er fedtsyrer</a:t>
            </a:r>
          </a:p>
          <a:p>
            <a:r>
              <a:rPr lang="da-DK" dirty="0"/>
              <a:t>Man bruger ofte usystematiske navne for fedtsyrer, fx kaldes </a:t>
            </a:r>
            <a:r>
              <a:rPr lang="da-DK" dirty="0" err="1"/>
              <a:t>hexadecansyre</a:t>
            </a:r>
            <a:r>
              <a:rPr lang="da-DK" dirty="0"/>
              <a:t> for </a:t>
            </a:r>
            <a:r>
              <a:rPr lang="da-DK" dirty="0" err="1"/>
              <a:t>palmitinsyre</a:t>
            </a:r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1EA11B9-CFEA-47EA-8800-004B331EA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41367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Molekylærstruktur og periodisk system på et skrivebord">
            <a:extLst>
              <a:ext uri="{FF2B5EF4-FFF2-40B4-BE49-F238E27FC236}">
                <a16:creationId xmlns:a16="http://schemas.microsoft.com/office/drawing/2014/main" id="{BA5ECF4B-3580-5A96-AD53-CF3A4A88B9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891" b="-2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4EB1FAE-8BA3-6CF2-0125-8386F6423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da-DK" dirty="0"/>
              <a:t>Fedtsyrer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679D042-032C-1284-1D07-7E598B16C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/>
          </a:bodyPr>
          <a:lstStyle/>
          <a:p>
            <a:r>
              <a:rPr lang="da-DK" dirty="0"/>
              <a:t>Fedtsyrerne i triglycerider har typisk 12-22 C-atomer</a:t>
            </a:r>
          </a:p>
          <a:p>
            <a:r>
              <a:rPr lang="da-DK" dirty="0"/>
              <a:t>I naturligt forekommende fedtsyrer er der normalt et lige antal C-atomer (fx 12, 14 …, men IKKE 13, 15 …)</a:t>
            </a:r>
          </a:p>
          <a:p>
            <a:r>
              <a:rPr lang="da-DK" dirty="0"/>
              <a:t>Der </a:t>
            </a:r>
            <a:r>
              <a:rPr lang="da-DK" i="1" dirty="0"/>
              <a:t>kan</a:t>
            </a:r>
            <a:r>
              <a:rPr lang="da-DK" dirty="0"/>
              <a:t> være dobbeltbindinger i fedtsyrer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18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956B7BB-5055-10DB-191E-50D4B749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67A2ED9-3AC1-41CB-B9AA-CD719431F2C2}" type="slidenum">
              <a:rPr lang="da-DK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16</a:t>
            </a:fld>
            <a:endParaRPr lang="da-DK">
              <a:solidFill>
                <a:srgbClr val="FFFFFF"/>
              </a:solidFill>
            </a:endParaRPr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2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6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43010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B81820-63B9-479D-A283-1F2FD7635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E550192-EB52-4AF8-B311-B17DA1467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Der udleveres en opgave til hver gruppe (15 grupper)</a:t>
            </a:r>
          </a:p>
          <a:p>
            <a:r>
              <a:rPr lang="da-DK" dirty="0"/>
              <a:t>Filnavn: </a:t>
            </a:r>
            <a:r>
              <a:rPr lang="da-DK" dirty="0">
                <a:solidFill>
                  <a:srgbClr val="00B0F0"/>
                </a:solidFill>
              </a:rPr>
              <a:t>tegn-fedtsyrer.docx</a:t>
            </a:r>
          </a:p>
          <a:p>
            <a:r>
              <a:rPr lang="da-DK" dirty="0">
                <a:solidFill>
                  <a:schemeClr val="tx1"/>
                </a:solidFill>
              </a:rPr>
              <a:t>Tegn på tavlen (husk at skrive nummer)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C615FBB-41CB-4EBF-8402-0832B700A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25934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D397A5-9080-4472-89E5-3408E657D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Dannelse af triglycerid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2E47096-CF57-4DAD-8966-133A3D54B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Et molekyle triglycerid kan tænkes dannet ud fra et molekyle glycerol og tre molekyler fedtsyre</a:t>
            </a:r>
          </a:p>
          <a:p>
            <a:r>
              <a:rPr lang="da-DK" dirty="0"/>
              <a:t>Der dannes tre molekyler vand ved reaktionen</a:t>
            </a:r>
          </a:p>
          <a:p>
            <a:r>
              <a:rPr lang="da-DK" dirty="0"/>
              <a:t>Det er dog ikke sådan triglycerider dannes i planter eller dyr</a:t>
            </a:r>
          </a:p>
          <a:p>
            <a:r>
              <a:rPr lang="da-DK" dirty="0"/>
              <a:t>Et ”</a:t>
            </a:r>
            <a:r>
              <a:rPr lang="da-DK" dirty="0" err="1"/>
              <a:t>pseudoreaktionsskema</a:t>
            </a:r>
            <a:r>
              <a:rPr lang="da-DK" dirty="0"/>
              <a:t>” ser sådan ud:</a:t>
            </a:r>
          </a:p>
          <a:p>
            <a:r>
              <a:rPr lang="da-DK" dirty="0"/>
              <a:t>1 glycerol + 3 fedtsyrer ⟶ 1 triglycerid + 3 vand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CE0DFC3-E91C-4CB4-9EBB-3F0875435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17193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frundet rektangel 6"/>
          <p:cNvSpPr/>
          <p:nvPr/>
        </p:nvSpPr>
        <p:spPr>
          <a:xfrm>
            <a:off x="3011055" y="3943927"/>
            <a:ext cx="5320145" cy="278938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Afrundet rektangel 2"/>
          <p:cNvSpPr/>
          <p:nvPr/>
        </p:nvSpPr>
        <p:spPr>
          <a:xfrm>
            <a:off x="3186545" y="591129"/>
            <a:ext cx="1579419" cy="276167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Afrundet rektangel 4"/>
          <p:cNvSpPr/>
          <p:nvPr/>
        </p:nvSpPr>
        <p:spPr>
          <a:xfrm>
            <a:off x="4886036" y="563418"/>
            <a:ext cx="4747491" cy="298334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79EADA-2307-4841-B365-4D2B590E8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528" y="651165"/>
            <a:ext cx="3729076" cy="1320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 err="1">
                <a:latin typeface="+mj-lt"/>
                <a:ea typeface="+mj-ea"/>
                <a:cs typeface="+mj-cs"/>
              </a:rPr>
              <a:t>Dannelse</a:t>
            </a:r>
            <a:r>
              <a:rPr lang="en-US" kern="1200" dirty="0"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latin typeface="+mj-lt"/>
                <a:ea typeface="+mj-ea"/>
                <a:cs typeface="+mj-cs"/>
              </a:rPr>
              <a:t>af</a:t>
            </a:r>
            <a:r>
              <a:rPr lang="en-US" kern="1200" dirty="0"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latin typeface="+mj-lt"/>
                <a:ea typeface="+mj-ea"/>
                <a:cs typeface="+mj-cs"/>
              </a:rPr>
              <a:t>triglycerid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6" name="Pladsholder til indhold 5" descr="Et billede, der indeholder sort, lys, hvid, metal&#10;&#10;Automatisk genereret beskrivelse">
            <a:extLst>
              <a:ext uri="{FF2B5EF4-FFF2-40B4-BE49-F238E27FC236}">
                <a16:creationId xmlns:a16="http://schemas.microsoft.com/office/drawing/2014/main" id="{F4997113-0A98-4D78-B5C5-1DA2AFD93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8971" y="698024"/>
            <a:ext cx="5633930" cy="5884000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1A026CB-6E3A-4947-892E-E99FFF3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Aft>
                <a:spcPts val="600"/>
              </a:spcAft>
            </a:pPr>
            <a:fld id="{967A2ED9-3AC1-41CB-B9AA-CD719431F2C2}" type="slidenum">
              <a:rPr lang="en-US" smtClean="0"/>
              <a:pPr defTabSz="914400">
                <a:spcAft>
                  <a:spcPts val="600"/>
                </a:spcAft>
              </a:pPr>
              <a:t>19</a:t>
            </a:fld>
            <a:endParaRPr lang="en-US"/>
          </a:p>
        </p:txBody>
      </p:sp>
      <p:sp>
        <p:nvSpPr>
          <p:cNvPr id="8" name="Tekstboks 7"/>
          <p:cNvSpPr txBox="1"/>
          <p:nvPr/>
        </p:nvSpPr>
        <p:spPr>
          <a:xfrm>
            <a:off x="3435927" y="591128"/>
            <a:ext cx="1080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glycerol</a:t>
            </a:r>
          </a:p>
        </p:txBody>
      </p:sp>
      <p:sp>
        <p:nvSpPr>
          <p:cNvPr id="9" name="Tekstboks 8"/>
          <p:cNvSpPr txBox="1"/>
          <p:nvPr/>
        </p:nvSpPr>
        <p:spPr>
          <a:xfrm>
            <a:off x="5671127" y="563541"/>
            <a:ext cx="3611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tre fedtsyrer</a:t>
            </a:r>
          </a:p>
        </p:txBody>
      </p:sp>
      <p:sp>
        <p:nvSpPr>
          <p:cNvPr id="10" name="Tekstboks 9"/>
          <p:cNvSpPr txBox="1"/>
          <p:nvPr/>
        </p:nvSpPr>
        <p:spPr>
          <a:xfrm>
            <a:off x="5430981" y="3926228"/>
            <a:ext cx="193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tryglycerid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41242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148688-3321-43B9-B0CA-AD177F139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Triglycerider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7D21C1E-8E2B-42CF-B42C-8E7EA3FA5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Hvis alle tre fedtsyrekæder er ens, kalder vi triglyceridet for </a:t>
            </a:r>
            <a:r>
              <a:rPr lang="da-DK" dirty="0">
                <a:solidFill>
                  <a:srgbClr val="FF0000"/>
                </a:solidFill>
              </a:rPr>
              <a:t>simpelt</a:t>
            </a:r>
          </a:p>
          <a:p>
            <a:r>
              <a:rPr lang="da-DK" dirty="0">
                <a:solidFill>
                  <a:schemeClr val="tx1"/>
                </a:solidFill>
              </a:rPr>
              <a:t>Hvis der er forskellige fedtsyrekæder kalder vi triglyceridet for </a:t>
            </a:r>
            <a:r>
              <a:rPr lang="da-DK" dirty="0">
                <a:solidFill>
                  <a:srgbClr val="FF0000"/>
                </a:solidFill>
              </a:rPr>
              <a:t>blandet</a:t>
            </a:r>
          </a:p>
          <a:p>
            <a:r>
              <a:rPr lang="da-DK" dirty="0">
                <a:solidFill>
                  <a:schemeClr val="tx1"/>
                </a:solidFill>
              </a:rPr>
              <a:t>Triglyceridet på forrige side er altså simpelt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5B00E33-A988-4892-8B65-A183AF090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20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61984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78969D-1566-4829-818C-3969B6CE8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Fedtsyrer med dobbeltbindinger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455EA56-D95A-4A07-889B-226279B68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Fedtsyrer kan indeholde en eller flere dobbeltbindinger i </a:t>
            </a:r>
            <a:r>
              <a:rPr lang="da-DK" dirty="0" err="1"/>
              <a:t>carbonkæden</a:t>
            </a:r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6D027FB-CAAD-42CC-B2BA-28DD62AF5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21</a:t>
            </a:fld>
            <a:endParaRPr lang="da-DK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5AE1A6A2-6873-4B45-9886-FD52E85A0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395" y="2875627"/>
            <a:ext cx="5033462" cy="362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144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DBC247-F40D-4E43-ADA5-5C3BF815D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Fedtsyrer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6509E66-A500-4273-9C4B-CE662722B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Fedtsyrer adskiller sig fra hinanden på tre måder:</a:t>
            </a:r>
          </a:p>
          <a:p>
            <a:pPr lvl="1"/>
            <a:r>
              <a:rPr lang="da-DK" dirty="0"/>
              <a:t>Længden af C-kæden</a:t>
            </a:r>
          </a:p>
          <a:p>
            <a:pPr lvl="1"/>
            <a:r>
              <a:rPr lang="da-DK" dirty="0"/>
              <a:t>Antal dobbeltbindinger i kæden</a:t>
            </a:r>
          </a:p>
          <a:p>
            <a:pPr lvl="1"/>
            <a:r>
              <a:rPr lang="da-DK" dirty="0"/>
              <a:t>Placeringen af dobbeltbindinger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B08A81E-4E04-48F1-921B-F64C80A4A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22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73623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53376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33042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24631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19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6597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5488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3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655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821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D987B6D-322B-49E5-B5CF-164F8D1FA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3843375" cy="5175624"/>
          </a:xfrm>
        </p:spPr>
        <p:txBody>
          <a:bodyPr anchor="ctr">
            <a:normAutofit/>
          </a:bodyPr>
          <a:lstStyle/>
          <a:p>
            <a:r>
              <a:rPr lang="da-DK">
                <a:solidFill>
                  <a:schemeClr val="tx1">
                    <a:lumMod val="85000"/>
                    <a:lumOff val="15000"/>
                  </a:schemeClr>
                </a:solidFill>
              </a:rPr>
              <a:t>Fedtsyrer – mættede og umættede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42BFA2A-77A0-4F60-A32A-685681C84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154" y="-8467"/>
            <a:ext cx="7109846" cy="6866467"/>
          </a:xfrm>
          <a:custGeom>
            <a:avLst/>
            <a:gdLst>
              <a:gd name="connsiteX0" fmla="*/ 0 w 7109846"/>
              <a:gd name="connsiteY0" fmla="*/ 0 h 6866467"/>
              <a:gd name="connsiteX1" fmla="*/ 1249825 w 7109846"/>
              <a:gd name="connsiteY1" fmla="*/ 0 h 6866467"/>
              <a:gd name="connsiteX2" fmla="*/ 1249825 w 7109846"/>
              <a:gd name="connsiteY2" fmla="*/ 8467 h 6866467"/>
              <a:gd name="connsiteX3" fmla="*/ 7109846 w 7109846"/>
              <a:gd name="connsiteY3" fmla="*/ 8467 h 6866467"/>
              <a:gd name="connsiteX4" fmla="*/ 7109846 w 7109846"/>
              <a:gd name="connsiteY4" fmla="*/ 6866467 h 6866467"/>
              <a:gd name="connsiteX5" fmla="*/ 1249825 w 7109846"/>
              <a:gd name="connsiteY5" fmla="*/ 6866467 h 6866467"/>
              <a:gd name="connsiteX6" fmla="*/ 1109382 w 7109846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09846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7109846" y="8467"/>
                </a:lnTo>
                <a:lnTo>
                  <a:pt x="7109846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B96C28F-BE66-4106-B237-ADD397953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6084" y="609601"/>
            <a:ext cx="5511296" cy="5175624"/>
          </a:xfrm>
        </p:spPr>
        <p:txBody>
          <a:bodyPr anchor="ctr">
            <a:normAutofit/>
          </a:bodyPr>
          <a:lstStyle/>
          <a:p>
            <a:r>
              <a:rPr lang="da-DK">
                <a:solidFill>
                  <a:srgbClr val="FFFFFF"/>
                </a:solidFill>
              </a:rPr>
              <a:t>Fedtsyrer uden dobbeltbindinger kaldes for mættede</a:t>
            </a:r>
          </a:p>
          <a:p>
            <a:r>
              <a:rPr lang="da-DK">
                <a:solidFill>
                  <a:srgbClr val="FFFFFF"/>
                </a:solidFill>
              </a:rPr>
              <a:t>Fedtsyrer med én dobbeltbinding kaldes for enkeltumættede eller monoumættede</a:t>
            </a:r>
          </a:p>
          <a:p>
            <a:r>
              <a:rPr lang="da-DK">
                <a:solidFill>
                  <a:srgbClr val="FFFFFF"/>
                </a:solidFill>
              </a:rPr>
              <a:t>Fedtsyrer med to eller flere dobbeltbindinger kaldes for flerumættede eller polyumættede</a:t>
            </a:r>
          </a:p>
          <a:p>
            <a:r>
              <a:rPr lang="da-DK">
                <a:solidFill>
                  <a:srgbClr val="FFFFFF"/>
                </a:solidFill>
              </a:rPr>
              <a:t>Umættede fedtsyrer er en samles betegnelse for enkelt- og flerumættede fedtsyrer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685EFE0-1754-4657-B2EB-3B4C3F442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67A2ED9-3AC1-41CB-B9AA-CD719431F2C2}" type="slidenum">
              <a:rPr lang="da-DK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23</a:t>
            </a:fld>
            <a:endParaRPr lang="da-DK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42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6B4A5D-EED7-42D6-9E64-DBDA38DE2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3561291" cy="1320800"/>
          </a:xfrm>
        </p:spPr>
        <p:txBody>
          <a:bodyPr/>
          <a:lstStyle/>
          <a:p>
            <a:r>
              <a:rPr lang="da-DK" dirty="0"/>
              <a:t>Fedtsyrer</a:t>
            </a:r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82B68111-FDE4-47FB-994F-F730A7F1B0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555" y="325555"/>
            <a:ext cx="4116297" cy="6020607"/>
          </a:xfr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9B24F5F-8139-4F06-A18F-0C9F2CD13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24</a:t>
            </a:fld>
            <a:endParaRPr lang="da-DK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B2C60005-A844-4199-9419-3009C4EC3D61}"/>
              </a:ext>
            </a:extLst>
          </p:cNvPr>
          <p:cNvSpPr txBox="1"/>
          <p:nvPr/>
        </p:nvSpPr>
        <p:spPr>
          <a:xfrm>
            <a:off x="638175" y="2324100"/>
            <a:ext cx="35718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400" dirty="0"/>
              <a:t>Hvilke af de viste fedtsyrer er mættede?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400" dirty="0"/>
              <a:t>Hvilke er enkeltumættede?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400" dirty="0"/>
              <a:t>Hvilke er flerumættede?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E90BDB66-AAF9-3A33-EA18-8163D85918A1}"/>
              </a:ext>
            </a:extLst>
          </p:cNvPr>
          <p:cNvSpPr/>
          <p:nvPr/>
        </p:nvSpPr>
        <p:spPr>
          <a:xfrm>
            <a:off x="4531360" y="508000"/>
            <a:ext cx="365760" cy="345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8245DD83-3EDE-7FE6-6A4D-38C46E699190}"/>
              </a:ext>
            </a:extLst>
          </p:cNvPr>
          <p:cNvSpPr txBox="1"/>
          <p:nvPr/>
        </p:nvSpPr>
        <p:spPr>
          <a:xfrm>
            <a:off x="4531360" y="508000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3CDE2717-D9B6-AD33-EF3B-E2B10046B214}"/>
              </a:ext>
            </a:extLst>
          </p:cNvPr>
          <p:cNvSpPr/>
          <p:nvPr/>
        </p:nvSpPr>
        <p:spPr>
          <a:xfrm>
            <a:off x="4551680" y="1107440"/>
            <a:ext cx="365760" cy="345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A3EF7292-0216-81D3-1F4B-B4260E268028}"/>
              </a:ext>
            </a:extLst>
          </p:cNvPr>
          <p:cNvSpPr txBox="1"/>
          <p:nvPr/>
        </p:nvSpPr>
        <p:spPr>
          <a:xfrm>
            <a:off x="4551680" y="1107440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A07E212B-4395-AB7F-E7FE-9D7207CEECFE}"/>
              </a:ext>
            </a:extLst>
          </p:cNvPr>
          <p:cNvSpPr/>
          <p:nvPr/>
        </p:nvSpPr>
        <p:spPr>
          <a:xfrm>
            <a:off x="4551680" y="1923812"/>
            <a:ext cx="365760" cy="345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8" name="Tekstfelt 17">
            <a:extLst>
              <a:ext uri="{FF2B5EF4-FFF2-40B4-BE49-F238E27FC236}">
                <a16:creationId xmlns:a16="http://schemas.microsoft.com/office/drawing/2014/main" id="{CC189CD9-F498-6F00-D6C6-6D74E5C79B31}"/>
              </a:ext>
            </a:extLst>
          </p:cNvPr>
          <p:cNvSpPr txBox="1"/>
          <p:nvPr/>
        </p:nvSpPr>
        <p:spPr>
          <a:xfrm>
            <a:off x="4551680" y="1923812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CF3678BA-49FA-4FB1-BED2-EEF369767976}"/>
              </a:ext>
            </a:extLst>
          </p:cNvPr>
          <p:cNvSpPr/>
          <p:nvPr/>
        </p:nvSpPr>
        <p:spPr>
          <a:xfrm>
            <a:off x="4582160" y="2777252"/>
            <a:ext cx="365760" cy="345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2" name="Tekstfelt 21">
            <a:extLst>
              <a:ext uri="{FF2B5EF4-FFF2-40B4-BE49-F238E27FC236}">
                <a16:creationId xmlns:a16="http://schemas.microsoft.com/office/drawing/2014/main" id="{EE77C24A-83DA-D1F8-D1B7-A9455D2B1773}"/>
              </a:ext>
            </a:extLst>
          </p:cNvPr>
          <p:cNvSpPr txBox="1"/>
          <p:nvPr/>
        </p:nvSpPr>
        <p:spPr>
          <a:xfrm>
            <a:off x="4582160" y="2777252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6BDD4781-566A-1825-258F-EE5C86663C89}"/>
              </a:ext>
            </a:extLst>
          </p:cNvPr>
          <p:cNvSpPr/>
          <p:nvPr/>
        </p:nvSpPr>
        <p:spPr>
          <a:xfrm>
            <a:off x="4633078" y="3542824"/>
            <a:ext cx="365760" cy="345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6" name="Tekstfelt 25">
            <a:extLst>
              <a:ext uri="{FF2B5EF4-FFF2-40B4-BE49-F238E27FC236}">
                <a16:creationId xmlns:a16="http://schemas.microsoft.com/office/drawing/2014/main" id="{20278CFE-99C7-651D-BF2D-1526C1C3E1CC}"/>
              </a:ext>
            </a:extLst>
          </p:cNvPr>
          <p:cNvSpPr txBox="1"/>
          <p:nvPr/>
        </p:nvSpPr>
        <p:spPr>
          <a:xfrm>
            <a:off x="4633078" y="3542824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43945289-E4C9-9334-2D8F-A7390308C59B}"/>
              </a:ext>
            </a:extLst>
          </p:cNvPr>
          <p:cNvSpPr/>
          <p:nvPr/>
        </p:nvSpPr>
        <p:spPr>
          <a:xfrm>
            <a:off x="4633078" y="4243309"/>
            <a:ext cx="365760" cy="345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0" name="Tekstfelt 29">
            <a:extLst>
              <a:ext uri="{FF2B5EF4-FFF2-40B4-BE49-F238E27FC236}">
                <a16:creationId xmlns:a16="http://schemas.microsoft.com/office/drawing/2014/main" id="{E3EE0BF8-2CF5-6AD4-C7E7-DAA38E30A2E9}"/>
              </a:ext>
            </a:extLst>
          </p:cNvPr>
          <p:cNvSpPr txBox="1"/>
          <p:nvPr/>
        </p:nvSpPr>
        <p:spPr>
          <a:xfrm>
            <a:off x="4633078" y="4243309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09315974-97AE-FF10-7F3F-C77494E104D5}"/>
              </a:ext>
            </a:extLst>
          </p:cNvPr>
          <p:cNvSpPr/>
          <p:nvPr/>
        </p:nvSpPr>
        <p:spPr>
          <a:xfrm>
            <a:off x="4683937" y="5130800"/>
            <a:ext cx="365760" cy="345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4" name="Tekstfelt 33">
            <a:extLst>
              <a:ext uri="{FF2B5EF4-FFF2-40B4-BE49-F238E27FC236}">
                <a16:creationId xmlns:a16="http://schemas.microsoft.com/office/drawing/2014/main" id="{195D317D-B4FC-7DC9-535B-87F109A59FD8}"/>
              </a:ext>
            </a:extLst>
          </p:cNvPr>
          <p:cNvSpPr txBox="1"/>
          <p:nvPr/>
        </p:nvSpPr>
        <p:spPr>
          <a:xfrm>
            <a:off x="4683937" y="5130800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2C1F4524-A00D-A581-71F4-E79DDA9F44DC}"/>
              </a:ext>
            </a:extLst>
          </p:cNvPr>
          <p:cNvSpPr/>
          <p:nvPr/>
        </p:nvSpPr>
        <p:spPr>
          <a:xfrm>
            <a:off x="4658478" y="5807393"/>
            <a:ext cx="365760" cy="345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8" name="Tekstfelt 37">
            <a:extLst>
              <a:ext uri="{FF2B5EF4-FFF2-40B4-BE49-F238E27FC236}">
                <a16:creationId xmlns:a16="http://schemas.microsoft.com/office/drawing/2014/main" id="{ADEC9880-190E-58D2-6071-65674967DAE7}"/>
              </a:ext>
            </a:extLst>
          </p:cNvPr>
          <p:cNvSpPr txBox="1"/>
          <p:nvPr/>
        </p:nvSpPr>
        <p:spPr>
          <a:xfrm>
            <a:off x="4658478" y="5807393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991659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3D89A7-6CBA-4A9A-9D7D-36EB1F883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82D34DD-3966-42B5-8D50-A8EE480F0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4532841" cy="3880773"/>
          </a:xfrm>
        </p:spPr>
        <p:txBody>
          <a:bodyPr/>
          <a:lstStyle/>
          <a:p>
            <a:r>
              <a:rPr lang="da-DK" dirty="0"/>
              <a:t>Tabellen til højre viser navne på de </a:t>
            </a:r>
            <a:r>
              <a:rPr lang="da-DK"/>
              <a:t>første 20 </a:t>
            </a:r>
            <a:r>
              <a:rPr lang="da-DK" dirty="0" err="1">
                <a:solidFill>
                  <a:srgbClr val="FF0000"/>
                </a:solidFill>
              </a:rPr>
              <a:t>alkaner</a:t>
            </a:r>
            <a:endParaRPr lang="da-DK" dirty="0"/>
          </a:p>
          <a:p>
            <a:r>
              <a:rPr lang="da-DK" dirty="0"/>
              <a:t>Tegn </a:t>
            </a:r>
            <a:r>
              <a:rPr lang="da-DK" dirty="0" err="1"/>
              <a:t>octan</a:t>
            </a:r>
            <a:r>
              <a:rPr lang="da-DK" dirty="0" err="1">
                <a:solidFill>
                  <a:srgbClr val="FF0000"/>
                </a:solidFill>
              </a:rPr>
              <a:t>syre</a:t>
            </a:r>
            <a:r>
              <a:rPr lang="da-DK" dirty="0"/>
              <a:t> og </a:t>
            </a:r>
            <a:r>
              <a:rPr lang="da-DK" dirty="0" err="1"/>
              <a:t>hexadecan</a:t>
            </a:r>
            <a:r>
              <a:rPr lang="da-DK" dirty="0" err="1">
                <a:solidFill>
                  <a:srgbClr val="FF0000"/>
                </a:solidFill>
              </a:rPr>
              <a:t>syre</a:t>
            </a:r>
            <a:endParaRPr lang="da-DK" dirty="0">
              <a:solidFill>
                <a:srgbClr val="FF0000"/>
              </a:solidFill>
            </a:endParaRP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668B304-34CC-4457-A346-C3254AA4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25</a:t>
            </a:fld>
            <a:endParaRPr lang="da-DK"/>
          </a:p>
        </p:txBody>
      </p:sp>
      <p:graphicFrame>
        <p:nvGraphicFramePr>
          <p:cNvPr id="5" name="Tabel 5">
            <a:extLst>
              <a:ext uri="{FF2B5EF4-FFF2-40B4-BE49-F238E27FC236}">
                <a16:creationId xmlns:a16="http://schemas.microsoft.com/office/drawing/2014/main" id="{474C2D87-3BFE-4A94-AEC7-B167684593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276547"/>
              </p:ext>
            </p:extLst>
          </p:nvPr>
        </p:nvGraphicFramePr>
        <p:xfrm>
          <a:off x="5358513" y="1464338"/>
          <a:ext cx="6464300" cy="4784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3495981316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680733957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4172037223"/>
                    </a:ext>
                  </a:extLst>
                </a:gridCol>
                <a:gridCol w="3006725">
                  <a:extLst>
                    <a:ext uri="{9D8B030D-6E8A-4147-A177-3AD203B41FA5}">
                      <a16:colId xmlns:a16="http://schemas.microsoft.com/office/drawing/2014/main" val="461127550"/>
                    </a:ext>
                  </a:extLst>
                </a:gridCol>
              </a:tblGrid>
              <a:tr h="429492">
                <a:tc>
                  <a:txBody>
                    <a:bodyPr/>
                    <a:lstStyle/>
                    <a:p>
                      <a:r>
                        <a:rPr lang="da-DK" dirty="0"/>
                        <a:t>#C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Navn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#C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Navn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806705"/>
                  </a:ext>
                </a:extLst>
              </a:tr>
              <a:tr h="435457">
                <a:tc>
                  <a:txBody>
                    <a:bodyPr/>
                    <a:lstStyle/>
                    <a:p>
                      <a:r>
                        <a:rPr lang="da-DK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Methan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Undecan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364755"/>
                  </a:ext>
                </a:extLst>
              </a:tr>
              <a:tr h="435457">
                <a:tc>
                  <a:txBody>
                    <a:bodyPr/>
                    <a:lstStyle/>
                    <a:p>
                      <a:r>
                        <a:rPr lang="da-DK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Ethan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Dodecan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832973"/>
                  </a:ext>
                </a:extLst>
              </a:tr>
              <a:tr h="435457">
                <a:tc>
                  <a:txBody>
                    <a:bodyPr/>
                    <a:lstStyle/>
                    <a:p>
                      <a:r>
                        <a:rPr lang="da-DK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Propan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Tridecan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53886"/>
                  </a:ext>
                </a:extLst>
              </a:tr>
              <a:tr h="435457">
                <a:tc>
                  <a:txBody>
                    <a:bodyPr/>
                    <a:lstStyle/>
                    <a:p>
                      <a:r>
                        <a:rPr lang="da-DK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Butan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Tetradecan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316849"/>
                  </a:ext>
                </a:extLst>
              </a:tr>
              <a:tr h="435457">
                <a:tc>
                  <a:txBody>
                    <a:bodyPr/>
                    <a:lstStyle/>
                    <a:p>
                      <a:r>
                        <a:rPr lang="da-DK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Pentan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Pentadecan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280503"/>
                  </a:ext>
                </a:extLst>
              </a:tr>
              <a:tr h="435457">
                <a:tc>
                  <a:txBody>
                    <a:bodyPr/>
                    <a:lstStyle/>
                    <a:p>
                      <a:r>
                        <a:rPr lang="da-DK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Hexan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Hexadean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365225"/>
                  </a:ext>
                </a:extLst>
              </a:tr>
              <a:tr h="435457">
                <a:tc>
                  <a:txBody>
                    <a:bodyPr/>
                    <a:lstStyle/>
                    <a:p>
                      <a:r>
                        <a:rPr lang="da-DK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Heptan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Heptadecan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900364"/>
                  </a:ext>
                </a:extLst>
              </a:tr>
              <a:tr h="435457">
                <a:tc>
                  <a:txBody>
                    <a:bodyPr/>
                    <a:lstStyle/>
                    <a:p>
                      <a:r>
                        <a:rPr lang="da-DK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Octan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Octadecan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3906445"/>
                  </a:ext>
                </a:extLst>
              </a:tr>
              <a:tr h="435457">
                <a:tc>
                  <a:txBody>
                    <a:bodyPr/>
                    <a:lstStyle/>
                    <a:p>
                      <a:r>
                        <a:rPr lang="da-DK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Nonan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Nonadecan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029447"/>
                  </a:ext>
                </a:extLst>
              </a:tr>
              <a:tr h="435457">
                <a:tc>
                  <a:txBody>
                    <a:bodyPr/>
                    <a:lstStyle/>
                    <a:p>
                      <a:r>
                        <a:rPr lang="da-DK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Decan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Icosan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524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73049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97149A-A822-4618-8C65-39C3D59C1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Påvisning af dobbeltbindinger med </a:t>
            </a:r>
            <a:r>
              <a:rPr lang="da-DK" dirty="0" err="1"/>
              <a:t>dibrom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B7EE25D-B2EB-4386-9B48-98C32621D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Dibrom</a:t>
            </a:r>
            <a:r>
              <a:rPr lang="da-DK" dirty="0"/>
              <a:t> (Br</a:t>
            </a:r>
            <a:r>
              <a:rPr lang="da-DK" baseline="-25000" dirty="0"/>
              <a:t>2</a:t>
            </a:r>
            <a:r>
              <a:rPr lang="da-DK" dirty="0"/>
              <a:t>, </a:t>
            </a:r>
            <a:r>
              <a:rPr lang="da-DK" dirty="0" err="1"/>
              <a:t>Br-Br</a:t>
            </a:r>
            <a:r>
              <a:rPr lang="da-DK" dirty="0"/>
              <a:t>) er er rødlig væske</a:t>
            </a:r>
          </a:p>
          <a:p>
            <a:r>
              <a:rPr lang="da-DK" dirty="0"/>
              <a:t>Det er det eneste ikkemetal der er flydende ved stuetemperatur</a:t>
            </a:r>
          </a:p>
          <a:p>
            <a:r>
              <a:rPr lang="da-DK" dirty="0"/>
              <a:t>(Kviksølv, Hg, er det eneste metal der er flydende ved stuetemperatur)</a:t>
            </a:r>
          </a:p>
          <a:p>
            <a:r>
              <a:rPr lang="da-DK" dirty="0"/>
              <a:t>Når </a:t>
            </a:r>
            <a:r>
              <a:rPr lang="da-DK" dirty="0" err="1"/>
              <a:t>dibrom</a:t>
            </a:r>
            <a:r>
              <a:rPr lang="da-DK" dirty="0"/>
              <a:t> reagerer med et organisk stof med en dobbeltbinding, sker der en såkaldt additionsreaktion</a:t>
            </a:r>
          </a:p>
          <a:p>
            <a:r>
              <a:rPr lang="da-DK" dirty="0"/>
              <a:t>Ved en additionsreaktion går to molekyler sammen og danner et nyt molekyle</a:t>
            </a:r>
          </a:p>
          <a:p>
            <a:r>
              <a:rPr lang="da-DK" dirty="0"/>
              <a:t>Se reaktionsskema på næste side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D5EA103-C1F7-4A85-948C-FAC9456E5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26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43954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CA2BEE-0559-4736-968D-12C80DD2D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Addition</a:t>
            </a:r>
          </a:p>
        </p:txBody>
      </p:sp>
      <p:pic>
        <p:nvPicPr>
          <p:cNvPr id="6" name="Pladsholder til indhold 5" descr="Et billede, der indeholder tekst, skærm&#10;&#10;Automatisk genereret beskrivelse">
            <a:extLst>
              <a:ext uri="{FF2B5EF4-FFF2-40B4-BE49-F238E27FC236}">
                <a16:creationId xmlns:a16="http://schemas.microsoft.com/office/drawing/2014/main" id="{415F17B1-E1F8-4E6D-92C9-C3402E26E3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14" y="1669775"/>
            <a:ext cx="8038388" cy="1490868"/>
          </a:xfr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EFEB7A7-05EB-4066-B898-E7475C297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27</a:t>
            </a:fld>
            <a:endParaRPr lang="da-DK"/>
          </a:p>
        </p:txBody>
      </p:sp>
      <p:sp>
        <p:nvSpPr>
          <p:cNvPr id="7" name="Tekstfelt 6">
            <a:extLst>
              <a:ext uri="{FF2B5EF4-FFF2-40B4-BE49-F238E27FC236}">
                <a16:creationId xmlns:a16="http://schemas.microsoft.com/office/drawing/2014/main" id="{921D0A91-78E9-4630-AF03-026853C4A9D8}"/>
              </a:ext>
            </a:extLst>
          </p:cNvPr>
          <p:cNvSpPr txBox="1"/>
          <p:nvPr/>
        </p:nvSpPr>
        <p:spPr>
          <a:xfrm>
            <a:off x="1085314" y="3697358"/>
            <a:ext cx="732839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400" dirty="0"/>
              <a:t>De to </a:t>
            </a:r>
            <a:r>
              <a:rPr lang="da-DK" sz="2400" dirty="0" err="1"/>
              <a:t>bromatomer</a:t>
            </a:r>
            <a:r>
              <a:rPr lang="da-DK" sz="2400" dirty="0"/>
              <a:t> fra </a:t>
            </a:r>
            <a:r>
              <a:rPr lang="da-DK" sz="2400" dirty="0" err="1"/>
              <a:t>dibrom</a:t>
            </a:r>
            <a:r>
              <a:rPr lang="da-DK" sz="2400" dirty="0"/>
              <a:t> sætter sig på de to C-atomer omkring dobbeltbindingen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400" dirty="0"/>
              <a:t>Dobbeltbindingen ”sprænges”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400" dirty="0"/>
              <a:t>Da </a:t>
            </a:r>
            <a:r>
              <a:rPr lang="da-DK" sz="2400" dirty="0" err="1"/>
              <a:t>dibrom</a:t>
            </a:r>
            <a:r>
              <a:rPr lang="da-DK" sz="2400" dirty="0"/>
              <a:t> er rødligt, vil den røde farve forsvinde fra opløsningen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2400" dirty="0"/>
              <a:t>Man kan derfor bruge </a:t>
            </a:r>
            <a:r>
              <a:rPr lang="da-DK" sz="2400" dirty="0" err="1"/>
              <a:t>dibrom</a:t>
            </a:r>
            <a:r>
              <a:rPr lang="da-DK" sz="2400" dirty="0"/>
              <a:t> som en test for dobbeltbindinger</a:t>
            </a:r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77F083C7-FB40-8D07-772D-0C83C58972D6}"/>
              </a:ext>
            </a:extLst>
          </p:cNvPr>
          <p:cNvSpPr txBox="1"/>
          <p:nvPr/>
        </p:nvSpPr>
        <p:spPr>
          <a:xfrm>
            <a:off x="8202386" y="649736"/>
            <a:ext cx="2732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NB: hex-1-en er </a:t>
            </a:r>
            <a:r>
              <a:rPr lang="da-DK" i="1" dirty="0">
                <a:solidFill>
                  <a:srgbClr val="FF0000"/>
                </a:solidFill>
              </a:rPr>
              <a:t>ikke</a:t>
            </a:r>
            <a:r>
              <a:rPr lang="da-DK" dirty="0">
                <a:solidFill>
                  <a:srgbClr val="FF0000"/>
                </a:solidFill>
              </a:rPr>
              <a:t> en fedtsyre!</a:t>
            </a:r>
          </a:p>
        </p:txBody>
      </p:sp>
      <p:cxnSp>
        <p:nvCxnSpPr>
          <p:cNvPr id="8" name="Lige pilforbindelse 7">
            <a:extLst>
              <a:ext uri="{FF2B5EF4-FFF2-40B4-BE49-F238E27FC236}">
                <a16:creationId xmlns:a16="http://schemas.microsoft.com/office/drawing/2014/main" id="{094012EA-7CCF-747C-8091-4201F41ABD54}"/>
              </a:ext>
            </a:extLst>
          </p:cNvPr>
          <p:cNvCxnSpPr/>
          <p:nvPr/>
        </p:nvCxnSpPr>
        <p:spPr>
          <a:xfrm flipH="1">
            <a:off x="2804160" y="1056640"/>
            <a:ext cx="5273040" cy="538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7004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B552C4-8F3F-4FB5-A6CE-9DD7D6DFD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9123" y="609600"/>
            <a:ext cx="4924878" cy="13208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err="1">
                <a:latin typeface="+mj-lt"/>
                <a:ea typeface="+mj-ea"/>
                <a:cs typeface="+mj-cs"/>
              </a:rPr>
              <a:t>Opgaver</a:t>
            </a:r>
            <a:endParaRPr lang="en-US" kern="1200">
              <a:latin typeface="+mj-lt"/>
              <a:ea typeface="+mj-ea"/>
              <a:cs typeface="+mj-cs"/>
            </a:endParaRPr>
          </a:p>
        </p:txBody>
      </p:sp>
      <p:pic>
        <p:nvPicPr>
          <p:cNvPr id="8" name="Graphic 7" descr="Daily Calendar">
            <a:extLst>
              <a:ext uri="{FF2B5EF4-FFF2-40B4-BE49-F238E27FC236}">
                <a16:creationId xmlns:a16="http://schemas.microsoft.com/office/drawing/2014/main" id="{26EAB515-C7E5-4811-B90C-B5E6464D5D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9814" y="1726627"/>
            <a:ext cx="3251701" cy="3251701"/>
          </a:xfrm>
          <a:prstGeom prst="rect">
            <a:avLst/>
          </a:prstGeom>
        </p:spPr>
      </p:pic>
      <p:graphicFrame>
        <p:nvGraphicFramePr>
          <p:cNvPr id="10" name="Pladsholder til indhold 2">
            <a:extLst>
              <a:ext uri="{FF2B5EF4-FFF2-40B4-BE49-F238E27FC236}">
                <a16:creationId xmlns:a16="http://schemas.microsoft.com/office/drawing/2014/main" id="{9D24E558-8BBD-D016-D52F-C152839DCEC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349123" y="2160590"/>
          <a:ext cx="4921876" cy="3739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94C399E-6E2A-4CCC-9D5D-837E2CBE8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Aft>
                <a:spcPts val="600"/>
              </a:spcAft>
            </a:pPr>
            <a:fld id="{967A2ED9-3AC1-41CB-B9AA-CD719431F2C2}" type="slidenum">
              <a:rPr lang="en-US" smtClean="0"/>
              <a:pPr defTabSz="914400">
                <a:spcAft>
                  <a:spcPts val="600"/>
                </a:spcAft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47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CE396D-F98E-4909-B4D2-08AE067A8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Smeltepunkter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B5DF59E-3275-41DE-82B3-121828C72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Smeltepunktet for fedtsyrer afhænger af to parametre:</a:t>
            </a:r>
          </a:p>
          <a:p>
            <a:r>
              <a:rPr lang="da-DK" dirty="0"/>
              <a:t>1. Jo længere </a:t>
            </a:r>
            <a:r>
              <a:rPr lang="da-DK" dirty="0" err="1"/>
              <a:t>carbonkæden</a:t>
            </a:r>
            <a:r>
              <a:rPr lang="da-DK" dirty="0"/>
              <a:t> er, jo højere er smeltepunktet</a:t>
            </a:r>
          </a:p>
          <a:p>
            <a:r>
              <a:rPr lang="da-DK" dirty="0"/>
              <a:t>2. Jo flere dobbeltbindinger der er, jo lavere er smeltepunktet</a:t>
            </a:r>
          </a:p>
          <a:p>
            <a:r>
              <a:rPr lang="da-DK" dirty="0"/>
              <a:t>Tjek at dette stemmer overens med fedtsyrerne på næste side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3655331-8A36-4303-A057-BCF112E7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29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222704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774066-1100-4A84-8A4C-DAA68ABCA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Smeltepunkt</a:t>
            </a:r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90FE9338-BBCC-4F65-BB68-E38A95B822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5520" y="609600"/>
            <a:ext cx="4042809" cy="5913120"/>
          </a:xfr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076BCFC-1BCE-4A2A-B38F-069037F25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30</a:t>
            </a:fld>
            <a:endParaRPr lang="da-DK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1B1D0133-03AA-9437-BDD0-FEE2F495AEDC}"/>
              </a:ext>
            </a:extLst>
          </p:cNvPr>
          <p:cNvSpPr/>
          <p:nvPr/>
        </p:nvSpPr>
        <p:spPr>
          <a:xfrm>
            <a:off x="3994087" y="782187"/>
            <a:ext cx="365760" cy="345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113844CE-6F2C-D6EE-D6A0-F5F69429D45D}"/>
              </a:ext>
            </a:extLst>
          </p:cNvPr>
          <p:cNvSpPr txBox="1"/>
          <p:nvPr/>
        </p:nvSpPr>
        <p:spPr>
          <a:xfrm>
            <a:off x="3994087" y="782187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E87A84D-8D58-7692-DA3A-2651D36B497E}"/>
              </a:ext>
            </a:extLst>
          </p:cNvPr>
          <p:cNvSpPr/>
          <p:nvPr/>
        </p:nvSpPr>
        <p:spPr>
          <a:xfrm>
            <a:off x="4014407" y="1381627"/>
            <a:ext cx="365760" cy="345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60B97F10-3983-AD3D-706B-E99B031AC036}"/>
              </a:ext>
            </a:extLst>
          </p:cNvPr>
          <p:cNvSpPr txBox="1"/>
          <p:nvPr/>
        </p:nvSpPr>
        <p:spPr>
          <a:xfrm>
            <a:off x="4014407" y="1381627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CC7EBB92-3355-9EA9-EF28-AF35FB71B947}"/>
              </a:ext>
            </a:extLst>
          </p:cNvPr>
          <p:cNvSpPr/>
          <p:nvPr/>
        </p:nvSpPr>
        <p:spPr>
          <a:xfrm>
            <a:off x="4014407" y="2197999"/>
            <a:ext cx="365760" cy="345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16" name="Tekstfelt 15">
            <a:extLst>
              <a:ext uri="{FF2B5EF4-FFF2-40B4-BE49-F238E27FC236}">
                <a16:creationId xmlns:a16="http://schemas.microsoft.com/office/drawing/2014/main" id="{C670482B-B2ED-68AF-4DDD-EE0AE3A94A3A}"/>
              </a:ext>
            </a:extLst>
          </p:cNvPr>
          <p:cNvSpPr txBox="1"/>
          <p:nvPr/>
        </p:nvSpPr>
        <p:spPr>
          <a:xfrm>
            <a:off x="4014407" y="2197999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EE3C90DC-A298-138F-2925-95AE1D64CB3A}"/>
              </a:ext>
            </a:extLst>
          </p:cNvPr>
          <p:cNvSpPr/>
          <p:nvPr/>
        </p:nvSpPr>
        <p:spPr>
          <a:xfrm>
            <a:off x="4044887" y="3051439"/>
            <a:ext cx="365760" cy="345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0" name="Tekstfelt 19">
            <a:extLst>
              <a:ext uri="{FF2B5EF4-FFF2-40B4-BE49-F238E27FC236}">
                <a16:creationId xmlns:a16="http://schemas.microsoft.com/office/drawing/2014/main" id="{A9E2E16C-06A1-0FDD-218F-CF87326DCDCC}"/>
              </a:ext>
            </a:extLst>
          </p:cNvPr>
          <p:cNvSpPr txBox="1"/>
          <p:nvPr/>
        </p:nvSpPr>
        <p:spPr>
          <a:xfrm>
            <a:off x="4044887" y="3051439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D8D38456-BA2A-5F79-07BB-E84D34F5B922}"/>
              </a:ext>
            </a:extLst>
          </p:cNvPr>
          <p:cNvSpPr/>
          <p:nvPr/>
        </p:nvSpPr>
        <p:spPr>
          <a:xfrm>
            <a:off x="4095805" y="3817011"/>
            <a:ext cx="365760" cy="345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4" name="Tekstfelt 23">
            <a:extLst>
              <a:ext uri="{FF2B5EF4-FFF2-40B4-BE49-F238E27FC236}">
                <a16:creationId xmlns:a16="http://schemas.microsoft.com/office/drawing/2014/main" id="{F088E11C-71D4-A43F-4DCF-65EF0CBC229C}"/>
              </a:ext>
            </a:extLst>
          </p:cNvPr>
          <p:cNvSpPr txBox="1"/>
          <p:nvPr/>
        </p:nvSpPr>
        <p:spPr>
          <a:xfrm>
            <a:off x="4095805" y="3817011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BC4736DB-F812-824B-134E-464B2CC4CA30}"/>
              </a:ext>
            </a:extLst>
          </p:cNvPr>
          <p:cNvSpPr/>
          <p:nvPr/>
        </p:nvSpPr>
        <p:spPr>
          <a:xfrm>
            <a:off x="4095805" y="4517496"/>
            <a:ext cx="365760" cy="345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8" name="Tekstfelt 27">
            <a:extLst>
              <a:ext uri="{FF2B5EF4-FFF2-40B4-BE49-F238E27FC236}">
                <a16:creationId xmlns:a16="http://schemas.microsoft.com/office/drawing/2014/main" id="{BE9C8126-4DC7-B438-ECAB-E62EF07F8DBC}"/>
              </a:ext>
            </a:extLst>
          </p:cNvPr>
          <p:cNvSpPr txBox="1"/>
          <p:nvPr/>
        </p:nvSpPr>
        <p:spPr>
          <a:xfrm>
            <a:off x="4095805" y="4517496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C0E891B5-0128-C060-7F0A-AB6C424E59CF}"/>
              </a:ext>
            </a:extLst>
          </p:cNvPr>
          <p:cNvSpPr/>
          <p:nvPr/>
        </p:nvSpPr>
        <p:spPr>
          <a:xfrm>
            <a:off x="4146664" y="5404987"/>
            <a:ext cx="365760" cy="345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2" name="Tekstfelt 31">
            <a:extLst>
              <a:ext uri="{FF2B5EF4-FFF2-40B4-BE49-F238E27FC236}">
                <a16:creationId xmlns:a16="http://schemas.microsoft.com/office/drawing/2014/main" id="{C0B5BF6B-8719-0DC7-6AC1-83B5D5CF5152}"/>
              </a:ext>
            </a:extLst>
          </p:cNvPr>
          <p:cNvSpPr txBox="1"/>
          <p:nvPr/>
        </p:nvSpPr>
        <p:spPr>
          <a:xfrm>
            <a:off x="4146664" y="5404987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4AECC75A-4F89-8883-11FA-2260F2A7284C}"/>
              </a:ext>
            </a:extLst>
          </p:cNvPr>
          <p:cNvSpPr/>
          <p:nvPr/>
        </p:nvSpPr>
        <p:spPr>
          <a:xfrm>
            <a:off x="4121205" y="6081580"/>
            <a:ext cx="365760" cy="3454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36" name="Tekstfelt 35">
            <a:extLst>
              <a:ext uri="{FF2B5EF4-FFF2-40B4-BE49-F238E27FC236}">
                <a16:creationId xmlns:a16="http://schemas.microsoft.com/office/drawing/2014/main" id="{F69EE602-D913-358C-A798-D8C456CC4CD1}"/>
              </a:ext>
            </a:extLst>
          </p:cNvPr>
          <p:cNvSpPr txBox="1"/>
          <p:nvPr/>
        </p:nvSpPr>
        <p:spPr>
          <a:xfrm>
            <a:off x="4121205" y="6081580"/>
            <a:ext cx="36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FF000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57149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89B328-48C2-41DD-B729-4C1C56CB5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r>
              <a:rPr lang="da-DK"/>
              <a:t>Opgaver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4DA8029-6788-4DAE-8558-A5A1E315E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r>
              <a:rPr lang="da-DK" dirty="0"/>
              <a:t>Opgaver: 3</a:t>
            </a:r>
          </a:p>
          <a:p>
            <a:r>
              <a:rPr lang="da-DK" dirty="0"/>
              <a:t>5 minutter</a:t>
            </a:r>
          </a:p>
        </p:txBody>
      </p:sp>
      <p:pic>
        <p:nvPicPr>
          <p:cNvPr id="42" name="Picture 5" descr="Hånd, der holder et svip med skygge numre på et ark">
            <a:extLst>
              <a:ext uri="{FF2B5EF4-FFF2-40B4-BE49-F238E27FC236}">
                <a16:creationId xmlns:a16="http://schemas.microsoft.com/office/drawing/2014/main" id="{76310F49-3D10-426B-802B-5BFECB53B6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059" r="430" b="-2"/>
          <a:stretch/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43" name="Isosceles Triangle 9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4E94785-C7ED-49DB-8979-2255ED763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1996" y="6041362"/>
            <a:ext cx="43200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67A2ED9-3AC1-41CB-B9AA-CD719431F2C2}" type="slidenum">
              <a:rPr lang="da-DK" smtClean="0"/>
              <a:pPr>
                <a:spcAft>
                  <a:spcPts val="600"/>
                </a:spcAft>
              </a:pPr>
              <a:t>31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1471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BCA141-1865-4AF5-BFA0-46932BF81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da-DK">
                <a:solidFill>
                  <a:schemeClr val="bg1"/>
                </a:solidFill>
              </a:rPr>
              <a:t>Hærdning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E610419-C24E-4C78-8EFC-0B51EED12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754" y="2160590"/>
            <a:ext cx="3973943" cy="3440110"/>
          </a:xfrm>
        </p:spPr>
        <p:txBody>
          <a:bodyPr>
            <a:normAutofit/>
          </a:bodyPr>
          <a:lstStyle/>
          <a:p>
            <a:r>
              <a:rPr lang="da-DK">
                <a:solidFill>
                  <a:schemeClr val="bg1"/>
                </a:solidFill>
              </a:rPr>
              <a:t>Man kan addere dihydrogen (H</a:t>
            </a:r>
            <a:r>
              <a:rPr lang="da-DK" baseline="-25000">
                <a:solidFill>
                  <a:schemeClr val="bg1"/>
                </a:solidFill>
              </a:rPr>
              <a:t>2</a:t>
            </a:r>
            <a:r>
              <a:rPr lang="da-DK">
                <a:solidFill>
                  <a:schemeClr val="bg1"/>
                </a:solidFill>
              </a:rPr>
              <a:t>) til et stof med dobbeltbindinger</a:t>
            </a:r>
          </a:p>
          <a:p>
            <a:r>
              <a:rPr lang="da-DK">
                <a:solidFill>
                  <a:schemeClr val="bg1"/>
                </a:solidFill>
              </a:rPr>
              <a:t>Bemærk, at det er samme reaktionstype som addition af dibrom (Br</a:t>
            </a:r>
            <a:r>
              <a:rPr lang="da-DK" baseline="-25000">
                <a:solidFill>
                  <a:schemeClr val="bg1"/>
                </a:solidFill>
              </a:rPr>
              <a:t>2</a:t>
            </a:r>
            <a:r>
              <a:rPr lang="da-DK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C5270931-0962-4CBB-9256-330334BFE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2386366"/>
            <a:ext cx="5143500" cy="2072753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6CC8F17-580B-41C5-A73E-863C0B7F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6161" y="6182876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67A2ED9-3AC1-41CB-B9AA-CD719431F2C2}" type="slidenum">
              <a:rPr lang="da-DK">
                <a:solidFill>
                  <a:schemeClr val="tx1">
                    <a:lumMod val="65000"/>
                    <a:lumOff val="35000"/>
                  </a:schemeClr>
                </a:solidFill>
              </a:rPr>
              <a:pPr>
                <a:spcAft>
                  <a:spcPts val="600"/>
                </a:spcAft>
              </a:pPr>
              <a:t>32</a:t>
            </a:fld>
            <a:endParaRPr lang="da-DK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012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D1584D-C4B3-4205-AB3C-A5F381148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Hærdning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064C59D-E9B9-488A-B6A3-2A63D952D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Ved </a:t>
            </a:r>
            <a:r>
              <a:rPr lang="da-DK"/>
              <a:t>tilsætning af </a:t>
            </a:r>
            <a:r>
              <a:rPr lang="da-DK" dirty="0" err="1"/>
              <a:t>dihydrogen</a:t>
            </a:r>
            <a:r>
              <a:rPr lang="da-DK" dirty="0"/>
              <a:t>, og dermed fjernelse af dobbeltbindinger, øges smeltepunktet</a:t>
            </a:r>
          </a:p>
          <a:p>
            <a:r>
              <a:rPr lang="da-DK" dirty="0"/>
              <a:t>Fx kunne smeltepunktet øges fra 5 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°C til 30 °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</a:p>
          <a:p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Hvis smeltepunktet er 5 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 er stoffet flydende ved stuetemperatur (20 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C)</a:t>
            </a:r>
          </a:p>
          <a:p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Hvis 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smeltepunktet er 30 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 er stoffet fast ved stuetemperatur (20 </a:t>
            </a:r>
            <a:r>
              <a:rPr lang="da-DK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°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C)</a:t>
            </a:r>
          </a:p>
          <a:p>
            <a:endParaRPr lang="da-D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08C1409-9698-445E-BD61-B14FA7996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33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259018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0D14A3-DA61-4986-B817-1A2C68ECF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Hærdning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0940900-9B84-4E2A-9577-2ADD6755D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Margarine fremstilles ud fra planteolie</a:t>
            </a:r>
          </a:p>
          <a:p>
            <a:r>
              <a:rPr lang="da-DK" dirty="0"/>
              <a:t>Planteolie er (som regel) flydende ved stuetemperatur</a:t>
            </a:r>
          </a:p>
          <a:p>
            <a:r>
              <a:rPr lang="da-DK" dirty="0"/>
              <a:t>Margarine skal være (halv)fast</a:t>
            </a:r>
          </a:p>
          <a:p>
            <a:r>
              <a:rPr lang="da-DK" dirty="0"/>
              <a:t>Ved at hærde (tilsætte </a:t>
            </a:r>
            <a:r>
              <a:rPr lang="da-DK" dirty="0" err="1"/>
              <a:t>dihydrogen</a:t>
            </a:r>
            <a:r>
              <a:rPr lang="da-DK" dirty="0"/>
              <a:t>) kan man gøre stoffet fast </a:t>
            </a:r>
            <a:r>
              <a:rPr lang="da-DK"/>
              <a:t>ved stuetemperatur</a:t>
            </a: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C6A96F8-6884-4218-9795-C4E49A0FD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34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160134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apir med prøve og blyant">
            <a:extLst>
              <a:ext uri="{FF2B5EF4-FFF2-40B4-BE49-F238E27FC236}">
                <a16:creationId xmlns:a16="http://schemas.microsoft.com/office/drawing/2014/main" id="{CEB1146B-47D3-4B22-8805-0F5ACB67DD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914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CC05006-5FB2-49DE-82A9-CF3D5AA7B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da-DK"/>
              <a:t>Opgaver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CE2108C-8140-4A06-99FF-F83522037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/>
          </a:bodyPr>
          <a:lstStyle/>
          <a:p>
            <a:r>
              <a:rPr lang="da-DK" dirty="0"/>
              <a:t>Opgave 4 </a:t>
            </a:r>
          </a:p>
          <a:p>
            <a:r>
              <a:rPr lang="da-DK" dirty="0"/>
              <a:t>15 minutter</a:t>
            </a:r>
          </a:p>
          <a:p>
            <a:endParaRPr lang="da-DK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18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07C1D1B-0340-4393-94B2-4249ECDEC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67A2ED9-3AC1-41CB-B9AA-CD719431F2C2}" type="slidenum">
              <a:rPr lang="da-DK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35</a:t>
            </a:fld>
            <a:endParaRPr lang="da-DK">
              <a:solidFill>
                <a:srgbClr val="FFFFFF"/>
              </a:solidFill>
            </a:endParaRPr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2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4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6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939934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7585AE-35B0-4992-90DD-4E17A30C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Cis- og transformer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609A8BC-A8CB-4A92-97CE-4E83000C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36</a:t>
            </a:fld>
            <a:endParaRPr lang="da-DK"/>
          </a:p>
        </p:txBody>
      </p:sp>
      <p:pic>
        <p:nvPicPr>
          <p:cNvPr id="10" name="Pladsholder til indhold 9" descr="Et billede, der indeholder tekst, ur&#10;&#10;Automatisk genereret beskrivelse">
            <a:extLst>
              <a:ext uri="{FF2B5EF4-FFF2-40B4-BE49-F238E27FC236}">
                <a16:creationId xmlns:a16="http://schemas.microsoft.com/office/drawing/2014/main" id="{C4FB9138-8D60-426C-B658-D075E91FC4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767840"/>
            <a:ext cx="9501774" cy="2712720"/>
          </a:xfrm>
        </p:spPr>
      </p:pic>
    </p:spTree>
    <p:extLst>
      <p:ext uri="{BB962C8B-B14F-4D97-AF65-F5344CB8AC3E}">
        <p14:creationId xmlns:p14="http://schemas.microsoft.com/office/powerpoint/2010/main" val="24253930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07DB2A-55CD-4898-8DCB-FB62E5BFE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Cis- og transformer</a:t>
            </a:r>
          </a:p>
        </p:txBody>
      </p:sp>
      <p:pic>
        <p:nvPicPr>
          <p:cNvPr id="6" name="Pladsholder til indhold 5" descr="Et billede, der indeholder tekst&#10;&#10;Automatisk genereret beskrivelse">
            <a:extLst>
              <a:ext uri="{FF2B5EF4-FFF2-40B4-BE49-F238E27FC236}">
                <a16:creationId xmlns:a16="http://schemas.microsoft.com/office/drawing/2014/main" id="{141389C6-A77B-4A28-BABF-D9DC16A49F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069" y="2282715"/>
            <a:ext cx="9508519" cy="2746485"/>
          </a:xfr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C8951D0-4CCB-4CB3-BC31-713A7DEC2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37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840649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34F03F-D5EF-4768-A7B6-0D7F0E37E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Cis- og transfedtsyrer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F5D4166-AD5E-4D2F-8900-4F32C2B96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Transfedtsyrer er sundhedsskadelige</a:t>
            </a:r>
          </a:p>
          <a:p>
            <a:r>
              <a:rPr lang="da-DK" dirty="0"/>
              <a:t>Men prøver derfor at undgår transfedtsyrer i fedtstoffer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6C7BD7E-BE26-4970-9CB4-738FCBFCB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38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8271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22942B-DEDC-4BD5-BB00-51F4BA277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Omega-3 og omega-6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382D07D-4C04-4DCD-95A3-58C3FBF42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541971"/>
          </a:xfrm>
        </p:spPr>
        <p:txBody>
          <a:bodyPr/>
          <a:lstStyle/>
          <a:p>
            <a:r>
              <a:rPr lang="da-DK" dirty="0"/>
              <a:t>Normalt tæller vi </a:t>
            </a:r>
            <a:r>
              <a:rPr lang="da-DK" dirty="0" err="1"/>
              <a:t>carbon</a:t>
            </a:r>
            <a:r>
              <a:rPr lang="da-DK" dirty="0"/>
              <a:t>-atomerne i en fedtsyre fra </a:t>
            </a:r>
            <a:r>
              <a:rPr lang="da-DK" dirty="0" err="1"/>
              <a:t>syregruppen</a:t>
            </a:r>
            <a:r>
              <a:rPr lang="da-DK" dirty="0"/>
              <a:t>: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1138C51-25F2-4410-99F5-A46A12EC8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39</a:t>
            </a:fld>
            <a:endParaRPr lang="da-DK"/>
          </a:p>
        </p:txBody>
      </p:sp>
      <p:pic>
        <p:nvPicPr>
          <p:cNvPr id="6" name="Billede 5" descr="Et billede, der indeholder ur&#10;&#10;Automatisk genereret beskrivelse">
            <a:extLst>
              <a:ext uri="{FF2B5EF4-FFF2-40B4-BE49-F238E27FC236}">
                <a16:creationId xmlns:a16="http://schemas.microsoft.com/office/drawing/2014/main" id="{E9C6D571-77C6-4DCE-BC70-A8B5E21E9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699" y="2887028"/>
            <a:ext cx="7784526" cy="1674812"/>
          </a:xfrm>
          <a:prstGeom prst="rect">
            <a:avLst/>
          </a:prstGeom>
        </p:spPr>
      </p:pic>
      <p:sp>
        <p:nvSpPr>
          <p:cNvPr id="10" name="Tekstfelt 9">
            <a:extLst>
              <a:ext uri="{FF2B5EF4-FFF2-40B4-BE49-F238E27FC236}">
                <a16:creationId xmlns:a16="http://schemas.microsoft.com/office/drawing/2014/main" id="{35499695-1E51-405A-8E18-0E78B97E4507}"/>
              </a:ext>
            </a:extLst>
          </p:cNvPr>
          <p:cNvSpPr txBox="1"/>
          <p:nvPr/>
        </p:nvSpPr>
        <p:spPr>
          <a:xfrm>
            <a:off x="985520" y="4958080"/>
            <a:ext cx="8072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I det viste eksempel, sidder dobbeltbindingen mellem C-9 og C-10.</a:t>
            </a:r>
          </a:p>
        </p:txBody>
      </p:sp>
    </p:spTree>
    <p:extLst>
      <p:ext uri="{BB962C8B-B14F-4D97-AF65-F5344CB8AC3E}">
        <p14:creationId xmlns:p14="http://schemas.microsoft.com/office/powerpoint/2010/main" val="40215267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EBBDF4-601B-4ADC-A7C6-CA6374E1B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Omega-3 og omega-6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32694B0-7D0D-4EA8-AFC9-C95851BDE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0349"/>
            <a:ext cx="8596668" cy="2665411"/>
          </a:xfrm>
        </p:spPr>
        <p:txBody>
          <a:bodyPr/>
          <a:lstStyle/>
          <a:p>
            <a:r>
              <a:rPr lang="da-DK" dirty="0"/>
              <a:t>Vi kan imidlertid også vælge at tælle fra modsatte ende: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DB56E81-1ED8-4567-9F15-4BCF43A81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40</a:t>
            </a:fld>
            <a:endParaRPr lang="da-DK"/>
          </a:p>
        </p:txBody>
      </p:sp>
      <p:pic>
        <p:nvPicPr>
          <p:cNvPr id="6" name="Billede 5" descr="Et billede, der indeholder ur&#10;&#10;Automatisk genereret beskrivelse">
            <a:extLst>
              <a:ext uri="{FF2B5EF4-FFF2-40B4-BE49-F238E27FC236}">
                <a16:creationId xmlns:a16="http://schemas.microsoft.com/office/drawing/2014/main" id="{95DA9F09-2C7D-4581-8DC0-E192E3DE9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587" y="2584924"/>
            <a:ext cx="6718457" cy="1590836"/>
          </a:xfrm>
          <a:prstGeom prst="rect">
            <a:avLst/>
          </a:prstGeom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6CDA8450-7329-4529-A799-07E284FF875A}"/>
              </a:ext>
            </a:extLst>
          </p:cNvPr>
          <p:cNvSpPr txBox="1"/>
          <p:nvPr/>
        </p:nvSpPr>
        <p:spPr>
          <a:xfrm>
            <a:off x="1200586" y="4551680"/>
            <a:ext cx="83498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Talt fra den ende af molekylet, sidder dobbeltbindingen nu mellem C-3 og C-4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En sådan fedtsyre kalder vi en omega-3-fedtsyre (Ω-3-fedtsyre, </a:t>
            </a:r>
            <a:r>
              <a:rPr lang="el-GR" dirty="0"/>
              <a:t>Ω</a:t>
            </a:r>
            <a:r>
              <a:rPr lang="da-DK" dirty="0"/>
              <a:t> er det sidste bogstav i det græske alfabet)</a:t>
            </a:r>
          </a:p>
        </p:txBody>
      </p:sp>
    </p:spTree>
    <p:extLst>
      <p:ext uri="{BB962C8B-B14F-4D97-AF65-F5344CB8AC3E}">
        <p14:creationId xmlns:p14="http://schemas.microsoft.com/office/powerpoint/2010/main" val="16999607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BDC533-F403-4B63-B068-A706A5574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Omega-3 og omega-6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F1411C4-0D72-414B-9968-792744BA7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På samme måde har vi omega-6-fedtsyrer: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DCC5CF0-9ECC-4EB2-9F79-2D07533D1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41</a:t>
            </a:fld>
            <a:endParaRPr lang="da-DK"/>
          </a:p>
        </p:txBody>
      </p:sp>
      <p:pic>
        <p:nvPicPr>
          <p:cNvPr id="6" name="Billede 5" descr="Et billede, der indeholder ur&#10;&#10;Automatisk genereret beskrivelse">
            <a:extLst>
              <a:ext uri="{FF2B5EF4-FFF2-40B4-BE49-F238E27FC236}">
                <a16:creationId xmlns:a16="http://schemas.microsoft.com/office/drawing/2014/main" id="{CF9337C8-F563-460A-8A5D-373D7FC94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2737511"/>
            <a:ext cx="7751066" cy="168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213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F70E59-6E4C-400F-8800-04224FFD0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Omega-3 og omega-6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22F9ACD-BE43-4B6D-9449-F91C832A0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6424506" cy="3880773"/>
          </a:xfrm>
        </p:spPr>
        <p:txBody>
          <a:bodyPr/>
          <a:lstStyle/>
          <a:p>
            <a:r>
              <a:rPr lang="da-DK" dirty="0"/>
              <a:t>Kroppen har brug for omega-3- og omega-6-fedtsyrer</a:t>
            </a:r>
          </a:p>
          <a:p>
            <a:r>
              <a:rPr lang="da-DK" dirty="0"/>
              <a:t>Omega-3- og omega-6-fedtsyrer findes bl.a. i fede fisk (laks, sild, makrel m.fl.)</a:t>
            </a:r>
          </a:p>
          <a:p>
            <a:r>
              <a:rPr lang="da-DK" dirty="0"/>
              <a:t>Nogle personer spiser fiskeolie for at få et tilskud af omega-3- og omega-6-fedtsyrer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6BECF91-8B33-498C-AC4E-3E6F97A97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42</a:t>
            </a:fld>
            <a:endParaRPr lang="da-DK"/>
          </a:p>
        </p:txBody>
      </p:sp>
      <p:pic>
        <p:nvPicPr>
          <p:cNvPr id="6" name="Billede 5" descr="Et billede, der indeholder tekst&#10;&#10;Automatisk genereret beskrivelse">
            <a:extLst>
              <a:ext uri="{FF2B5EF4-FFF2-40B4-BE49-F238E27FC236}">
                <a16:creationId xmlns:a16="http://schemas.microsoft.com/office/drawing/2014/main" id="{F4AFE9E3-3FA0-4419-AAE1-8BD7A14F19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9400" y="2160588"/>
            <a:ext cx="2240280" cy="364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1158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4712DE-1F2E-2B76-E9D4-3075F4340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da-DK" dirty="0"/>
              <a:t>Opgaver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12313FC-6EAE-AA63-7CDF-AC7687F57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4532" y="6182876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67A2ED9-3AC1-41CB-B9AA-CD719431F2C2}" type="slidenum">
              <a:rPr lang="da-DK" smtClean="0"/>
              <a:pPr>
                <a:spcAft>
                  <a:spcPts val="600"/>
                </a:spcAft>
              </a:pPr>
              <a:t>43</a:t>
            </a:fld>
            <a:endParaRPr lang="da-DK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6415A623-674D-9E5D-D0D0-9849AC2ECD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3452519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96668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FAD8AA-77D9-0D6F-7A30-FB5656D6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Oversigt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0F3E904-0A4E-4430-FA06-592A3E9F9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Fedtstoffer</a:t>
            </a:r>
          </a:p>
          <a:p>
            <a:r>
              <a:rPr lang="da-DK" dirty="0"/>
              <a:t>Animalske og vegetabilske</a:t>
            </a:r>
          </a:p>
          <a:p>
            <a:r>
              <a:rPr lang="da-DK" dirty="0"/>
              <a:t>Flydende og faste</a:t>
            </a:r>
          </a:p>
          <a:p>
            <a:r>
              <a:rPr lang="da-DK" dirty="0"/>
              <a:t>Zigzagformler</a:t>
            </a:r>
          </a:p>
          <a:p>
            <a:r>
              <a:rPr lang="da-DK" dirty="0"/>
              <a:t>Glycerol</a:t>
            </a:r>
          </a:p>
          <a:p>
            <a:r>
              <a:rPr lang="da-DK" dirty="0"/>
              <a:t>Carboxylsyrer og fedtsyrer</a:t>
            </a:r>
          </a:p>
          <a:p>
            <a:r>
              <a:rPr lang="da-DK" dirty="0"/>
              <a:t>Triglycerider</a:t>
            </a:r>
          </a:p>
          <a:p>
            <a:r>
              <a:rPr lang="da-DK" dirty="0"/>
              <a:t>Mættede, enkeltumættede og flerumættede fedtsyrer</a:t>
            </a:r>
          </a:p>
          <a:p>
            <a:r>
              <a:rPr lang="da-DK" dirty="0"/>
              <a:t>Påvisning af dobbeltbindinger med </a:t>
            </a:r>
            <a:r>
              <a:rPr lang="da-DK" dirty="0" err="1"/>
              <a:t>dibrom</a:t>
            </a: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852636E-D2EE-AC60-769D-C32E38958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44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116068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E6488C-26BC-90D2-53B0-B05FB0CCF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Oversigt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8CCD4F7-7F7A-3B66-3145-8C9587C35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Smeltepunkt</a:t>
            </a:r>
          </a:p>
          <a:p>
            <a:r>
              <a:rPr lang="da-DK" dirty="0"/>
              <a:t>Hærdning</a:t>
            </a:r>
          </a:p>
          <a:p>
            <a:r>
              <a:rPr lang="da-DK" dirty="0"/>
              <a:t>Cis- og transformer</a:t>
            </a:r>
          </a:p>
          <a:p>
            <a:r>
              <a:rPr lang="da-DK" dirty="0"/>
              <a:t>Omega-3- </a:t>
            </a:r>
            <a:r>
              <a:rPr lang="da-DK"/>
              <a:t>og omega-6-fedtsyrer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3B5C234-DCD5-9DC1-1BBB-284C537CC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A2ED9-3AC1-41CB-B9AA-CD719431F2C2}" type="slidenum">
              <a:rPr lang="da-DK" smtClean="0"/>
              <a:t>45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2282092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901</TotalTime>
  <Words>1124</Words>
  <Application>Microsoft Office PowerPoint</Application>
  <PresentationFormat>Widescreen</PresentationFormat>
  <Paragraphs>267</Paragraphs>
  <Slides>45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45</vt:i4>
      </vt:variant>
    </vt:vector>
  </HeadingPairs>
  <TitlesOfParts>
    <vt:vector size="50" baseType="lpstr">
      <vt:lpstr>Arial</vt:lpstr>
      <vt:lpstr>Calibri</vt:lpstr>
      <vt:lpstr>Trebuchet MS</vt:lpstr>
      <vt:lpstr>Wingdings 3</vt:lpstr>
      <vt:lpstr>Facet</vt:lpstr>
      <vt:lpstr>Organisk kemi 3 Fedtstoffer</vt:lpstr>
      <vt:lpstr>Fedtstoffer</vt:lpstr>
      <vt:lpstr>Fedtstoffer</vt:lpstr>
      <vt:lpstr>Fedtstoffer</vt:lpstr>
      <vt:lpstr>En ny slags strukturformel</vt:lpstr>
      <vt:lpstr>Zigzagformler</vt:lpstr>
      <vt:lpstr>Zigzagformler</vt:lpstr>
      <vt:lpstr>Opgaver</vt:lpstr>
      <vt:lpstr>Triglycerider</vt:lpstr>
      <vt:lpstr>Glycerol</vt:lpstr>
      <vt:lpstr>Opgaver</vt:lpstr>
      <vt:lpstr>Carboxylsyrer</vt:lpstr>
      <vt:lpstr>Carboxylsyrer</vt:lpstr>
      <vt:lpstr>Carboxylsyrer</vt:lpstr>
      <vt:lpstr>Fedtsyrer</vt:lpstr>
      <vt:lpstr>Fedtsyrer</vt:lpstr>
      <vt:lpstr>Opgave</vt:lpstr>
      <vt:lpstr>Dannelse af triglycerid</vt:lpstr>
      <vt:lpstr>Dannelse af triglycerid</vt:lpstr>
      <vt:lpstr>Triglycerider</vt:lpstr>
      <vt:lpstr>Fedtsyrer med dobbeltbindinger</vt:lpstr>
      <vt:lpstr>Fedtsyrer</vt:lpstr>
      <vt:lpstr>Fedtsyrer – mættede og umættede</vt:lpstr>
      <vt:lpstr>Fedtsyrer</vt:lpstr>
      <vt:lpstr>Opgave</vt:lpstr>
      <vt:lpstr>Påvisning af dobbeltbindinger med dibrom</vt:lpstr>
      <vt:lpstr>Addition</vt:lpstr>
      <vt:lpstr>Opgaver</vt:lpstr>
      <vt:lpstr>Smeltepunkter</vt:lpstr>
      <vt:lpstr>Smeltepunkt</vt:lpstr>
      <vt:lpstr>Opgaver</vt:lpstr>
      <vt:lpstr>Hærdning</vt:lpstr>
      <vt:lpstr>Hærdning</vt:lpstr>
      <vt:lpstr>Hærdning</vt:lpstr>
      <vt:lpstr>Opgaver</vt:lpstr>
      <vt:lpstr>Cis- og transformer</vt:lpstr>
      <vt:lpstr>Cis- og transformer</vt:lpstr>
      <vt:lpstr>Cis- og transfedtsyrer</vt:lpstr>
      <vt:lpstr>Omega-3 og omega-6</vt:lpstr>
      <vt:lpstr>Omega-3 og omega-6</vt:lpstr>
      <vt:lpstr>Omega-3 og omega-6</vt:lpstr>
      <vt:lpstr>Omega-3 og omega-6</vt:lpstr>
      <vt:lpstr>Opgaver</vt:lpstr>
      <vt:lpstr>Oversigt</vt:lpstr>
      <vt:lpstr>Oversigt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Fedtstoffer</dc:title>
  <dc:creator>Henry Vest</dc:creator>
  <cp:lastModifiedBy>Henry Valdemar Vest</cp:lastModifiedBy>
  <cp:revision>47</cp:revision>
  <dcterms:created xsi:type="dcterms:W3CDTF">2021-01-25T07:15:39Z</dcterms:created>
  <dcterms:modified xsi:type="dcterms:W3CDTF">2026-10-05T06:46:44Z</dcterms:modified>
</cp:coreProperties>
</file>