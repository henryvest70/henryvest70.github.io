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1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F3E634-4479-4434-87D4-48D9ADCC3D92}" v="174" dt="2026-09-29T05:54:49.4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 Valdemar Vest" userId="f5b1f0ec-4051-405f-83b3-0c678f78df49" providerId="ADAL" clId="{0B671710-12AA-4A9C-8982-6D6CBD054718}"/>
    <pc:docChg chg="custSel addSld delSld modSld">
      <pc:chgData name="Henry Valdemar Vest" userId="f5b1f0ec-4051-405f-83b3-0c678f78df49" providerId="ADAL" clId="{0B671710-12AA-4A9C-8982-6D6CBD054718}" dt="2026-09-29T05:54:31.067" v="2519" actId="20577"/>
      <pc:docMkLst>
        <pc:docMk/>
      </pc:docMkLst>
      <pc:sldChg chg="addSp modSp mod">
        <pc:chgData name="Henry Valdemar Vest" userId="f5b1f0ec-4051-405f-83b3-0c678f78df49" providerId="ADAL" clId="{0B671710-12AA-4A9C-8982-6D6CBD054718}" dt="2026-09-28T10:53:02.936" v="128" actId="20577"/>
        <pc:sldMkLst>
          <pc:docMk/>
          <pc:sldMk cId="3003655849" sldId="259"/>
        </pc:sldMkLst>
        <pc:spChg chg="mod">
          <ac:chgData name="Henry Valdemar Vest" userId="f5b1f0ec-4051-405f-83b3-0c678f78df49" providerId="ADAL" clId="{0B671710-12AA-4A9C-8982-6D6CBD054718}" dt="2026-09-28T10:53:02.936" v="128" actId="20577"/>
          <ac:spMkLst>
            <pc:docMk/>
            <pc:sldMk cId="3003655849" sldId="259"/>
            <ac:spMk id="3" creationId="{741A4599-E5EA-C0D6-D01C-6DA74E0CC03A}"/>
          </ac:spMkLst>
        </pc:spChg>
        <pc:spChg chg="add mod">
          <ac:chgData name="Henry Valdemar Vest" userId="f5b1f0ec-4051-405f-83b3-0c678f78df49" providerId="ADAL" clId="{0B671710-12AA-4A9C-8982-6D6CBD054718}" dt="2026-09-28T07:39:27.694" v="0" actId="767"/>
          <ac:spMkLst>
            <pc:docMk/>
            <pc:sldMk cId="3003655849" sldId="259"/>
            <ac:spMk id="5" creationId="{D3892A43-1070-4A4D-EC56-380AE5DB03FE}"/>
          </ac:spMkLst>
        </pc:spChg>
      </pc:sldChg>
      <pc:sldChg chg="modSp add mod">
        <pc:chgData name="Henry Valdemar Vest" userId="f5b1f0ec-4051-405f-83b3-0c678f78df49" providerId="ADAL" clId="{0B671710-12AA-4A9C-8982-6D6CBD054718}" dt="2026-09-28T10:56:13.816" v="225" actId="20577"/>
        <pc:sldMkLst>
          <pc:docMk/>
          <pc:sldMk cId="3616101776" sldId="260"/>
        </pc:sldMkLst>
        <pc:spChg chg="mod">
          <ac:chgData name="Henry Valdemar Vest" userId="f5b1f0ec-4051-405f-83b3-0c678f78df49" providerId="ADAL" clId="{0B671710-12AA-4A9C-8982-6D6CBD054718}" dt="2026-09-28T10:56:13.816" v="225" actId="20577"/>
          <ac:spMkLst>
            <pc:docMk/>
            <pc:sldMk cId="3616101776" sldId="260"/>
            <ac:spMk id="3" creationId="{8B2034BB-0D0D-9AB7-65E4-7EF35A3601E8}"/>
          </ac:spMkLst>
        </pc:spChg>
      </pc:sldChg>
      <pc:sldChg chg="addSp delSp modSp new mod">
        <pc:chgData name="Henry Valdemar Vest" userId="f5b1f0ec-4051-405f-83b3-0c678f78df49" providerId="ADAL" clId="{0B671710-12AA-4A9C-8982-6D6CBD054718}" dt="2026-09-28T11:05:27.911" v="286" actId="20577"/>
        <pc:sldMkLst>
          <pc:docMk/>
          <pc:sldMk cId="2584290038" sldId="261"/>
        </pc:sldMkLst>
        <pc:spChg chg="mod">
          <ac:chgData name="Henry Valdemar Vest" userId="f5b1f0ec-4051-405f-83b3-0c678f78df49" providerId="ADAL" clId="{0B671710-12AA-4A9C-8982-6D6CBD054718}" dt="2026-09-28T10:56:31.555" v="235" actId="20577"/>
          <ac:spMkLst>
            <pc:docMk/>
            <pc:sldMk cId="2584290038" sldId="261"/>
            <ac:spMk id="2" creationId="{6723386F-8245-9C9C-370D-42F44D49CC1D}"/>
          </ac:spMkLst>
        </pc:spChg>
        <pc:spChg chg="del mod">
          <ac:chgData name="Henry Valdemar Vest" userId="f5b1f0ec-4051-405f-83b3-0c678f78df49" providerId="ADAL" clId="{0B671710-12AA-4A9C-8982-6D6CBD054718}" dt="2026-09-28T10:57:09.507" v="280" actId="26606"/>
          <ac:spMkLst>
            <pc:docMk/>
            <pc:sldMk cId="2584290038" sldId="261"/>
            <ac:spMk id="3" creationId="{3F98DB8F-0973-4E8A-2F33-2163D75A8ACD}"/>
          </ac:spMkLst>
        </pc:spChg>
        <pc:graphicFrameChg chg="add modGraphic">
          <ac:chgData name="Henry Valdemar Vest" userId="f5b1f0ec-4051-405f-83b3-0c678f78df49" providerId="ADAL" clId="{0B671710-12AA-4A9C-8982-6D6CBD054718}" dt="2026-09-28T11:05:27.911" v="286" actId="20577"/>
          <ac:graphicFrameMkLst>
            <pc:docMk/>
            <pc:sldMk cId="2584290038" sldId="261"/>
            <ac:graphicFrameMk id="6" creationId="{910AA7D8-94E7-02FD-9458-D9B0BF484B78}"/>
          </ac:graphicFrameMkLst>
        </pc:graphicFrameChg>
      </pc:sldChg>
      <pc:sldChg chg="addSp modSp new mod">
        <pc:chgData name="Henry Valdemar Vest" userId="f5b1f0ec-4051-405f-83b3-0c678f78df49" providerId="ADAL" clId="{0B671710-12AA-4A9C-8982-6D6CBD054718}" dt="2026-09-28T11:09:27.203" v="495" actId="14100"/>
        <pc:sldMkLst>
          <pc:docMk/>
          <pc:sldMk cId="3350054919" sldId="262"/>
        </pc:sldMkLst>
        <pc:spChg chg="mod">
          <ac:chgData name="Henry Valdemar Vest" userId="f5b1f0ec-4051-405f-83b3-0c678f78df49" providerId="ADAL" clId="{0B671710-12AA-4A9C-8982-6D6CBD054718}" dt="2026-09-28T11:06:21.447" v="292" actId="20577"/>
          <ac:spMkLst>
            <pc:docMk/>
            <pc:sldMk cId="3350054919" sldId="262"/>
            <ac:spMk id="2" creationId="{99ECE517-BEE5-5779-12E6-6015F0C40FDB}"/>
          </ac:spMkLst>
        </pc:spChg>
        <pc:spChg chg="mod">
          <ac:chgData name="Henry Valdemar Vest" userId="f5b1f0ec-4051-405f-83b3-0c678f78df49" providerId="ADAL" clId="{0B671710-12AA-4A9C-8982-6D6CBD054718}" dt="2026-09-28T11:08:00.272" v="492" actId="20577"/>
          <ac:spMkLst>
            <pc:docMk/>
            <pc:sldMk cId="3350054919" sldId="262"/>
            <ac:spMk id="3" creationId="{A26E482E-4C2A-06E7-C5B7-8B70FB73F367}"/>
          </ac:spMkLst>
        </pc:spChg>
        <pc:spChg chg="mod">
          <ac:chgData name="Henry Valdemar Vest" userId="f5b1f0ec-4051-405f-83b3-0c678f78df49" providerId="ADAL" clId="{0B671710-12AA-4A9C-8982-6D6CBD054718}" dt="2026-09-28T11:06:25.919" v="308" actId="20577"/>
          <ac:spMkLst>
            <pc:docMk/>
            <pc:sldMk cId="3350054919" sldId="262"/>
            <ac:spMk id="4" creationId="{23FC3B2E-85A7-E972-6AAA-42A7CD1FDD35}"/>
          </ac:spMkLst>
        </pc:spChg>
        <pc:picChg chg="add mod">
          <ac:chgData name="Henry Valdemar Vest" userId="f5b1f0ec-4051-405f-83b3-0c678f78df49" providerId="ADAL" clId="{0B671710-12AA-4A9C-8982-6D6CBD054718}" dt="2026-09-28T11:09:27.203" v="495" actId="14100"/>
          <ac:picMkLst>
            <pc:docMk/>
            <pc:sldMk cId="3350054919" sldId="262"/>
            <ac:picMk id="6" creationId="{07EB8E31-673B-ECAB-5BAF-545E1ADCF159}"/>
          </ac:picMkLst>
        </pc:picChg>
      </pc:sldChg>
      <pc:sldChg chg="addSp delSp modSp new mod">
        <pc:chgData name="Henry Valdemar Vest" userId="f5b1f0ec-4051-405f-83b3-0c678f78df49" providerId="ADAL" clId="{0B671710-12AA-4A9C-8982-6D6CBD054718}" dt="2026-09-28T11:10:02.908" v="523" actId="26606"/>
        <pc:sldMkLst>
          <pc:docMk/>
          <pc:sldMk cId="3327655260" sldId="263"/>
        </pc:sldMkLst>
        <pc:spChg chg="mod">
          <ac:chgData name="Henry Valdemar Vest" userId="f5b1f0ec-4051-405f-83b3-0c678f78df49" providerId="ADAL" clId="{0B671710-12AA-4A9C-8982-6D6CBD054718}" dt="2026-09-28T11:09:43.723" v="503" actId="20577"/>
          <ac:spMkLst>
            <pc:docMk/>
            <pc:sldMk cId="3327655260" sldId="263"/>
            <ac:spMk id="2" creationId="{7ED24705-E2BF-25D2-1BBE-AA3E809433F4}"/>
          </ac:spMkLst>
        </pc:spChg>
        <pc:spChg chg="del mod">
          <ac:chgData name="Henry Valdemar Vest" userId="f5b1f0ec-4051-405f-83b3-0c678f78df49" providerId="ADAL" clId="{0B671710-12AA-4A9C-8982-6D6CBD054718}" dt="2026-09-28T11:10:02.908" v="523" actId="26606"/>
          <ac:spMkLst>
            <pc:docMk/>
            <pc:sldMk cId="3327655260" sldId="263"/>
            <ac:spMk id="3" creationId="{CC853D17-3968-1597-6649-5E8A0F3B64BF}"/>
          </ac:spMkLst>
        </pc:spChg>
        <pc:graphicFrameChg chg="add">
          <ac:chgData name="Henry Valdemar Vest" userId="f5b1f0ec-4051-405f-83b3-0c678f78df49" providerId="ADAL" clId="{0B671710-12AA-4A9C-8982-6D6CBD054718}" dt="2026-09-28T11:10:02.908" v="523" actId="26606"/>
          <ac:graphicFrameMkLst>
            <pc:docMk/>
            <pc:sldMk cId="3327655260" sldId="263"/>
            <ac:graphicFrameMk id="6" creationId="{1988F592-B70D-B247-A7FF-693244D73699}"/>
          </ac:graphicFrameMkLst>
        </pc:graphicFrameChg>
      </pc:sldChg>
      <pc:sldChg chg="modSp new mod">
        <pc:chgData name="Henry Valdemar Vest" userId="f5b1f0ec-4051-405f-83b3-0c678f78df49" providerId="ADAL" clId="{0B671710-12AA-4A9C-8982-6D6CBD054718}" dt="2026-09-28T11:18:34.535" v="918" actId="20577"/>
        <pc:sldMkLst>
          <pc:docMk/>
          <pc:sldMk cId="887121228" sldId="264"/>
        </pc:sldMkLst>
        <pc:spChg chg="mod">
          <ac:chgData name="Henry Valdemar Vest" userId="f5b1f0ec-4051-405f-83b3-0c678f78df49" providerId="ADAL" clId="{0B671710-12AA-4A9C-8982-6D6CBD054718}" dt="2026-09-28T11:13:34.394" v="534" actId="20577"/>
          <ac:spMkLst>
            <pc:docMk/>
            <pc:sldMk cId="887121228" sldId="264"/>
            <ac:spMk id="2" creationId="{B3DE5AA1-FA09-65B6-CD98-59ED44814331}"/>
          </ac:spMkLst>
        </pc:spChg>
        <pc:spChg chg="mod">
          <ac:chgData name="Henry Valdemar Vest" userId="f5b1f0ec-4051-405f-83b3-0c678f78df49" providerId="ADAL" clId="{0B671710-12AA-4A9C-8982-6D6CBD054718}" dt="2026-09-28T11:14:35.824" v="717" actId="20577"/>
          <ac:spMkLst>
            <pc:docMk/>
            <pc:sldMk cId="887121228" sldId="264"/>
            <ac:spMk id="3" creationId="{5C74E00E-740B-374B-5324-4F5A68DF0E45}"/>
          </ac:spMkLst>
        </pc:spChg>
        <pc:spChg chg="mod">
          <ac:chgData name="Henry Valdemar Vest" userId="f5b1f0ec-4051-405f-83b3-0c678f78df49" providerId="ADAL" clId="{0B671710-12AA-4A9C-8982-6D6CBD054718}" dt="2026-09-28T11:18:34.535" v="918" actId="20577"/>
          <ac:spMkLst>
            <pc:docMk/>
            <pc:sldMk cId="887121228" sldId="264"/>
            <ac:spMk id="4" creationId="{9E3D57C6-A572-F2DF-831A-0D3A91D72738}"/>
          </ac:spMkLst>
        </pc:spChg>
      </pc:sldChg>
      <pc:sldChg chg="addSp modSp add mod">
        <pc:chgData name="Henry Valdemar Vest" userId="f5b1f0ec-4051-405f-83b3-0c678f78df49" providerId="ADAL" clId="{0B671710-12AA-4A9C-8982-6D6CBD054718}" dt="2026-09-28T11:18:24.970" v="916" actId="20577"/>
        <pc:sldMkLst>
          <pc:docMk/>
          <pc:sldMk cId="2062249109" sldId="265"/>
        </pc:sldMkLst>
        <pc:spChg chg="mod">
          <ac:chgData name="Henry Valdemar Vest" userId="f5b1f0ec-4051-405f-83b3-0c678f78df49" providerId="ADAL" clId="{0B671710-12AA-4A9C-8982-6D6CBD054718}" dt="2026-09-28T11:17:28.515" v="877" actId="20577"/>
          <ac:spMkLst>
            <pc:docMk/>
            <pc:sldMk cId="2062249109" sldId="265"/>
            <ac:spMk id="3" creationId="{C22493F0-C352-C652-493B-832481FCD2B2}"/>
          </ac:spMkLst>
        </pc:spChg>
        <pc:spChg chg="mod">
          <ac:chgData name="Henry Valdemar Vest" userId="f5b1f0ec-4051-405f-83b3-0c678f78df49" providerId="ADAL" clId="{0B671710-12AA-4A9C-8982-6D6CBD054718}" dt="2026-09-28T11:18:24.970" v="916" actId="20577"/>
          <ac:spMkLst>
            <pc:docMk/>
            <pc:sldMk cId="2062249109" sldId="265"/>
            <ac:spMk id="4" creationId="{627F6BC7-F55A-21A2-43E2-118D80B08B35}"/>
          </ac:spMkLst>
        </pc:spChg>
        <pc:picChg chg="add mod">
          <ac:chgData name="Henry Valdemar Vest" userId="f5b1f0ec-4051-405f-83b3-0c678f78df49" providerId="ADAL" clId="{0B671710-12AA-4A9C-8982-6D6CBD054718}" dt="2026-09-28T11:16:51.107" v="842" actId="14100"/>
          <ac:picMkLst>
            <pc:docMk/>
            <pc:sldMk cId="2062249109" sldId="265"/>
            <ac:picMk id="6" creationId="{AF28C1BC-1048-4DB2-13BA-9C7432A2AC91}"/>
          </ac:picMkLst>
        </pc:picChg>
      </pc:sldChg>
      <pc:sldChg chg="modSp new mod">
        <pc:chgData name="Henry Valdemar Vest" userId="f5b1f0ec-4051-405f-83b3-0c678f78df49" providerId="ADAL" clId="{0B671710-12AA-4A9C-8982-6D6CBD054718}" dt="2026-09-28T11:21:17.579" v="1111" actId="20577"/>
        <pc:sldMkLst>
          <pc:docMk/>
          <pc:sldMk cId="2085354672" sldId="266"/>
        </pc:sldMkLst>
        <pc:spChg chg="mod">
          <ac:chgData name="Henry Valdemar Vest" userId="f5b1f0ec-4051-405f-83b3-0c678f78df49" providerId="ADAL" clId="{0B671710-12AA-4A9C-8982-6D6CBD054718}" dt="2026-09-28T11:18:07.306" v="892" actId="20577"/>
          <ac:spMkLst>
            <pc:docMk/>
            <pc:sldMk cId="2085354672" sldId="266"/>
            <ac:spMk id="2" creationId="{B630B45E-293C-FF53-AD62-A6025EBDD692}"/>
          </ac:spMkLst>
        </pc:spChg>
        <pc:spChg chg="mod">
          <ac:chgData name="Henry Valdemar Vest" userId="f5b1f0ec-4051-405f-83b3-0c678f78df49" providerId="ADAL" clId="{0B671710-12AA-4A9C-8982-6D6CBD054718}" dt="2026-09-28T11:21:17.579" v="1111" actId="20577"/>
          <ac:spMkLst>
            <pc:docMk/>
            <pc:sldMk cId="2085354672" sldId="266"/>
            <ac:spMk id="3" creationId="{0E79944A-3706-AA28-65EC-3DEBE2BB3CEC}"/>
          </ac:spMkLst>
        </pc:spChg>
        <pc:spChg chg="mod">
          <ac:chgData name="Henry Valdemar Vest" userId="f5b1f0ec-4051-405f-83b3-0c678f78df49" providerId="ADAL" clId="{0B671710-12AA-4A9C-8982-6D6CBD054718}" dt="2026-09-28T11:18:15.463" v="914" actId="20577"/>
          <ac:spMkLst>
            <pc:docMk/>
            <pc:sldMk cId="2085354672" sldId="266"/>
            <ac:spMk id="4" creationId="{E99AEFEF-4DEA-8887-7AAA-5A6364C3348C}"/>
          </ac:spMkLst>
        </pc:spChg>
      </pc:sldChg>
      <pc:sldChg chg="addSp delSp modSp new mod">
        <pc:chgData name="Henry Valdemar Vest" userId="f5b1f0ec-4051-405f-83b3-0c678f78df49" providerId="ADAL" clId="{0B671710-12AA-4A9C-8982-6D6CBD054718}" dt="2026-09-28T11:24:49.797" v="1149" actId="20577"/>
        <pc:sldMkLst>
          <pc:docMk/>
          <pc:sldMk cId="3411948364" sldId="267"/>
        </pc:sldMkLst>
        <pc:spChg chg="mod">
          <ac:chgData name="Henry Valdemar Vest" userId="f5b1f0ec-4051-405f-83b3-0c678f78df49" providerId="ADAL" clId="{0B671710-12AA-4A9C-8982-6D6CBD054718}" dt="2026-09-28T11:21:30.387" v="1119" actId="20577"/>
          <ac:spMkLst>
            <pc:docMk/>
            <pc:sldMk cId="3411948364" sldId="267"/>
            <ac:spMk id="2" creationId="{ADA27141-BBA8-C2B9-6F9A-20118C8F99F9}"/>
          </ac:spMkLst>
        </pc:spChg>
        <pc:spChg chg="del mod">
          <ac:chgData name="Henry Valdemar Vest" userId="f5b1f0ec-4051-405f-83b3-0c678f78df49" providerId="ADAL" clId="{0B671710-12AA-4A9C-8982-6D6CBD054718}" dt="2026-09-28T11:22:18.688" v="1143" actId="26606"/>
          <ac:spMkLst>
            <pc:docMk/>
            <pc:sldMk cId="3411948364" sldId="267"/>
            <ac:spMk id="3" creationId="{7E52C04A-A8D0-0D0B-6AD5-8786CD1E5177}"/>
          </ac:spMkLst>
        </pc:spChg>
        <pc:graphicFrameChg chg="add modGraphic">
          <ac:chgData name="Henry Valdemar Vest" userId="f5b1f0ec-4051-405f-83b3-0c678f78df49" providerId="ADAL" clId="{0B671710-12AA-4A9C-8982-6D6CBD054718}" dt="2026-09-28T11:24:49.797" v="1149" actId="20577"/>
          <ac:graphicFrameMkLst>
            <pc:docMk/>
            <pc:sldMk cId="3411948364" sldId="267"/>
            <ac:graphicFrameMk id="6" creationId="{175FA5A3-79BD-A65B-5D15-12D36341E741}"/>
          </ac:graphicFrameMkLst>
        </pc:graphicFrameChg>
      </pc:sldChg>
      <pc:sldChg chg="modSp new del mod">
        <pc:chgData name="Henry Valdemar Vest" userId="f5b1f0ec-4051-405f-83b3-0c678f78df49" providerId="ADAL" clId="{0B671710-12AA-4A9C-8982-6D6CBD054718}" dt="2026-09-28T11:30:57.514" v="1512" actId="2696"/>
        <pc:sldMkLst>
          <pc:docMk/>
          <pc:sldMk cId="2576883557" sldId="268"/>
        </pc:sldMkLst>
        <pc:spChg chg="mod">
          <ac:chgData name="Henry Valdemar Vest" userId="f5b1f0ec-4051-405f-83b3-0c678f78df49" providerId="ADAL" clId="{0B671710-12AA-4A9C-8982-6D6CBD054718}" dt="2026-09-28T11:26:03.186" v="1160" actId="20577"/>
          <ac:spMkLst>
            <pc:docMk/>
            <pc:sldMk cId="2576883557" sldId="268"/>
            <ac:spMk id="2" creationId="{F897C323-23A0-22AB-05AB-89D75D0A5561}"/>
          </ac:spMkLst>
        </pc:spChg>
        <pc:spChg chg="mod">
          <ac:chgData name="Henry Valdemar Vest" userId="f5b1f0ec-4051-405f-83b3-0c678f78df49" providerId="ADAL" clId="{0B671710-12AA-4A9C-8982-6D6CBD054718}" dt="2026-09-28T11:26:15.576" v="1204" actId="20577"/>
          <ac:spMkLst>
            <pc:docMk/>
            <pc:sldMk cId="2576883557" sldId="268"/>
            <ac:spMk id="4" creationId="{53A5F79F-12A9-F15F-682A-4EF6E75953AD}"/>
          </ac:spMkLst>
        </pc:spChg>
      </pc:sldChg>
      <pc:sldChg chg="modSp add mod">
        <pc:chgData name="Henry Valdemar Vest" userId="f5b1f0ec-4051-405f-83b3-0c678f78df49" providerId="ADAL" clId="{0B671710-12AA-4A9C-8982-6D6CBD054718}" dt="2026-09-28T11:28:38.549" v="1475" actId="27636"/>
        <pc:sldMkLst>
          <pc:docMk/>
          <pc:sldMk cId="2716232998" sldId="269"/>
        </pc:sldMkLst>
        <pc:spChg chg="mod">
          <ac:chgData name="Henry Valdemar Vest" userId="f5b1f0ec-4051-405f-83b3-0c678f78df49" providerId="ADAL" clId="{0B671710-12AA-4A9C-8982-6D6CBD054718}" dt="2026-09-28T11:28:38.549" v="1475" actId="27636"/>
          <ac:spMkLst>
            <pc:docMk/>
            <pc:sldMk cId="2716232998" sldId="269"/>
            <ac:spMk id="3" creationId="{CEADA8D0-EE40-F840-9728-67D3902A9DB6}"/>
          </ac:spMkLst>
        </pc:spChg>
      </pc:sldChg>
      <pc:sldChg chg="addSp delSp modSp new mod">
        <pc:chgData name="Henry Valdemar Vest" userId="f5b1f0ec-4051-405f-83b3-0c678f78df49" providerId="ADAL" clId="{0B671710-12AA-4A9C-8982-6D6CBD054718}" dt="2026-09-28T13:39:37.979" v="1582" actId="20577"/>
        <pc:sldMkLst>
          <pc:docMk/>
          <pc:sldMk cId="3887344544" sldId="270"/>
        </pc:sldMkLst>
        <pc:spChg chg="mod">
          <ac:chgData name="Henry Valdemar Vest" userId="f5b1f0ec-4051-405f-83b3-0c678f78df49" providerId="ADAL" clId="{0B671710-12AA-4A9C-8982-6D6CBD054718}" dt="2026-09-28T11:29:10.453" v="1510" actId="20577"/>
          <ac:spMkLst>
            <pc:docMk/>
            <pc:sldMk cId="3887344544" sldId="270"/>
            <ac:spMk id="2" creationId="{77AE0EF2-F263-94F1-F83B-DF6CDFC4B13D}"/>
          </ac:spMkLst>
        </pc:spChg>
        <pc:spChg chg="del mod">
          <ac:chgData name="Henry Valdemar Vest" userId="f5b1f0ec-4051-405f-83b3-0c678f78df49" providerId="ADAL" clId="{0B671710-12AA-4A9C-8982-6D6CBD054718}" dt="2026-09-28T11:29:32.616" v="1511" actId="26606"/>
          <ac:spMkLst>
            <pc:docMk/>
            <pc:sldMk cId="3887344544" sldId="270"/>
            <ac:spMk id="3" creationId="{3C491D26-04C7-EE2E-9F66-B899CDE2049A}"/>
          </ac:spMkLst>
        </pc:spChg>
        <pc:graphicFrameChg chg="add modGraphic">
          <ac:chgData name="Henry Valdemar Vest" userId="f5b1f0ec-4051-405f-83b3-0c678f78df49" providerId="ADAL" clId="{0B671710-12AA-4A9C-8982-6D6CBD054718}" dt="2026-09-28T13:39:37.979" v="1582" actId="20577"/>
          <ac:graphicFrameMkLst>
            <pc:docMk/>
            <pc:sldMk cId="3887344544" sldId="270"/>
            <ac:graphicFrameMk id="6" creationId="{90C01F7B-EF78-7A37-DF36-B4B83330C43C}"/>
          </ac:graphicFrameMkLst>
        </pc:graphicFrameChg>
      </pc:sldChg>
      <pc:sldChg chg="modSp add mod">
        <pc:chgData name="Henry Valdemar Vest" userId="f5b1f0ec-4051-405f-83b3-0c678f78df49" providerId="ADAL" clId="{0B671710-12AA-4A9C-8982-6D6CBD054718}" dt="2026-09-28T13:38:47.876" v="1580" actId="20577"/>
        <pc:sldMkLst>
          <pc:docMk/>
          <pc:sldMk cId="2259172186" sldId="271"/>
        </pc:sldMkLst>
        <pc:spChg chg="mod">
          <ac:chgData name="Henry Valdemar Vest" userId="f5b1f0ec-4051-405f-83b3-0c678f78df49" providerId="ADAL" clId="{0B671710-12AA-4A9C-8982-6D6CBD054718}" dt="2026-09-28T13:38:47.876" v="1580" actId="20577"/>
          <ac:spMkLst>
            <pc:docMk/>
            <pc:sldMk cId="2259172186" sldId="271"/>
            <ac:spMk id="3" creationId="{979D5BC2-1B85-9833-BB0F-BC31F5823BFE}"/>
          </ac:spMkLst>
        </pc:spChg>
      </pc:sldChg>
      <pc:sldChg chg="modSp new mod">
        <pc:chgData name="Henry Valdemar Vest" userId="f5b1f0ec-4051-405f-83b3-0c678f78df49" providerId="ADAL" clId="{0B671710-12AA-4A9C-8982-6D6CBD054718}" dt="2026-09-28T13:42:45.861" v="1780" actId="20577"/>
        <pc:sldMkLst>
          <pc:docMk/>
          <pc:sldMk cId="3883226665" sldId="272"/>
        </pc:sldMkLst>
        <pc:spChg chg="mod">
          <ac:chgData name="Henry Valdemar Vest" userId="f5b1f0ec-4051-405f-83b3-0c678f78df49" providerId="ADAL" clId="{0B671710-12AA-4A9C-8982-6D6CBD054718}" dt="2026-09-28T13:41:19.307" v="1598" actId="20577"/>
          <ac:spMkLst>
            <pc:docMk/>
            <pc:sldMk cId="3883226665" sldId="272"/>
            <ac:spMk id="2" creationId="{12704D0F-AC60-7734-1787-E87EFD9D653C}"/>
          </ac:spMkLst>
        </pc:spChg>
        <pc:spChg chg="mod">
          <ac:chgData name="Henry Valdemar Vest" userId="f5b1f0ec-4051-405f-83b3-0c678f78df49" providerId="ADAL" clId="{0B671710-12AA-4A9C-8982-6D6CBD054718}" dt="2026-09-28T13:42:45.861" v="1780" actId="20577"/>
          <ac:spMkLst>
            <pc:docMk/>
            <pc:sldMk cId="3883226665" sldId="272"/>
            <ac:spMk id="3" creationId="{F2AEB4B7-8787-53E1-6896-3B22BD400CEF}"/>
          </ac:spMkLst>
        </pc:spChg>
      </pc:sldChg>
      <pc:sldChg chg="modSp new mod">
        <pc:chgData name="Henry Valdemar Vest" userId="f5b1f0ec-4051-405f-83b3-0c678f78df49" providerId="ADAL" clId="{0B671710-12AA-4A9C-8982-6D6CBD054718}" dt="2026-09-28T13:45:05.735" v="1895" actId="20577"/>
        <pc:sldMkLst>
          <pc:docMk/>
          <pc:sldMk cId="3577749610" sldId="273"/>
        </pc:sldMkLst>
        <pc:spChg chg="mod">
          <ac:chgData name="Henry Valdemar Vest" userId="f5b1f0ec-4051-405f-83b3-0c678f78df49" providerId="ADAL" clId="{0B671710-12AA-4A9C-8982-6D6CBD054718}" dt="2026-09-28T13:43:02.458" v="1792" actId="20577"/>
          <ac:spMkLst>
            <pc:docMk/>
            <pc:sldMk cId="3577749610" sldId="273"/>
            <ac:spMk id="2" creationId="{2534D1E1-4428-AE95-26F1-A45A7DF20027}"/>
          </ac:spMkLst>
        </pc:spChg>
        <pc:spChg chg="mod">
          <ac:chgData name="Henry Valdemar Vest" userId="f5b1f0ec-4051-405f-83b3-0c678f78df49" providerId="ADAL" clId="{0B671710-12AA-4A9C-8982-6D6CBD054718}" dt="2026-09-28T13:45:05.735" v="1895" actId="20577"/>
          <ac:spMkLst>
            <pc:docMk/>
            <pc:sldMk cId="3577749610" sldId="273"/>
            <ac:spMk id="3" creationId="{555537A5-4298-7627-A0FE-65F6C0718EC0}"/>
          </ac:spMkLst>
        </pc:spChg>
      </pc:sldChg>
      <pc:sldChg chg="modSp new mod">
        <pc:chgData name="Henry Valdemar Vest" userId="f5b1f0ec-4051-405f-83b3-0c678f78df49" providerId="ADAL" clId="{0B671710-12AA-4A9C-8982-6D6CBD054718}" dt="2026-09-28T13:46:45.928" v="2051" actId="113"/>
        <pc:sldMkLst>
          <pc:docMk/>
          <pc:sldMk cId="326420196" sldId="274"/>
        </pc:sldMkLst>
        <pc:spChg chg="mod">
          <ac:chgData name="Henry Valdemar Vest" userId="f5b1f0ec-4051-405f-83b3-0c678f78df49" providerId="ADAL" clId="{0B671710-12AA-4A9C-8982-6D6CBD054718}" dt="2026-09-28T13:45:27.531" v="1911" actId="20577"/>
          <ac:spMkLst>
            <pc:docMk/>
            <pc:sldMk cId="326420196" sldId="274"/>
            <ac:spMk id="2" creationId="{68AFD544-EE27-C889-6190-2F361D1C7FD0}"/>
          </ac:spMkLst>
        </pc:spChg>
        <pc:spChg chg="mod">
          <ac:chgData name="Henry Valdemar Vest" userId="f5b1f0ec-4051-405f-83b3-0c678f78df49" providerId="ADAL" clId="{0B671710-12AA-4A9C-8982-6D6CBD054718}" dt="2026-09-28T13:46:45.928" v="2051" actId="113"/>
          <ac:spMkLst>
            <pc:docMk/>
            <pc:sldMk cId="326420196" sldId="274"/>
            <ac:spMk id="3" creationId="{544B461B-D05E-132E-93A6-575CBD4195F1}"/>
          </ac:spMkLst>
        </pc:spChg>
        <pc:spChg chg="mod">
          <ac:chgData name="Henry Valdemar Vest" userId="f5b1f0ec-4051-405f-83b3-0c678f78df49" providerId="ADAL" clId="{0B671710-12AA-4A9C-8982-6D6CBD054718}" dt="2026-09-28T13:45:30.801" v="1912"/>
          <ac:spMkLst>
            <pc:docMk/>
            <pc:sldMk cId="326420196" sldId="274"/>
            <ac:spMk id="4" creationId="{721F49C7-DD12-284D-647E-8DE3ED755656}"/>
          </ac:spMkLst>
        </pc:spChg>
      </pc:sldChg>
      <pc:sldChg chg="modSp add mod">
        <pc:chgData name="Henry Valdemar Vest" userId="f5b1f0ec-4051-405f-83b3-0c678f78df49" providerId="ADAL" clId="{0B671710-12AA-4A9C-8982-6D6CBD054718}" dt="2026-09-28T13:49:04.063" v="2185" actId="20577"/>
        <pc:sldMkLst>
          <pc:docMk/>
          <pc:sldMk cId="1542101058" sldId="275"/>
        </pc:sldMkLst>
        <pc:spChg chg="mod">
          <ac:chgData name="Henry Valdemar Vest" userId="f5b1f0ec-4051-405f-83b3-0c678f78df49" providerId="ADAL" clId="{0B671710-12AA-4A9C-8982-6D6CBD054718}" dt="2026-09-28T13:49:04.063" v="2185" actId="20577"/>
          <ac:spMkLst>
            <pc:docMk/>
            <pc:sldMk cId="1542101058" sldId="275"/>
            <ac:spMk id="3" creationId="{241D4D17-8901-7033-D6FF-CB20A0582613}"/>
          </ac:spMkLst>
        </pc:spChg>
      </pc:sldChg>
      <pc:sldChg chg="modSp add mod">
        <pc:chgData name="Henry Valdemar Vest" userId="f5b1f0ec-4051-405f-83b3-0c678f78df49" providerId="ADAL" clId="{0B671710-12AA-4A9C-8982-6D6CBD054718}" dt="2026-09-28T13:50:46.334" v="2306" actId="20577"/>
        <pc:sldMkLst>
          <pc:docMk/>
          <pc:sldMk cId="2341638638" sldId="276"/>
        </pc:sldMkLst>
        <pc:spChg chg="mod">
          <ac:chgData name="Henry Valdemar Vest" userId="f5b1f0ec-4051-405f-83b3-0c678f78df49" providerId="ADAL" clId="{0B671710-12AA-4A9C-8982-6D6CBD054718}" dt="2026-09-28T13:50:46.334" v="2306" actId="20577"/>
          <ac:spMkLst>
            <pc:docMk/>
            <pc:sldMk cId="2341638638" sldId="276"/>
            <ac:spMk id="3" creationId="{AA5AD6F9-18AD-1914-9DDF-7ABD11EF7BFC}"/>
          </ac:spMkLst>
        </pc:spChg>
      </pc:sldChg>
      <pc:sldChg chg="addSp delSp modSp new mod">
        <pc:chgData name="Henry Valdemar Vest" userId="f5b1f0ec-4051-405f-83b3-0c678f78df49" providerId="ADAL" clId="{0B671710-12AA-4A9C-8982-6D6CBD054718}" dt="2026-09-29T05:54:31.067" v="2519" actId="20577"/>
        <pc:sldMkLst>
          <pc:docMk/>
          <pc:sldMk cId="4187536872" sldId="277"/>
        </pc:sldMkLst>
        <pc:spChg chg="mod">
          <ac:chgData name="Henry Valdemar Vest" userId="f5b1f0ec-4051-405f-83b3-0c678f78df49" providerId="ADAL" clId="{0B671710-12AA-4A9C-8982-6D6CBD054718}" dt="2026-09-28T13:51:20.794" v="2322" actId="20577"/>
          <ac:spMkLst>
            <pc:docMk/>
            <pc:sldMk cId="4187536872" sldId="277"/>
            <ac:spMk id="2" creationId="{72F32BCD-AC6F-D9B6-CDB1-7C35B135EF01}"/>
          </ac:spMkLst>
        </pc:spChg>
        <pc:spChg chg="del mod">
          <ac:chgData name="Henry Valdemar Vest" userId="f5b1f0ec-4051-405f-83b3-0c678f78df49" providerId="ADAL" clId="{0B671710-12AA-4A9C-8982-6D6CBD054718}" dt="2026-09-28T13:53:03.478" v="2469" actId="26606"/>
          <ac:spMkLst>
            <pc:docMk/>
            <pc:sldMk cId="4187536872" sldId="277"/>
            <ac:spMk id="3" creationId="{9D5A118F-8BEA-19C2-A048-D7BAA6D3BD9C}"/>
          </ac:spMkLst>
        </pc:spChg>
        <pc:graphicFrameChg chg="add modGraphic">
          <ac:chgData name="Henry Valdemar Vest" userId="f5b1f0ec-4051-405f-83b3-0c678f78df49" providerId="ADAL" clId="{0B671710-12AA-4A9C-8982-6D6CBD054718}" dt="2026-09-29T05:54:31.067" v="2519" actId="20577"/>
          <ac:graphicFrameMkLst>
            <pc:docMk/>
            <pc:sldMk cId="4187536872" sldId="277"/>
            <ac:graphicFrameMk id="6" creationId="{F2AE56CC-9061-53F4-BF3B-5AEA5E7CA105}"/>
          </ac:graphicFrameMkLst>
        </pc:graphicFrameChg>
      </pc:sldChg>
      <pc:sldChg chg="modSp new mod">
        <pc:chgData name="Henry Valdemar Vest" userId="f5b1f0ec-4051-405f-83b3-0c678f78df49" providerId="ADAL" clId="{0B671710-12AA-4A9C-8982-6D6CBD054718}" dt="2026-09-29T05:52:21.562" v="2513" actId="20577"/>
        <pc:sldMkLst>
          <pc:docMk/>
          <pc:sldMk cId="2935167298" sldId="278"/>
        </pc:sldMkLst>
        <pc:spChg chg="mod">
          <ac:chgData name="Henry Valdemar Vest" userId="f5b1f0ec-4051-405f-83b3-0c678f78df49" providerId="ADAL" clId="{0B671710-12AA-4A9C-8982-6D6CBD054718}" dt="2026-09-28T13:51:26.625" v="2331" actId="20577"/>
          <ac:spMkLst>
            <pc:docMk/>
            <pc:sldMk cId="2935167298" sldId="278"/>
            <ac:spMk id="2" creationId="{6BAF2563-ECD8-09DE-7C85-385E7C05424F}"/>
          </ac:spMkLst>
        </pc:spChg>
        <pc:spChg chg="mod">
          <ac:chgData name="Henry Valdemar Vest" userId="f5b1f0ec-4051-405f-83b3-0c678f78df49" providerId="ADAL" clId="{0B671710-12AA-4A9C-8982-6D6CBD054718}" dt="2026-09-29T05:52:21.562" v="2513" actId="20577"/>
          <ac:spMkLst>
            <pc:docMk/>
            <pc:sldMk cId="2935167298" sldId="278"/>
            <ac:spMk id="3" creationId="{6DF69E78-233D-2560-2A00-55EE38A28827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8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8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5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59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6F72AA-39F2-4B81-9297-2F3CD7CC6934}" type="doc">
      <dgm:prSet loTypeId="urn:microsoft.com/office/officeart/2018/2/layout/IconVerticalSolidList" loCatId="icon" qsTypeId="urn:microsoft.com/office/officeart/2005/8/quickstyle/simple1#3" qsCatId="simple" csTypeId="urn:microsoft.com/office/officeart/2005/8/colors/accent1_2#3" csCatId="accent1" phldr="1"/>
      <dgm:spPr/>
      <dgm:t>
        <a:bodyPr/>
        <a:lstStyle/>
        <a:p>
          <a:endParaRPr lang="en-US"/>
        </a:p>
      </dgm:t>
    </dgm:pt>
    <dgm:pt modelId="{8D4D679C-2FE8-4C4F-ABA5-29B450DF67E4}">
      <dgm:prSet/>
      <dgm:spPr/>
      <dgm:t>
        <a:bodyPr/>
        <a:lstStyle/>
        <a:p>
          <a:pPr>
            <a:lnSpc>
              <a:spcPct val="100000"/>
            </a:lnSpc>
          </a:pPr>
          <a:r>
            <a:rPr lang="da-DK"/>
            <a:t>opgaver kapitel 08.docx</a:t>
          </a:r>
          <a:endParaRPr lang="en-US"/>
        </a:p>
      </dgm:t>
    </dgm:pt>
    <dgm:pt modelId="{54A616CA-204F-446F-8713-62C7C4C49A1B}" type="parTrans" cxnId="{3406F770-A316-41C3-88A9-1FEDAC4416F4}">
      <dgm:prSet/>
      <dgm:spPr/>
      <dgm:t>
        <a:bodyPr/>
        <a:lstStyle/>
        <a:p>
          <a:endParaRPr lang="en-US"/>
        </a:p>
      </dgm:t>
    </dgm:pt>
    <dgm:pt modelId="{F073E062-D6B1-4778-B32F-E780E5AC2F2D}" type="sibTrans" cxnId="{3406F770-A316-41C3-88A9-1FEDAC4416F4}">
      <dgm:prSet/>
      <dgm:spPr/>
      <dgm:t>
        <a:bodyPr/>
        <a:lstStyle/>
        <a:p>
          <a:endParaRPr lang="en-US"/>
        </a:p>
      </dgm:t>
    </dgm:pt>
    <dgm:pt modelId="{30A9508D-49A8-41D0-855F-982CDF0F4E27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Opgaver: 1-2</a:t>
          </a:r>
          <a:endParaRPr lang="en-US" dirty="0"/>
        </a:p>
      </dgm:t>
    </dgm:pt>
    <dgm:pt modelId="{95EE8952-CAE2-41D2-AD9C-4EE3125FFF6A}" type="parTrans" cxnId="{5F22FE8B-0981-48F6-8EEA-42E4A0F39873}">
      <dgm:prSet/>
      <dgm:spPr/>
      <dgm:t>
        <a:bodyPr/>
        <a:lstStyle/>
        <a:p>
          <a:endParaRPr lang="en-US"/>
        </a:p>
      </dgm:t>
    </dgm:pt>
    <dgm:pt modelId="{76DAC91E-AAA5-4DC9-9103-FD6AE6239AF1}" type="sibTrans" cxnId="{5F22FE8B-0981-48F6-8EEA-42E4A0F39873}">
      <dgm:prSet/>
      <dgm:spPr/>
      <dgm:t>
        <a:bodyPr/>
        <a:lstStyle/>
        <a:p>
          <a:endParaRPr lang="en-US"/>
        </a:p>
      </dgm:t>
    </dgm:pt>
    <dgm:pt modelId="{D4762569-0279-438D-BC26-E1C75155188C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10 min.</a:t>
          </a:r>
          <a:endParaRPr lang="en-US" dirty="0"/>
        </a:p>
      </dgm:t>
    </dgm:pt>
    <dgm:pt modelId="{A6A9B62C-65A0-4FE6-94EF-55C638103227}" type="parTrans" cxnId="{A247895E-F6D6-4FC3-A3E6-41C20BF61AD5}">
      <dgm:prSet/>
      <dgm:spPr/>
      <dgm:t>
        <a:bodyPr/>
        <a:lstStyle/>
        <a:p>
          <a:endParaRPr lang="en-US"/>
        </a:p>
      </dgm:t>
    </dgm:pt>
    <dgm:pt modelId="{0C714378-642E-4240-A751-EF8E4AB1A23A}" type="sibTrans" cxnId="{A247895E-F6D6-4FC3-A3E6-41C20BF61AD5}">
      <dgm:prSet/>
      <dgm:spPr/>
      <dgm:t>
        <a:bodyPr/>
        <a:lstStyle/>
        <a:p>
          <a:endParaRPr lang="en-US"/>
        </a:p>
      </dgm:t>
    </dgm:pt>
    <dgm:pt modelId="{8BFC7084-78E6-40CD-AB25-01E7D39E51CF}" type="pres">
      <dgm:prSet presAssocID="{C16F72AA-39F2-4B81-9297-2F3CD7CC6934}" presName="root" presStyleCnt="0">
        <dgm:presLayoutVars>
          <dgm:dir/>
          <dgm:resizeHandles val="exact"/>
        </dgm:presLayoutVars>
      </dgm:prSet>
      <dgm:spPr/>
    </dgm:pt>
    <dgm:pt modelId="{22107C08-C948-4C05-B71E-F4123E591DC2}" type="pres">
      <dgm:prSet presAssocID="{8D4D679C-2FE8-4C4F-ABA5-29B450DF67E4}" presName="compNode" presStyleCnt="0"/>
      <dgm:spPr/>
    </dgm:pt>
    <dgm:pt modelId="{31F985EF-5155-4684-B3BF-9B2536E0DAE0}" type="pres">
      <dgm:prSet presAssocID="{8D4D679C-2FE8-4C4F-ABA5-29B450DF67E4}" presName="bgRect" presStyleLbl="bgShp" presStyleIdx="0" presStyleCnt="3"/>
      <dgm:spPr/>
    </dgm:pt>
    <dgm:pt modelId="{F75BF154-0138-49C9-B20A-C8008C898AD8}" type="pres">
      <dgm:prSet presAssocID="{8D4D679C-2FE8-4C4F-ABA5-29B450DF67E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fkrydsning"/>
        </a:ext>
      </dgm:extLst>
    </dgm:pt>
    <dgm:pt modelId="{0FEEBC4B-4CEF-4A3A-BCA2-E1ACC576F718}" type="pres">
      <dgm:prSet presAssocID="{8D4D679C-2FE8-4C4F-ABA5-29B450DF67E4}" presName="spaceRect" presStyleCnt="0"/>
      <dgm:spPr/>
    </dgm:pt>
    <dgm:pt modelId="{B4771240-FE3C-4B7C-A833-793665B839B8}" type="pres">
      <dgm:prSet presAssocID="{8D4D679C-2FE8-4C4F-ABA5-29B450DF67E4}" presName="parTx" presStyleLbl="revTx" presStyleIdx="0" presStyleCnt="3">
        <dgm:presLayoutVars>
          <dgm:chMax val="0"/>
          <dgm:chPref val="0"/>
        </dgm:presLayoutVars>
      </dgm:prSet>
      <dgm:spPr/>
    </dgm:pt>
    <dgm:pt modelId="{C197B519-14EC-48E7-B6A1-482B3857D74A}" type="pres">
      <dgm:prSet presAssocID="{F073E062-D6B1-4778-B32F-E780E5AC2F2D}" presName="sibTrans" presStyleCnt="0"/>
      <dgm:spPr/>
    </dgm:pt>
    <dgm:pt modelId="{EA27D110-3C5E-4404-896E-31A718BBB580}" type="pres">
      <dgm:prSet presAssocID="{30A9508D-49A8-41D0-855F-982CDF0F4E27}" presName="compNode" presStyleCnt="0"/>
      <dgm:spPr/>
    </dgm:pt>
    <dgm:pt modelId="{CEF801B6-C98D-40A1-8A1F-BFC1BF435EE5}" type="pres">
      <dgm:prSet presAssocID="{30A9508D-49A8-41D0-855F-982CDF0F4E27}" presName="bgRect" presStyleLbl="bgShp" presStyleIdx="1" presStyleCnt="3"/>
      <dgm:spPr/>
    </dgm:pt>
    <dgm:pt modelId="{2875AD7D-9EF1-46CD-AB1B-7836B54D04CD}" type="pres">
      <dgm:prSet presAssocID="{30A9508D-49A8-41D0-855F-982CDF0F4E2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ontrolliste"/>
        </a:ext>
      </dgm:extLst>
    </dgm:pt>
    <dgm:pt modelId="{A2A2F63D-4768-4A44-9DA6-16AD2473FD1B}" type="pres">
      <dgm:prSet presAssocID="{30A9508D-49A8-41D0-855F-982CDF0F4E27}" presName="spaceRect" presStyleCnt="0"/>
      <dgm:spPr/>
    </dgm:pt>
    <dgm:pt modelId="{666DBD49-E4ED-44B8-BF15-2A90C6F1DBFC}" type="pres">
      <dgm:prSet presAssocID="{30A9508D-49A8-41D0-855F-982CDF0F4E27}" presName="parTx" presStyleLbl="revTx" presStyleIdx="1" presStyleCnt="3">
        <dgm:presLayoutVars>
          <dgm:chMax val="0"/>
          <dgm:chPref val="0"/>
        </dgm:presLayoutVars>
      </dgm:prSet>
      <dgm:spPr/>
    </dgm:pt>
    <dgm:pt modelId="{EC3BA3B8-5F99-4461-9B2D-8197D50068C2}" type="pres">
      <dgm:prSet presAssocID="{76DAC91E-AAA5-4DC9-9103-FD6AE6239AF1}" presName="sibTrans" presStyleCnt="0"/>
      <dgm:spPr/>
    </dgm:pt>
    <dgm:pt modelId="{80ADB21B-BB35-4D87-984D-1C0CE5B7BD1E}" type="pres">
      <dgm:prSet presAssocID="{D4762569-0279-438D-BC26-E1C75155188C}" presName="compNode" presStyleCnt="0"/>
      <dgm:spPr/>
    </dgm:pt>
    <dgm:pt modelId="{03B9DA45-5692-4243-8FF8-E0574D120AFA}" type="pres">
      <dgm:prSet presAssocID="{D4762569-0279-438D-BC26-E1C75155188C}" presName="bgRect" presStyleLbl="bgShp" presStyleIdx="2" presStyleCnt="3"/>
      <dgm:spPr/>
    </dgm:pt>
    <dgm:pt modelId="{7F714415-C94A-42A8-9D43-7AAF3B40CB6C}" type="pres">
      <dgm:prSet presAssocID="{D4762569-0279-438D-BC26-E1C75155188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B8A9ED6D-2005-4813-9BE2-80CBD82F66AE}" type="pres">
      <dgm:prSet presAssocID="{D4762569-0279-438D-BC26-E1C75155188C}" presName="spaceRect" presStyleCnt="0"/>
      <dgm:spPr/>
    </dgm:pt>
    <dgm:pt modelId="{E4C160ED-8D7A-41BA-9E62-D4E6C600C38B}" type="pres">
      <dgm:prSet presAssocID="{D4762569-0279-438D-BC26-E1C75155188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50EF73C-7669-44DA-B9C5-91F6F2443F38}" type="presOf" srcId="{D4762569-0279-438D-BC26-E1C75155188C}" destId="{E4C160ED-8D7A-41BA-9E62-D4E6C600C38B}" srcOrd="0" destOrd="0" presId="urn:microsoft.com/office/officeart/2018/2/layout/IconVerticalSolidList"/>
    <dgm:cxn modelId="{A247895E-F6D6-4FC3-A3E6-41C20BF61AD5}" srcId="{C16F72AA-39F2-4B81-9297-2F3CD7CC6934}" destId="{D4762569-0279-438D-BC26-E1C75155188C}" srcOrd="2" destOrd="0" parTransId="{A6A9B62C-65A0-4FE6-94EF-55C638103227}" sibTransId="{0C714378-642E-4240-A751-EF8E4AB1A23A}"/>
    <dgm:cxn modelId="{27C3F34D-1A93-460C-A6F4-C80165CA30C8}" type="presOf" srcId="{30A9508D-49A8-41D0-855F-982CDF0F4E27}" destId="{666DBD49-E4ED-44B8-BF15-2A90C6F1DBFC}" srcOrd="0" destOrd="0" presId="urn:microsoft.com/office/officeart/2018/2/layout/IconVerticalSolidList"/>
    <dgm:cxn modelId="{3406F770-A316-41C3-88A9-1FEDAC4416F4}" srcId="{C16F72AA-39F2-4B81-9297-2F3CD7CC6934}" destId="{8D4D679C-2FE8-4C4F-ABA5-29B450DF67E4}" srcOrd="0" destOrd="0" parTransId="{54A616CA-204F-446F-8713-62C7C4C49A1B}" sibTransId="{F073E062-D6B1-4778-B32F-E780E5AC2F2D}"/>
    <dgm:cxn modelId="{5F22FE8B-0981-48F6-8EEA-42E4A0F39873}" srcId="{C16F72AA-39F2-4B81-9297-2F3CD7CC6934}" destId="{30A9508D-49A8-41D0-855F-982CDF0F4E27}" srcOrd="1" destOrd="0" parTransId="{95EE8952-CAE2-41D2-AD9C-4EE3125FFF6A}" sibTransId="{76DAC91E-AAA5-4DC9-9103-FD6AE6239AF1}"/>
    <dgm:cxn modelId="{35C1828E-02EA-40C8-A56A-860B1906EF80}" type="presOf" srcId="{C16F72AA-39F2-4B81-9297-2F3CD7CC6934}" destId="{8BFC7084-78E6-40CD-AB25-01E7D39E51CF}" srcOrd="0" destOrd="0" presId="urn:microsoft.com/office/officeart/2018/2/layout/IconVerticalSolidList"/>
    <dgm:cxn modelId="{0FD03FA2-5B8A-4B31-B74D-E37CBC49269B}" type="presOf" srcId="{8D4D679C-2FE8-4C4F-ABA5-29B450DF67E4}" destId="{B4771240-FE3C-4B7C-A833-793665B839B8}" srcOrd="0" destOrd="0" presId="urn:microsoft.com/office/officeart/2018/2/layout/IconVerticalSolidList"/>
    <dgm:cxn modelId="{FC20FF98-4D21-4324-AC29-A9BE3FE5D7A3}" type="presParOf" srcId="{8BFC7084-78E6-40CD-AB25-01E7D39E51CF}" destId="{22107C08-C948-4C05-B71E-F4123E591DC2}" srcOrd="0" destOrd="0" presId="urn:microsoft.com/office/officeart/2018/2/layout/IconVerticalSolidList"/>
    <dgm:cxn modelId="{3397C77F-C2DC-4C67-8344-01889DA747F0}" type="presParOf" srcId="{22107C08-C948-4C05-B71E-F4123E591DC2}" destId="{31F985EF-5155-4684-B3BF-9B2536E0DAE0}" srcOrd="0" destOrd="0" presId="urn:microsoft.com/office/officeart/2018/2/layout/IconVerticalSolidList"/>
    <dgm:cxn modelId="{31E981C4-4708-40D4-84A6-3ED0CC88852D}" type="presParOf" srcId="{22107C08-C948-4C05-B71E-F4123E591DC2}" destId="{F75BF154-0138-49C9-B20A-C8008C898AD8}" srcOrd="1" destOrd="0" presId="urn:microsoft.com/office/officeart/2018/2/layout/IconVerticalSolidList"/>
    <dgm:cxn modelId="{00564D25-EC0C-435F-ABC5-FD6D2631BF6F}" type="presParOf" srcId="{22107C08-C948-4C05-B71E-F4123E591DC2}" destId="{0FEEBC4B-4CEF-4A3A-BCA2-E1ACC576F718}" srcOrd="2" destOrd="0" presId="urn:microsoft.com/office/officeart/2018/2/layout/IconVerticalSolidList"/>
    <dgm:cxn modelId="{49FAA483-FB67-4FC7-84FB-E6D1A44DC95F}" type="presParOf" srcId="{22107C08-C948-4C05-B71E-F4123E591DC2}" destId="{B4771240-FE3C-4B7C-A833-793665B839B8}" srcOrd="3" destOrd="0" presId="urn:microsoft.com/office/officeart/2018/2/layout/IconVerticalSolidList"/>
    <dgm:cxn modelId="{028F91FF-5074-4048-BFF8-251A35B18AFC}" type="presParOf" srcId="{8BFC7084-78E6-40CD-AB25-01E7D39E51CF}" destId="{C197B519-14EC-48E7-B6A1-482B3857D74A}" srcOrd="1" destOrd="0" presId="urn:microsoft.com/office/officeart/2018/2/layout/IconVerticalSolidList"/>
    <dgm:cxn modelId="{BE2E1C1C-6A29-4F5A-8BCB-BBF1519EA82F}" type="presParOf" srcId="{8BFC7084-78E6-40CD-AB25-01E7D39E51CF}" destId="{EA27D110-3C5E-4404-896E-31A718BBB580}" srcOrd="2" destOrd="0" presId="urn:microsoft.com/office/officeart/2018/2/layout/IconVerticalSolidList"/>
    <dgm:cxn modelId="{C6AB70BE-18B3-4C03-8546-D35F6DFA5834}" type="presParOf" srcId="{EA27D110-3C5E-4404-896E-31A718BBB580}" destId="{CEF801B6-C98D-40A1-8A1F-BFC1BF435EE5}" srcOrd="0" destOrd="0" presId="urn:microsoft.com/office/officeart/2018/2/layout/IconVerticalSolidList"/>
    <dgm:cxn modelId="{8C791E69-FF65-4518-AB66-186006834BAF}" type="presParOf" srcId="{EA27D110-3C5E-4404-896E-31A718BBB580}" destId="{2875AD7D-9EF1-46CD-AB1B-7836B54D04CD}" srcOrd="1" destOrd="0" presId="urn:microsoft.com/office/officeart/2018/2/layout/IconVerticalSolidList"/>
    <dgm:cxn modelId="{EB0893AB-6781-43DA-AEB8-57255CAF60C0}" type="presParOf" srcId="{EA27D110-3C5E-4404-896E-31A718BBB580}" destId="{A2A2F63D-4768-4A44-9DA6-16AD2473FD1B}" srcOrd="2" destOrd="0" presId="urn:microsoft.com/office/officeart/2018/2/layout/IconVerticalSolidList"/>
    <dgm:cxn modelId="{84126F78-E426-4604-9803-8BDF5E5A360E}" type="presParOf" srcId="{EA27D110-3C5E-4404-896E-31A718BBB580}" destId="{666DBD49-E4ED-44B8-BF15-2A90C6F1DBFC}" srcOrd="3" destOrd="0" presId="urn:microsoft.com/office/officeart/2018/2/layout/IconVerticalSolidList"/>
    <dgm:cxn modelId="{9C4D37F1-393E-4224-9AAA-E20178626295}" type="presParOf" srcId="{8BFC7084-78E6-40CD-AB25-01E7D39E51CF}" destId="{EC3BA3B8-5F99-4461-9B2D-8197D50068C2}" srcOrd="3" destOrd="0" presId="urn:microsoft.com/office/officeart/2018/2/layout/IconVerticalSolidList"/>
    <dgm:cxn modelId="{F16D15B0-1DE0-403D-95BE-206651C1CEE1}" type="presParOf" srcId="{8BFC7084-78E6-40CD-AB25-01E7D39E51CF}" destId="{80ADB21B-BB35-4D87-984D-1C0CE5B7BD1E}" srcOrd="4" destOrd="0" presId="urn:microsoft.com/office/officeart/2018/2/layout/IconVerticalSolidList"/>
    <dgm:cxn modelId="{E928F469-1AA9-4F60-A788-BE079CC4295C}" type="presParOf" srcId="{80ADB21B-BB35-4D87-984D-1C0CE5B7BD1E}" destId="{03B9DA45-5692-4243-8FF8-E0574D120AFA}" srcOrd="0" destOrd="0" presId="urn:microsoft.com/office/officeart/2018/2/layout/IconVerticalSolidList"/>
    <dgm:cxn modelId="{7CB138FB-1417-4F3C-98C4-82EDAA36861B}" type="presParOf" srcId="{80ADB21B-BB35-4D87-984D-1C0CE5B7BD1E}" destId="{7F714415-C94A-42A8-9D43-7AAF3B40CB6C}" srcOrd="1" destOrd="0" presId="urn:microsoft.com/office/officeart/2018/2/layout/IconVerticalSolidList"/>
    <dgm:cxn modelId="{96F95713-AEA4-433E-90BF-D7617DD0E23B}" type="presParOf" srcId="{80ADB21B-BB35-4D87-984D-1C0CE5B7BD1E}" destId="{B8A9ED6D-2005-4813-9BE2-80CBD82F66AE}" srcOrd="2" destOrd="0" presId="urn:microsoft.com/office/officeart/2018/2/layout/IconVerticalSolidList"/>
    <dgm:cxn modelId="{661F287F-AE98-483B-B3C7-60BBD8655DD4}" type="presParOf" srcId="{80ADB21B-BB35-4D87-984D-1C0CE5B7BD1E}" destId="{E4C160ED-8D7A-41BA-9E62-D4E6C600C38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5874E1C-B480-4CC1-947C-13A927F04E9F}" type="doc">
      <dgm:prSet loTypeId="urn:microsoft.com/office/officeart/2018/2/layout/IconLabelList" loCatId="icon" qsTypeId="urn:microsoft.com/office/officeart/2005/8/quickstyle/simple1#5" qsCatId="simple" csTypeId="urn:microsoft.com/office/officeart/2005/8/colors/accent1_2#5" csCatId="accent1" phldr="1"/>
      <dgm:spPr/>
      <dgm:t>
        <a:bodyPr/>
        <a:lstStyle/>
        <a:p>
          <a:endParaRPr lang="en-US"/>
        </a:p>
      </dgm:t>
    </dgm:pt>
    <dgm:pt modelId="{0E20B7D8-7A82-4809-A5ED-FAC99026AEFB}">
      <dgm:prSet/>
      <dgm:spPr/>
      <dgm:t>
        <a:bodyPr/>
        <a:lstStyle/>
        <a:p>
          <a:pPr>
            <a:lnSpc>
              <a:spcPct val="100000"/>
            </a:lnSpc>
          </a:pPr>
          <a:r>
            <a:rPr lang="da-DK"/>
            <a:t>Opgaver: 3</a:t>
          </a:r>
          <a:endParaRPr lang="en-US"/>
        </a:p>
      </dgm:t>
    </dgm:pt>
    <dgm:pt modelId="{E2851A9E-4F37-49C3-8EF5-F4E48FFD4C25}" type="parTrans" cxnId="{454763F4-ED21-4D42-9A33-E3106C8BAC5A}">
      <dgm:prSet/>
      <dgm:spPr/>
      <dgm:t>
        <a:bodyPr/>
        <a:lstStyle/>
        <a:p>
          <a:endParaRPr lang="en-US"/>
        </a:p>
      </dgm:t>
    </dgm:pt>
    <dgm:pt modelId="{99342A6F-1807-434B-93EB-D6689874442F}" type="sibTrans" cxnId="{454763F4-ED21-4D42-9A33-E3106C8BAC5A}">
      <dgm:prSet/>
      <dgm:spPr/>
      <dgm:t>
        <a:bodyPr/>
        <a:lstStyle/>
        <a:p>
          <a:endParaRPr lang="en-US"/>
        </a:p>
      </dgm:t>
    </dgm:pt>
    <dgm:pt modelId="{CBAC6B9F-B9C1-4359-8653-465765F94BEF}">
      <dgm:prSet/>
      <dgm:spPr/>
      <dgm:t>
        <a:bodyPr/>
        <a:lstStyle/>
        <a:p>
          <a:pPr>
            <a:lnSpc>
              <a:spcPct val="100000"/>
            </a:lnSpc>
          </a:pPr>
          <a:r>
            <a:rPr lang="da-DK"/>
            <a:t>10 min.</a:t>
          </a:r>
          <a:endParaRPr lang="en-US"/>
        </a:p>
      </dgm:t>
    </dgm:pt>
    <dgm:pt modelId="{10FB881B-A527-4B26-9214-61D8EC41DDA7}" type="parTrans" cxnId="{03B4DFF9-C315-478A-83FA-1CA86423E0A5}">
      <dgm:prSet/>
      <dgm:spPr/>
      <dgm:t>
        <a:bodyPr/>
        <a:lstStyle/>
        <a:p>
          <a:endParaRPr lang="en-US"/>
        </a:p>
      </dgm:t>
    </dgm:pt>
    <dgm:pt modelId="{FE8F2EF5-286D-4601-B861-4F4DC3C2EF89}" type="sibTrans" cxnId="{03B4DFF9-C315-478A-83FA-1CA86423E0A5}">
      <dgm:prSet/>
      <dgm:spPr/>
      <dgm:t>
        <a:bodyPr/>
        <a:lstStyle/>
        <a:p>
          <a:endParaRPr lang="en-US"/>
        </a:p>
      </dgm:t>
    </dgm:pt>
    <dgm:pt modelId="{80DD20AB-9B08-4E7E-AA53-46D541DF90F1}" type="pres">
      <dgm:prSet presAssocID="{85874E1C-B480-4CC1-947C-13A927F04E9F}" presName="root" presStyleCnt="0">
        <dgm:presLayoutVars>
          <dgm:dir/>
          <dgm:resizeHandles val="exact"/>
        </dgm:presLayoutVars>
      </dgm:prSet>
      <dgm:spPr/>
    </dgm:pt>
    <dgm:pt modelId="{76D55531-B79C-4DDA-A63B-7A5CD973A8C6}" type="pres">
      <dgm:prSet presAssocID="{0E20B7D8-7A82-4809-A5ED-FAC99026AEFB}" presName="compNode" presStyleCnt="0"/>
      <dgm:spPr/>
    </dgm:pt>
    <dgm:pt modelId="{2BFB3EB5-3D69-472A-89DB-B53EF26209E6}" type="pres">
      <dgm:prSet presAssocID="{0E20B7D8-7A82-4809-A5ED-FAC99026AEFB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ontrolliste"/>
        </a:ext>
      </dgm:extLst>
    </dgm:pt>
    <dgm:pt modelId="{004DB450-A34F-4366-AB62-F80B2B38C767}" type="pres">
      <dgm:prSet presAssocID="{0E20B7D8-7A82-4809-A5ED-FAC99026AEFB}" presName="spaceRect" presStyleCnt="0"/>
      <dgm:spPr/>
    </dgm:pt>
    <dgm:pt modelId="{0E609E7E-F598-4CB3-A254-46F0A194F565}" type="pres">
      <dgm:prSet presAssocID="{0E20B7D8-7A82-4809-A5ED-FAC99026AEFB}" presName="textRect" presStyleLbl="revTx" presStyleIdx="0" presStyleCnt="2">
        <dgm:presLayoutVars>
          <dgm:chMax val="1"/>
          <dgm:chPref val="1"/>
        </dgm:presLayoutVars>
      </dgm:prSet>
      <dgm:spPr/>
    </dgm:pt>
    <dgm:pt modelId="{660871AC-557A-45E6-935D-A6CC242DF9DF}" type="pres">
      <dgm:prSet presAssocID="{99342A6F-1807-434B-93EB-D6689874442F}" presName="sibTrans" presStyleCnt="0"/>
      <dgm:spPr/>
    </dgm:pt>
    <dgm:pt modelId="{D6EDD8DF-C36A-4734-9A23-F9EF2AFD0909}" type="pres">
      <dgm:prSet presAssocID="{CBAC6B9F-B9C1-4359-8653-465765F94BEF}" presName="compNode" presStyleCnt="0"/>
      <dgm:spPr/>
    </dgm:pt>
    <dgm:pt modelId="{BFD22B6F-5F52-4FC3-BDD9-2A6F4925C69C}" type="pres">
      <dgm:prSet presAssocID="{CBAC6B9F-B9C1-4359-8653-465765F94BEF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1B4B0DDA-7A1C-4072-A520-8913CB41A185}" type="pres">
      <dgm:prSet presAssocID="{CBAC6B9F-B9C1-4359-8653-465765F94BEF}" presName="spaceRect" presStyleCnt="0"/>
      <dgm:spPr/>
    </dgm:pt>
    <dgm:pt modelId="{AA5F157C-BF27-4353-A785-362604F9F559}" type="pres">
      <dgm:prSet presAssocID="{CBAC6B9F-B9C1-4359-8653-465765F94BE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C981B361-ADC1-41D9-99DA-9CC44C6661D3}" type="presOf" srcId="{0E20B7D8-7A82-4809-A5ED-FAC99026AEFB}" destId="{0E609E7E-F598-4CB3-A254-46F0A194F565}" srcOrd="0" destOrd="0" presId="urn:microsoft.com/office/officeart/2018/2/layout/IconLabelList"/>
    <dgm:cxn modelId="{73CD4EB8-AFC4-4AF4-A490-DD4255EAEE9F}" type="presOf" srcId="{CBAC6B9F-B9C1-4359-8653-465765F94BEF}" destId="{AA5F157C-BF27-4353-A785-362604F9F559}" srcOrd="0" destOrd="0" presId="urn:microsoft.com/office/officeart/2018/2/layout/IconLabelList"/>
    <dgm:cxn modelId="{F62AC2D5-AAC7-4A8D-8E1B-988B21FC5571}" type="presOf" srcId="{85874E1C-B480-4CC1-947C-13A927F04E9F}" destId="{80DD20AB-9B08-4E7E-AA53-46D541DF90F1}" srcOrd="0" destOrd="0" presId="urn:microsoft.com/office/officeart/2018/2/layout/IconLabelList"/>
    <dgm:cxn modelId="{454763F4-ED21-4D42-9A33-E3106C8BAC5A}" srcId="{85874E1C-B480-4CC1-947C-13A927F04E9F}" destId="{0E20B7D8-7A82-4809-A5ED-FAC99026AEFB}" srcOrd="0" destOrd="0" parTransId="{E2851A9E-4F37-49C3-8EF5-F4E48FFD4C25}" sibTransId="{99342A6F-1807-434B-93EB-D6689874442F}"/>
    <dgm:cxn modelId="{03B4DFF9-C315-478A-83FA-1CA86423E0A5}" srcId="{85874E1C-B480-4CC1-947C-13A927F04E9F}" destId="{CBAC6B9F-B9C1-4359-8653-465765F94BEF}" srcOrd="1" destOrd="0" parTransId="{10FB881B-A527-4B26-9214-61D8EC41DDA7}" sibTransId="{FE8F2EF5-286D-4601-B861-4F4DC3C2EF89}"/>
    <dgm:cxn modelId="{C84FDE0A-7C10-49F6-BEA0-EDB2DCD4FE6F}" type="presParOf" srcId="{80DD20AB-9B08-4E7E-AA53-46D541DF90F1}" destId="{76D55531-B79C-4DDA-A63B-7A5CD973A8C6}" srcOrd="0" destOrd="0" presId="urn:microsoft.com/office/officeart/2018/2/layout/IconLabelList"/>
    <dgm:cxn modelId="{63006AE3-F1A8-44B9-991E-E98E31CE8AF3}" type="presParOf" srcId="{76D55531-B79C-4DDA-A63B-7A5CD973A8C6}" destId="{2BFB3EB5-3D69-472A-89DB-B53EF26209E6}" srcOrd="0" destOrd="0" presId="urn:microsoft.com/office/officeart/2018/2/layout/IconLabelList"/>
    <dgm:cxn modelId="{14B2DA94-4A7B-45A6-8C1A-44353C214F08}" type="presParOf" srcId="{76D55531-B79C-4DDA-A63B-7A5CD973A8C6}" destId="{004DB450-A34F-4366-AB62-F80B2B38C767}" srcOrd="1" destOrd="0" presId="urn:microsoft.com/office/officeart/2018/2/layout/IconLabelList"/>
    <dgm:cxn modelId="{024AB9FF-B10E-4267-8B9F-751BB6127261}" type="presParOf" srcId="{76D55531-B79C-4DDA-A63B-7A5CD973A8C6}" destId="{0E609E7E-F598-4CB3-A254-46F0A194F565}" srcOrd="2" destOrd="0" presId="urn:microsoft.com/office/officeart/2018/2/layout/IconLabelList"/>
    <dgm:cxn modelId="{42B4F690-640C-479D-B44D-57839D5F2E58}" type="presParOf" srcId="{80DD20AB-9B08-4E7E-AA53-46D541DF90F1}" destId="{660871AC-557A-45E6-935D-A6CC242DF9DF}" srcOrd="1" destOrd="0" presId="urn:microsoft.com/office/officeart/2018/2/layout/IconLabelList"/>
    <dgm:cxn modelId="{F654FF9E-82FD-421C-8453-70CC2C34908E}" type="presParOf" srcId="{80DD20AB-9B08-4E7E-AA53-46D541DF90F1}" destId="{D6EDD8DF-C36A-4734-9A23-F9EF2AFD0909}" srcOrd="2" destOrd="0" presId="urn:microsoft.com/office/officeart/2018/2/layout/IconLabelList"/>
    <dgm:cxn modelId="{08BF4C02-5D8A-47CA-95D3-172AD898D862}" type="presParOf" srcId="{D6EDD8DF-C36A-4734-9A23-F9EF2AFD0909}" destId="{BFD22B6F-5F52-4FC3-BDD9-2A6F4925C69C}" srcOrd="0" destOrd="0" presId="urn:microsoft.com/office/officeart/2018/2/layout/IconLabelList"/>
    <dgm:cxn modelId="{BDB8516E-2BB6-47AC-B123-B2CB33F851BB}" type="presParOf" srcId="{D6EDD8DF-C36A-4734-9A23-F9EF2AFD0909}" destId="{1B4B0DDA-7A1C-4072-A520-8913CB41A185}" srcOrd="1" destOrd="0" presId="urn:microsoft.com/office/officeart/2018/2/layout/IconLabelList"/>
    <dgm:cxn modelId="{9F5CD4C0-647F-4D3B-91DA-22D7567937F0}" type="presParOf" srcId="{D6EDD8DF-C36A-4734-9A23-F9EF2AFD0909}" destId="{AA5F157C-BF27-4353-A785-362604F9F55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A9719E1-7624-4FCC-969D-BD8F2E1DB7AE}" type="doc">
      <dgm:prSet loTypeId="urn:microsoft.com/office/officeart/2018/2/layout/IconVerticalSolidList" loCatId="icon" qsTypeId="urn:microsoft.com/office/officeart/2005/8/quickstyle/simple1#55" qsCatId="simple" csTypeId="urn:microsoft.com/office/officeart/2005/8/colors/accent1_2#55" csCatId="accent1" phldr="1"/>
      <dgm:spPr/>
      <dgm:t>
        <a:bodyPr/>
        <a:lstStyle/>
        <a:p>
          <a:endParaRPr lang="en-US"/>
        </a:p>
      </dgm:t>
    </dgm:pt>
    <dgm:pt modelId="{38671E55-2148-4B9B-88A6-87815EC42ED2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Opgaver: 4</a:t>
          </a:r>
          <a:endParaRPr lang="en-US" dirty="0"/>
        </a:p>
      </dgm:t>
    </dgm:pt>
    <dgm:pt modelId="{0E7304F5-2756-42DB-940A-3C4D0E9731A2}" type="parTrans" cxnId="{0380645C-9CEC-4282-A181-C7051C8DD6F2}">
      <dgm:prSet/>
      <dgm:spPr/>
      <dgm:t>
        <a:bodyPr/>
        <a:lstStyle/>
        <a:p>
          <a:endParaRPr lang="en-US"/>
        </a:p>
      </dgm:t>
    </dgm:pt>
    <dgm:pt modelId="{C466B8D1-906B-4842-8BCE-E1908B834B67}" type="sibTrans" cxnId="{0380645C-9CEC-4282-A181-C7051C8DD6F2}">
      <dgm:prSet/>
      <dgm:spPr/>
      <dgm:t>
        <a:bodyPr/>
        <a:lstStyle/>
        <a:p>
          <a:endParaRPr lang="en-US"/>
        </a:p>
      </dgm:t>
    </dgm:pt>
    <dgm:pt modelId="{B15F88AE-84F6-4613-970F-DB5921BC4FBF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15 min.</a:t>
          </a:r>
          <a:endParaRPr lang="en-US" dirty="0"/>
        </a:p>
      </dgm:t>
    </dgm:pt>
    <dgm:pt modelId="{24E357FB-4498-4918-B766-C3E0FA950868}" type="parTrans" cxnId="{EB661FAC-118A-43A7-A0F8-DEA88E024BDF}">
      <dgm:prSet/>
      <dgm:spPr/>
      <dgm:t>
        <a:bodyPr/>
        <a:lstStyle/>
        <a:p>
          <a:endParaRPr lang="en-US"/>
        </a:p>
      </dgm:t>
    </dgm:pt>
    <dgm:pt modelId="{7E8FAC18-78FB-4FA7-81E9-C90EBDFD76C9}" type="sibTrans" cxnId="{EB661FAC-118A-43A7-A0F8-DEA88E024BDF}">
      <dgm:prSet/>
      <dgm:spPr/>
      <dgm:t>
        <a:bodyPr/>
        <a:lstStyle/>
        <a:p>
          <a:endParaRPr lang="en-US"/>
        </a:p>
      </dgm:t>
    </dgm:pt>
    <dgm:pt modelId="{88D45983-7E79-4F7B-B834-A6346F1D3C13}" type="pres">
      <dgm:prSet presAssocID="{5A9719E1-7624-4FCC-969D-BD8F2E1DB7AE}" presName="root" presStyleCnt="0">
        <dgm:presLayoutVars>
          <dgm:dir/>
          <dgm:resizeHandles val="exact"/>
        </dgm:presLayoutVars>
      </dgm:prSet>
      <dgm:spPr/>
    </dgm:pt>
    <dgm:pt modelId="{F5D5DC5A-86E8-4B15-9800-1670F8055893}" type="pres">
      <dgm:prSet presAssocID="{38671E55-2148-4B9B-88A6-87815EC42ED2}" presName="compNode" presStyleCnt="0"/>
      <dgm:spPr/>
    </dgm:pt>
    <dgm:pt modelId="{9E269D31-A427-421C-B744-9AEADFD86F15}" type="pres">
      <dgm:prSet presAssocID="{38671E55-2148-4B9B-88A6-87815EC42ED2}" presName="bgRect" presStyleLbl="bgShp" presStyleIdx="0" presStyleCnt="2"/>
      <dgm:spPr/>
    </dgm:pt>
    <dgm:pt modelId="{9FE558E0-778C-4979-B2D6-6D82D3D83137}" type="pres">
      <dgm:prSet presAssocID="{38671E55-2148-4B9B-88A6-87815EC42ED2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ki"/>
        </a:ext>
      </dgm:extLst>
    </dgm:pt>
    <dgm:pt modelId="{2F6FE599-68F9-491F-8A66-479DE51B722E}" type="pres">
      <dgm:prSet presAssocID="{38671E55-2148-4B9B-88A6-87815EC42ED2}" presName="spaceRect" presStyleCnt="0"/>
      <dgm:spPr/>
    </dgm:pt>
    <dgm:pt modelId="{008F5E15-25AD-4046-8FA5-CBF90D32FA3D}" type="pres">
      <dgm:prSet presAssocID="{38671E55-2148-4B9B-88A6-87815EC42ED2}" presName="parTx" presStyleLbl="revTx" presStyleIdx="0" presStyleCnt="2">
        <dgm:presLayoutVars>
          <dgm:chMax val="0"/>
          <dgm:chPref val="0"/>
        </dgm:presLayoutVars>
      </dgm:prSet>
      <dgm:spPr/>
    </dgm:pt>
    <dgm:pt modelId="{3EDF027C-DF59-4707-8B99-8355FCCF775D}" type="pres">
      <dgm:prSet presAssocID="{C466B8D1-906B-4842-8BCE-E1908B834B67}" presName="sibTrans" presStyleCnt="0"/>
      <dgm:spPr/>
    </dgm:pt>
    <dgm:pt modelId="{0ADA3A51-57B2-47DF-8D7A-400FD6DE0D38}" type="pres">
      <dgm:prSet presAssocID="{B15F88AE-84F6-4613-970F-DB5921BC4FBF}" presName="compNode" presStyleCnt="0"/>
      <dgm:spPr/>
    </dgm:pt>
    <dgm:pt modelId="{E0BCE96B-4198-4E6C-A89A-739ED4184318}" type="pres">
      <dgm:prSet presAssocID="{B15F88AE-84F6-4613-970F-DB5921BC4FBF}" presName="bgRect" presStyleLbl="bgShp" presStyleIdx="1" presStyleCnt="2"/>
      <dgm:spPr/>
    </dgm:pt>
    <dgm:pt modelId="{A6816FF8-713E-4BB4-98AE-3739C25EB7A8}" type="pres">
      <dgm:prSet presAssocID="{B15F88AE-84F6-4613-970F-DB5921BC4FBF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F30A1E22-DE02-42B2-BCE3-05F538222AEB}" type="pres">
      <dgm:prSet presAssocID="{B15F88AE-84F6-4613-970F-DB5921BC4FBF}" presName="spaceRect" presStyleCnt="0"/>
      <dgm:spPr/>
    </dgm:pt>
    <dgm:pt modelId="{D6E8BE6E-AD86-4659-9C6F-30ED33CABC28}" type="pres">
      <dgm:prSet presAssocID="{B15F88AE-84F6-4613-970F-DB5921BC4FBF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0380645C-9CEC-4282-A181-C7051C8DD6F2}" srcId="{5A9719E1-7624-4FCC-969D-BD8F2E1DB7AE}" destId="{38671E55-2148-4B9B-88A6-87815EC42ED2}" srcOrd="0" destOrd="0" parTransId="{0E7304F5-2756-42DB-940A-3C4D0E9731A2}" sibTransId="{C466B8D1-906B-4842-8BCE-E1908B834B67}"/>
    <dgm:cxn modelId="{6CC7E157-FA02-4313-9050-7DEB56B3670A}" type="presOf" srcId="{B15F88AE-84F6-4613-970F-DB5921BC4FBF}" destId="{D6E8BE6E-AD86-4659-9C6F-30ED33CABC28}" srcOrd="0" destOrd="0" presId="urn:microsoft.com/office/officeart/2018/2/layout/IconVerticalSolidList"/>
    <dgm:cxn modelId="{EB661FAC-118A-43A7-A0F8-DEA88E024BDF}" srcId="{5A9719E1-7624-4FCC-969D-BD8F2E1DB7AE}" destId="{B15F88AE-84F6-4613-970F-DB5921BC4FBF}" srcOrd="1" destOrd="0" parTransId="{24E357FB-4498-4918-B766-C3E0FA950868}" sibTransId="{7E8FAC18-78FB-4FA7-81E9-C90EBDFD76C9}"/>
    <dgm:cxn modelId="{4FC8CCBC-6F85-4DAE-9F64-A7CB7C32B79F}" type="presOf" srcId="{38671E55-2148-4B9B-88A6-87815EC42ED2}" destId="{008F5E15-25AD-4046-8FA5-CBF90D32FA3D}" srcOrd="0" destOrd="0" presId="urn:microsoft.com/office/officeart/2018/2/layout/IconVerticalSolidList"/>
    <dgm:cxn modelId="{613638F0-55BF-47BE-A62F-D5E3F9DA72EB}" type="presOf" srcId="{5A9719E1-7624-4FCC-969D-BD8F2E1DB7AE}" destId="{88D45983-7E79-4F7B-B834-A6346F1D3C13}" srcOrd="0" destOrd="0" presId="urn:microsoft.com/office/officeart/2018/2/layout/IconVerticalSolidList"/>
    <dgm:cxn modelId="{86B17873-B0B5-4151-89C0-21334C950759}" type="presParOf" srcId="{88D45983-7E79-4F7B-B834-A6346F1D3C13}" destId="{F5D5DC5A-86E8-4B15-9800-1670F8055893}" srcOrd="0" destOrd="0" presId="urn:microsoft.com/office/officeart/2018/2/layout/IconVerticalSolidList"/>
    <dgm:cxn modelId="{ABE5DC6E-1ED9-4D68-B7DF-8479D6C34A37}" type="presParOf" srcId="{F5D5DC5A-86E8-4B15-9800-1670F8055893}" destId="{9E269D31-A427-421C-B744-9AEADFD86F15}" srcOrd="0" destOrd="0" presId="urn:microsoft.com/office/officeart/2018/2/layout/IconVerticalSolidList"/>
    <dgm:cxn modelId="{6E0E8B25-F948-4755-9AF0-FB91A403E407}" type="presParOf" srcId="{F5D5DC5A-86E8-4B15-9800-1670F8055893}" destId="{9FE558E0-778C-4979-B2D6-6D82D3D83137}" srcOrd="1" destOrd="0" presId="urn:microsoft.com/office/officeart/2018/2/layout/IconVerticalSolidList"/>
    <dgm:cxn modelId="{50DB6AE9-B2FD-48E7-88A3-D8325F108A05}" type="presParOf" srcId="{F5D5DC5A-86E8-4B15-9800-1670F8055893}" destId="{2F6FE599-68F9-491F-8A66-479DE51B722E}" srcOrd="2" destOrd="0" presId="urn:microsoft.com/office/officeart/2018/2/layout/IconVerticalSolidList"/>
    <dgm:cxn modelId="{FAEB7637-67C3-4926-A491-F2F0AF94B40A}" type="presParOf" srcId="{F5D5DC5A-86E8-4B15-9800-1670F8055893}" destId="{008F5E15-25AD-4046-8FA5-CBF90D32FA3D}" srcOrd="3" destOrd="0" presId="urn:microsoft.com/office/officeart/2018/2/layout/IconVerticalSolidList"/>
    <dgm:cxn modelId="{A642BA1C-6568-4159-8F59-704E331D869F}" type="presParOf" srcId="{88D45983-7E79-4F7B-B834-A6346F1D3C13}" destId="{3EDF027C-DF59-4707-8B99-8355FCCF775D}" srcOrd="1" destOrd="0" presId="urn:microsoft.com/office/officeart/2018/2/layout/IconVerticalSolidList"/>
    <dgm:cxn modelId="{B2AC2098-37C2-4634-8875-D379D793E808}" type="presParOf" srcId="{88D45983-7E79-4F7B-B834-A6346F1D3C13}" destId="{0ADA3A51-57B2-47DF-8D7A-400FD6DE0D38}" srcOrd="2" destOrd="0" presId="urn:microsoft.com/office/officeart/2018/2/layout/IconVerticalSolidList"/>
    <dgm:cxn modelId="{06AD04F7-0712-4D22-B4B3-48DB86732D41}" type="presParOf" srcId="{0ADA3A51-57B2-47DF-8D7A-400FD6DE0D38}" destId="{E0BCE96B-4198-4E6C-A89A-739ED4184318}" srcOrd="0" destOrd="0" presId="urn:microsoft.com/office/officeart/2018/2/layout/IconVerticalSolidList"/>
    <dgm:cxn modelId="{A77CE894-5EC2-4D00-9A47-99CADF094E1A}" type="presParOf" srcId="{0ADA3A51-57B2-47DF-8D7A-400FD6DE0D38}" destId="{A6816FF8-713E-4BB4-98AE-3739C25EB7A8}" srcOrd="1" destOrd="0" presId="urn:microsoft.com/office/officeart/2018/2/layout/IconVerticalSolidList"/>
    <dgm:cxn modelId="{D935E974-9164-43E7-940E-0605D45371E8}" type="presParOf" srcId="{0ADA3A51-57B2-47DF-8D7A-400FD6DE0D38}" destId="{F30A1E22-DE02-42B2-BCE3-05F538222AEB}" srcOrd="2" destOrd="0" presId="urn:microsoft.com/office/officeart/2018/2/layout/IconVerticalSolidList"/>
    <dgm:cxn modelId="{4E657758-E2D7-4F20-B040-13BD8337E1BD}" type="presParOf" srcId="{0ADA3A51-57B2-47DF-8D7A-400FD6DE0D38}" destId="{D6E8BE6E-AD86-4659-9C6F-30ED33CABC2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4CDF660-DD21-4F3D-9F9F-4F4302B889DC}" type="doc">
      <dgm:prSet loTypeId="urn:microsoft.com/office/officeart/2018/2/layout/IconVerticalSolidList" loCatId="icon" qsTypeId="urn:microsoft.com/office/officeart/2005/8/quickstyle/simple1#59" qsCatId="simple" csTypeId="urn:microsoft.com/office/officeart/2005/8/colors/accent1_2#59" csCatId="accent1" phldr="1"/>
      <dgm:spPr/>
      <dgm:t>
        <a:bodyPr/>
        <a:lstStyle/>
        <a:p>
          <a:endParaRPr lang="en-US"/>
        </a:p>
      </dgm:t>
    </dgm:pt>
    <dgm:pt modelId="{823DEA73-0C76-441B-9387-571B9DF15F6B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Opgaver: 5</a:t>
          </a:r>
          <a:endParaRPr lang="en-US" dirty="0"/>
        </a:p>
      </dgm:t>
    </dgm:pt>
    <dgm:pt modelId="{FEADF802-2F06-4349-99C2-F4A0746F7D97}" type="parTrans" cxnId="{714235B8-9EA6-4AD6-B103-B884E8F91668}">
      <dgm:prSet/>
      <dgm:spPr/>
      <dgm:t>
        <a:bodyPr/>
        <a:lstStyle/>
        <a:p>
          <a:endParaRPr lang="en-US"/>
        </a:p>
      </dgm:t>
    </dgm:pt>
    <dgm:pt modelId="{FC8270AF-A4D8-4F78-BFE1-DDD633FFBF75}" type="sibTrans" cxnId="{714235B8-9EA6-4AD6-B103-B884E8F91668}">
      <dgm:prSet/>
      <dgm:spPr/>
      <dgm:t>
        <a:bodyPr/>
        <a:lstStyle/>
        <a:p>
          <a:endParaRPr lang="en-US"/>
        </a:p>
      </dgm:t>
    </dgm:pt>
    <dgm:pt modelId="{8A951589-6D22-474E-B37E-07E903CAE0FB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10 min.</a:t>
          </a:r>
          <a:endParaRPr lang="en-US" dirty="0"/>
        </a:p>
      </dgm:t>
    </dgm:pt>
    <dgm:pt modelId="{2F05E6C0-6130-4758-BAE6-F68288FAE0C7}" type="parTrans" cxnId="{FBA6588E-E717-4D6B-8761-FF09D9A2AE67}">
      <dgm:prSet/>
      <dgm:spPr/>
      <dgm:t>
        <a:bodyPr/>
        <a:lstStyle/>
        <a:p>
          <a:endParaRPr lang="en-US"/>
        </a:p>
      </dgm:t>
    </dgm:pt>
    <dgm:pt modelId="{6BA68C06-BEA3-4974-B5ED-2A568396BDD2}" type="sibTrans" cxnId="{FBA6588E-E717-4D6B-8761-FF09D9A2AE67}">
      <dgm:prSet/>
      <dgm:spPr/>
      <dgm:t>
        <a:bodyPr/>
        <a:lstStyle/>
        <a:p>
          <a:endParaRPr lang="en-US"/>
        </a:p>
      </dgm:t>
    </dgm:pt>
    <dgm:pt modelId="{FB68B4AE-2987-4894-8E9D-AE2C934A0FD6}" type="pres">
      <dgm:prSet presAssocID="{44CDF660-DD21-4F3D-9F9F-4F4302B889DC}" presName="root" presStyleCnt="0">
        <dgm:presLayoutVars>
          <dgm:dir/>
          <dgm:resizeHandles val="exact"/>
        </dgm:presLayoutVars>
      </dgm:prSet>
      <dgm:spPr/>
    </dgm:pt>
    <dgm:pt modelId="{62BBE817-5056-4F89-A790-76FB86331583}" type="pres">
      <dgm:prSet presAssocID="{823DEA73-0C76-441B-9387-571B9DF15F6B}" presName="compNode" presStyleCnt="0"/>
      <dgm:spPr/>
    </dgm:pt>
    <dgm:pt modelId="{2D2049BC-34E5-4B02-B7F9-5BDF1A8E2DD2}" type="pres">
      <dgm:prSet presAssocID="{823DEA73-0C76-441B-9387-571B9DF15F6B}" presName="bgRect" presStyleLbl="bgShp" presStyleIdx="0" presStyleCnt="2"/>
      <dgm:spPr/>
    </dgm:pt>
    <dgm:pt modelId="{B6D0B8A8-2E13-4377-81F4-98762AC6522E}" type="pres">
      <dgm:prSet presAssocID="{823DEA73-0C76-441B-9387-571B9DF15F6B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ontrolliste"/>
        </a:ext>
      </dgm:extLst>
    </dgm:pt>
    <dgm:pt modelId="{58809973-8F55-4F13-8627-A2BAAB41E8B0}" type="pres">
      <dgm:prSet presAssocID="{823DEA73-0C76-441B-9387-571B9DF15F6B}" presName="spaceRect" presStyleCnt="0"/>
      <dgm:spPr/>
    </dgm:pt>
    <dgm:pt modelId="{FB905EE4-202F-47DE-929A-11F96FCC2C22}" type="pres">
      <dgm:prSet presAssocID="{823DEA73-0C76-441B-9387-571B9DF15F6B}" presName="parTx" presStyleLbl="revTx" presStyleIdx="0" presStyleCnt="2">
        <dgm:presLayoutVars>
          <dgm:chMax val="0"/>
          <dgm:chPref val="0"/>
        </dgm:presLayoutVars>
      </dgm:prSet>
      <dgm:spPr/>
    </dgm:pt>
    <dgm:pt modelId="{2768912A-80D4-480A-91F9-CA21CB93A43C}" type="pres">
      <dgm:prSet presAssocID="{FC8270AF-A4D8-4F78-BFE1-DDD633FFBF75}" presName="sibTrans" presStyleCnt="0"/>
      <dgm:spPr/>
    </dgm:pt>
    <dgm:pt modelId="{26173A65-AD4A-4287-A6E4-7057EDF0A861}" type="pres">
      <dgm:prSet presAssocID="{8A951589-6D22-474E-B37E-07E903CAE0FB}" presName="compNode" presStyleCnt="0"/>
      <dgm:spPr/>
    </dgm:pt>
    <dgm:pt modelId="{FC4E5875-5E04-46C8-B00E-239BA6793CA1}" type="pres">
      <dgm:prSet presAssocID="{8A951589-6D22-474E-B37E-07E903CAE0FB}" presName="bgRect" presStyleLbl="bgShp" presStyleIdx="1" presStyleCnt="2"/>
      <dgm:spPr/>
    </dgm:pt>
    <dgm:pt modelId="{C28F9C04-1BFB-47D1-9750-A6687C8F8C70}" type="pres">
      <dgm:prSet presAssocID="{8A951589-6D22-474E-B37E-07E903CAE0FB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EF373D32-B00E-43CC-AAC0-6FDAA79655D7}" type="pres">
      <dgm:prSet presAssocID="{8A951589-6D22-474E-B37E-07E903CAE0FB}" presName="spaceRect" presStyleCnt="0"/>
      <dgm:spPr/>
    </dgm:pt>
    <dgm:pt modelId="{9F972705-4BDF-4476-9250-84B6C24E0FFB}" type="pres">
      <dgm:prSet presAssocID="{8A951589-6D22-474E-B37E-07E903CAE0F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3CB5D0E-5D1A-4636-977F-5C2F6EA7D08F}" type="presOf" srcId="{44CDF660-DD21-4F3D-9F9F-4F4302B889DC}" destId="{FB68B4AE-2987-4894-8E9D-AE2C934A0FD6}" srcOrd="0" destOrd="0" presId="urn:microsoft.com/office/officeart/2018/2/layout/IconVerticalSolidList"/>
    <dgm:cxn modelId="{D7F0E528-AB29-4AF1-916E-FF9C8BF311D3}" type="presOf" srcId="{823DEA73-0C76-441B-9387-571B9DF15F6B}" destId="{FB905EE4-202F-47DE-929A-11F96FCC2C22}" srcOrd="0" destOrd="0" presId="urn:microsoft.com/office/officeart/2018/2/layout/IconVerticalSolidList"/>
    <dgm:cxn modelId="{FBA6588E-E717-4D6B-8761-FF09D9A2AE67}" srcId="{44CDF660-DD21-4F3D-9F9F-4F4302B889DC}" destId="{8A951589-6D22-474E-B37E-07E903CAE0FB}" srcOrd="1" destOrd="0" parTransId="{2F05E6C0-6130-4758-BAE6-F68288FAE0C7}" sibTransId="{6BA68C06-BEA3-4974-B5ED-2A568396BDD2}"/>
    <dgm:cxn modelId="{714235B8-9EA6-4AD6-B103-B884E8F91668}" srcId="{44CDF660-DD21-4F3D-9F9F-4F4302B889DC}" destId="{823DEA73-0C76-441B-9387-571B9DF15F6B}" srcOrd="0" destOrd="0" parTransId="{FEADF802-2F06-4349-99C2-F4A0746F7D97}" sibTransId="{FC8270AF-A4D8-4F78-BFE1-DDD633FFBF75}"/>
    <dgm:cxn modelId="{9F1478CD-33A9-46D1-9E0A-4C5ED75CA64D}" type="presOf" srcId="{8A951589-6D22-474E-B37E-07E903CAE0FB}" destId="{9F972705-4BDF-4476-9250-84B6C24E0FFB}" srcOrd="0" destOrd="0" presId="urn:microsoft.com/office/officeart/2018/2/layout/IconVerticalSolidList"/>
    <dgm:cxn modelId="{2013EC2E-A334-4AAE-B260-1DA5BCDA973C}" type="presParOf" srcId="{FB68B4AE-2987-4894-8E9D-AE2C934A0FD6}" destId="{62BBE817-5056-4F89-A790-76FB86331583}" srcOrd="0" destOrd="0" presId="urn:microsoft.com/office/officeart/2018/2/layout/IconVerticalSolidList"/>
    <dgm:cxn modelId="{9370A009-3C6F-4115-8F9F-FE2724CB0220}" type="presParOf" srcId="{62BBE817-5056-4F89-A790-76FB86331583}" destId="{2D2049BC-34E5-4B02-B7F9-5BDF1A8E2DD2}" srcOrd="0" destOrd="0" presId="urn:microsoft.com/office/officeart/2018/2/layout/IconVerticalSolidList"/>
    <dgm:cxn modelId="{21C47779-1444-48B6-9990-09DC189938E0}" type="presParOf" srcId="{62BBE817-5056-4F89-A790-76FB86331583}" destId="{B6D0B8A8-2E13-4377-81F4-98762AC6522E}" srcOrd="1" destOrd="0" presId="urn:microsoft.com/office/officeart/2018/2/layout/IconVerticalSolidList"/>
    <dgm:cxn modelId="{A56A2A0B-FA1A-4801-AE7E-6D44F0ACBC77}" type="presParOf" srcId="{62BBE817-5056-4F89-A790-76FB86331583}" destId="{58809973-8F55-4F13-8627-A2BAAB41E8B0}" srcOrd="2" destOrd="0" presId="urn:microsoft.com/office/officeart/2018/2/layout/IconVerticalSolidList"/>
    <dgm:cxn modelId="{DDAFE92D-F864-4EE5-BFEA-AFFD337CC653}" type="presParOf" srcId="{62BBE817-5056-4F89-A790-76FB86331583}" destId="{FB905EE4-202F-47DE-929A-11F96FCC2C22}" srcOrd="3" destOrd="0" presId="urn:microsoft.com/office/officeart/2018/2/layout/IconVerticalSolidList"/>
    <dgm:cxn modelId="{0A4C29C7-CEC4-433E-ACAA-C6AE5B05557C}" type="presParOf" srcId="{FB68B4AE-2987-4894-8E9D-AE2C934A0FD6}" destId="{2768912A-80D4-480A-91F9-CA21CB93A43C}" srcOrd="1" destOrd="0" presId="urn:microsoft.com/office/officeart/2018/2/layout/IconVerticalSolidList"/>
    <dgm:cxn modelId="{698F43CC-DD11-409D-8D1E-658EE3FAE5C6}" type="presParOf" srcId="{FB68B4AE-2987-4894-8E9D-AE2C934A0FD6}" destId="{26173A65-AD4A-4287-A6E4-7057EDF0A861}" srcOrd="2" destOrd="0" presId="urn:microsoft.com/office/officeart/2018/2/layout/IconVerticalSolidList"/>
    <dgm:cxn modelId="{8F4F3410-5E0A-4C3F-A24E-CAE02F830DA1}" type="presParOf" srcId="{26173A65-AD4A-4287-A6E4-7057EDF0A861}" destId="{FC4E5875-5E04-46C8-B00E-239BA6793CA1}" srcOrd="0" destOrd="0" presId="urn:microsoft.com/office/officeart/2018/2/layout/IconVerticalSolidList"/>
    <dgm:cxn modelId="{A72E42EE-0880-434A-8DF3-46717912F0AB}" type="presParOf" srcId="{26173A65-AD4A-4287-A6E4-7057EDF0A861}" destId="{C28F9C04-1BFB-47D1-9750-A6687C8F8C70}" srcOrd="1" destOrd="0" presId="urn:microsoft.com/office/officeart/2018/2/layout/IconVerticalSolidList"/>
    <dgm:cxn modelId="{A2F55F56-F9E5-4D36-954B-12FB66F29372}" type="presParOf" srcId="{26173A65-AD4A-4287-A6E4-7057EDF0A861}" destId="{EF373D32-B00E-43CC-AAC0-6FDAA79655D7}" srcOrd="2" destOrd="0" presId="urn:microsoft.com/office/officeart/2018/2/layout/IconVerticalSolidList"/>
    <dgm:cxn modelId="{EEAFE4AE-A6DC-4952-9564-40A76A3A79ED}" type="presParOf" srcId="{26173A65-AD4A-4287-A6E4-7057EDF0A861}" destId="{9F972705-4BDF-4476-9250-84B6C24E0FF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ABC2E1C-1AF0-4B8E-A715-71AF3CF6482B}" type="doc">
      <dgm:prSet loTypeId="urn:microsoft.com/office/officeart/2018/2/layout/IconVerticalSolidList" loCatId="icon" qsTypeId="urn:microsoft.com/office/officeart/2005/8/quickstyle/simple1#4" qsCatId="simple" csTypeId="urn:microsoft.com/office/officeart/2005/8/colors/accent1_2#4" csCatId="accent1" phldr="1"/>
      <dgm:spPr/>
      <dgm:t>
        <a:bodyPr/>
        <a:lstStyle/>
        <a:p>
          <a:endParaRPr lang="en-US"/>
        </a:p>
      </dgm:t>
    </dgm:pt>
    <dgm:pt modelId="{639EA2EB-A378-4994-A6E2-AF210175A76F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Opgaver: 6-8</a:t>
          </a:r>
          <a:endParaRPr lang="en-US" dirty="0"/>
        </a:p>
      </dgm:t>
    </dgm:pt>
    <dgm:pt modelId="{AF689B36-73FE-4A6C-BA0C-ED94B134E91A}" type="parTrans" cxnId="{B11F6BA2-12DB-4B4B-B623-94075339E4FB}">
      <dgm:prSet/>
      <dgm:spPr/>
      <dgm:t>
        <a:bodyPr/>
        <a:lstStyle/>
        <a:p>
          <a:endParaRPr lang="en-US"/>
        </a:p>
      </dgm:t>
    </dgm:pt>
    <dgm:pt modelId="{2F3053E5-F0F1-4CDD-9BDB-F575DE30584B}" type="sibTrans" cxnId="{B11F6BA2-12DB-4B4B-B623-94075339E4FB}">
      <dgm:prSet/>
      <dgm:spPr/>
      <dgm:t>
        <a:bodyPr/>
        <a:lstStyle/>
        <a:p>
          <a:endParaRPr lang="en-US"/>
        </a:p>
      </dgm:t>
    </dgm:pt>
    <dgm:pt modelId="{CB0D456B-7F23-4119-B24D-D32467B44906}">
      <dgm:prSet/>
      <dgm:spPr/>
      <dgm:t>
        <a:bodyPr/>
        <a:lstStyle/>
        <a:p>
          <a:pPr>
            <a:lnSpc>
              <a:spcPct val="100000"/>
            </a:lnSpc>
          </a:pPr>
          <a:r>
            <a:rPr lang="da-DK"/>
            <a:t>30 min.</a:t>
          </a:r>
          <a:endParaRPr lang="en-US"/>
        </a:p>
      </dgm:t>
    </dgm:pt>
    <dgm:pt modelId="{08C9F1CD-DEFE-4BC3-97FB-0076FDADC84D}" type="parTrans" cxnId="{18AA5C20-3A39-4509-9FCF-13AC7A14B838}">
      <dgm:prSet/>
      <dgm:spPr/>
      <dgm:t>
        <a:bodyPr/>
        <a:lstStyle/>
        <a:p>
          <a:endParaRPr lang="en-US"/>
        </a:p>
      </dgm:t>
    </dgm:pt>
    <dgm:pt modelId="{0581B925-1972-4848-BEEA-FC5E76F462BB}" type="sibTrans" cxnId="{18AA5C20-3A39-4509-9FCF-13AC7A14B838}">
      <dgm:prSet/>
      <dgm:spPr/>
      <dgm:t>
        <a:bodyPr/>
        <a:lstStyle/>
        <a:p>
          <a:endParaRPr lang="en-US"/>
        </a:p>
      </dgm:t>
    </dgm:pt>
    <dgm:pt modelId="{F3EF471F-A4BC-46EA-8954-04383186C883}" type="pres">
      <dgm:prSet presAssocID="{AABC2E1C-1AF0-4B8E-A715-71AF3CF6482B}" presName="root" presStyleCnt="0">
        <dgm:presLayoutVars>
          <dgm:dir/>
          <dgm:resizeHandles val="exact"/>
        </dgm:presLayoutVars>
      </dgm:prSet>
      <dgm:spPr/>
    </dgm:pt>
    <dgm:pt modelId="{CD156BC2-5BB3-4CCC-A6CA-1BF647873F5C}" type="pres">
      <dgm:prSet presAssocID="{639EA2EB-A378-4994-A6E2-AF210175A76F}" presName="compNode" presStyleCnt="0"/>
      <dgm:spPr/>
    </dgm:pt>
    <dgm:pt modelId="{56B85486-DDE7-4EB9-99CC-B63515CC4B02}" type="pres">
      <dgm:prSet presAssocID="{639EA2EB-A378-4994-A6E2-AF210175A76F}" presName="bgRect" presStyleLbl="bgShp" presStyleIdx="0" presStyleCnt="2"/>
      <dgm:spPr/>
    </dgm:pt>
    <dgm:pt modelId="{0B4FC1B1-D3E9-4BA7-97D6-095EE4442D0F}" type="pres">
      <dgm:prSet presAssocID="{639EA2EB-A378-4994-A6E2-AF210175A76F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ontrolliste"/>
        </a:ext>
      </dgm:extLst>
    </dgm:pt>
    <dgm:pt modelId="{F6D22A2D-6919-4DC9-A20A-450CD5E462CC}" type="pres">
      <dgm:prSet presAssocID="{639EA2EB-A378-4994-A6E2-AF210175A76F}" presName="spaceRect" presStyleCnt="0"/>
      <dgm:spPr/>
    </dgm:pt>
    <dgm:pt modelId="{1B6D41C1-F5ED-41F2-9BEB-CA81F2D7FD0C}" type="pres">
      <dgm:prSet presAssocID="{639EA2EB-A378-4994-A6E2-AF210175A76F}" presName="parTx" presStyleLbl="revTx" presStyleIdx="0" presStyleCnt="2">
        <dgm:presLayoutVars>
          <dgm:chMax val="0"/>
          <dgm:chPref val="0"/>
        </dgm:presLayoutVars>
      </dgm:prSet>
      <dgm:spPr/>
    </dgm:pt>
    <dgm:pt modelId="{A3A7653A-43E3-48F2-902F-FCEB61094D7D}" type="pres">
      <dgm:prSet presAssocID="{2F3053E5-F0F1-4CDD-9BDB-F575DE30584B}" presName="sibTrans" presStyleCnt="0"/>
      <dgm:spPr/>
    </dgm:pt>
    <dgm:pt modelId="{880D3DA7-AAF2-4A8D-9B8F-5F3E807A146E}" type="pres">
      <dgm:prSet presAssocID="{CB0D456B-7F23-4119-B24D-D32467B44906}" presName="compNode" presStyleCnt="0"/>
      <dgm:spPr/>
    </dgm:pt>
    <dgm:pt modelId="{28FEDAA1-5201-4F72-8EB7-7402DB7587CD}" type="pres">
      <dgm:prSet presAssocID="{CB0D456B-7F23-4119-B24D-D32467B44906}" presName="bgRect" presStyleLbl="bgShp" presStyleIdx="1" presStyleCnt="2"/>
      <dgm:spPr/>
    </dgm:pt>
    <dgm:pt modelId="{83C65C17-8437-4E27-89CA-56CE563B9430}" type="pres">
      <dgm:prSet presAssocID="{CB0D456B-7F23-4119-B24D-D32467B44906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BAA32EAF-C446-4E40-A3DE-EAAB872D9C6A}" type="pres">
      <dgm:prSet presAssocID="{CB0D456B-7F23-4119-B24D-D32467B44906}" presName="spaceRect" presStyleCnt="0"/>
      <dgm:spPr/>
    </dgm:pt>
    <dgm:pt modelId="{780D7CE3-24D0-4486-8B12-D4CE45E189C3}" type="pres">
      <dgm:prSet presAssocID="{CB0D456B-7F23-4119-B24D-D32467B44906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8AA5C20-3A39-4509-9FCF-13AC7A14B838}" srcId="{AABC2E1C-1AF0-4B8E-A715-71AF3CF6482B}" destId="{CB0D456B-7F23-4119-B24D-D32467B44906}" srcOrd="1" destOrd="0" parTransId="{08C9F1CD-DEFE-4BC3-97FB-0076FDADC84D}" sibTransId="{0581B925-1972-4848-BEEA-FC5E76F462BB}"/>
    <dgm:cxn modelId="{62F9A392-06D5-4F04-A104-F9B7486F3FCA}" type="presOf" srcId="{AABC2E1C-1AF0-4B8E-A715-71AF3CF6482B}" destId="{F3EF471F-A4BC-46EA-8954-04383186C883}" srcOrd="0" destOrd="0" presId="urn:microsoft.com/office/officeart/2018/2/layout/IconVerticalSolidList"/>
    <dgm:cxn modelId="{B11F6BA2-12DB-4B4B-B623-94075339E4FB}" srcId="{AABC2E1C-1AF0-4B8E-A715-71AF3CF6482B}" destId="{639EA2EB-A378-4994-A6E2-AF210175A76F}" srcOrd="0" destOrd="0" parTransId="{AF689B36-73FE-4A6C-BA0C-ED94B134E91A}" sibTransId="{2F3053E5-F0F1-4CDD-9BDB-F575DE30584B}"/>
    <dgm:cxn modelId="{D286AFB4-06C0-466D-B0B6-79E0B7AE8CD1}" type="presOf" srcId="{639EA2EB-A378-4994-A6E2-AF210175A76F}" destId="{1B6D41C1-F5ED-41F2-9BEB-CA81F2D7FD0C}" srcOrd="0" destOrd="0" presId="urn:microsoft.com/office/officeart/2018/2/layout/IconVerticalSolidList"/>
    <dgm:cxn modelId="{92A610E0-0A2C-4639-BA23-BC3DC7C20B8B}" type="presOf" srcId="{CB0D456B-7F23-4119-B24D-D32467B44906}" destId="{780D7CE3-24D0-4486-8B12-D4CE45E189C3}" srcOrd="0" destOrd="0" presId="urn:microsoft.com/office/officeart/2018/2/layout/IconVerticalSolidList"/>
    <dgm:cxn modelId="{26B400D0-CBE1-41B2-9049-A8BE8AF84379}" type="presParOf" srcId="{F3EF471F-A4BC-46EA-8954-04383186C883}" destId="{CD156BC2-5BB3-4CCC-A6CA-1BF647873F5C}" srcOrd="0" destOrd="0" presId="urn:microsoft.com/office/officeart/2018/2/layout/IconVerticalSolidList"/>
    <dgm:cxn modelId="{F70B13FC-476A-4400-8E6D-303F4C31BA49}" type="presParOf" srcId="{CD156BC2-5BB3-4CCC-A6CA-1BF647873F5C}" destId="{56B85486-DDE7-4EB9-99CC-B63515CC4B02}" srcOrd="0" destOrd="0" presId="urn:microsoft.com/office/officeart/2018/2/layout/IconVerticalSolidList"/>
    <dgm:cxn modelId="{E5B8CB20-99DB-4AF6-B700-A130A88A5296}" type="presParOf" srcId="{CD156BC2-5BB3-4CCC-A6CA-1BF647873F5C}" destId="{0B4FC1B1-D3E9-4BA7-97D6-095EE4442D0F}" srcOrd="1" destOrd="0" presId="urn:microsoft.com/office/officeart/2018/2/layout/IconVerticalSolidList"/>
    <dgm:cxn modelId="{20FC5931-0E7D-4C37-AA37-07482942840F}" type="presParOf" srcId="{CD156BC2-5BB3-4CCC-A6CA-1BF647873F5C}" destId="{F6D22A2D-6919-4DC9-A20A-450CD5E462CC}" srcOrd="2" destOrd="0" presId="urn:microsoft.com/office/officeart/2018/2/layout/IconVerticalSolidList"/>
    <dgm:cxn modelId="{CF9704F2-8186-4F8C-9C35-417A54B942BC}" type="presParOf" srcId="{CD156BC2-5BB3-4CCC-A6CA-1BF647873F5C}" destId="{1B6D41C1-F5ED-41F2-9BEB-CA81F2D7FD0C}" srcOrd="3" destOrd="0" presId="urn:microsoft.com/office/officeart/2018/2/layout/IconVerticalSolidList"/>
    <dgm:cxn modelId="{4C931D59-102C-45C8-98EC-A8DA92B47690}" type="presParOf" srcId="{F3EF471F-A4BC-46EA-8954-04383186C883}" destId="{A3A7653A-43E3-48F2-902F-FCEB61094D7D}" srcOrd="1" destOrd="0" presId="urn:microsoft.com/office/officeart/2018/2/layout/IconVerticalSolidList"/>
    <dgm:cxn modelId="{1C48461D-9BEC-49EC-BC7C-DE5C2888B0C8}" type="presParOf" srcId="{F3EF471F-A4BC-46EA-8954-04383186C883}" destId="{880D3DA7-AAF2-4A8D-9B8F-5F3E807A146E}" srcOrd="2" destOrd="0" presId="urn:microsoft.com/office/officeart/2018/2/layout/IconVerticalSolidList"/>
    <dgm:cxn modelId="{827CE3C1-7CAC-44A8-96DB-9B685D76FBC3}" type="presParOf" srcId="{880D3DA7-AAF2-4A8D-9B8F-5F3E807A146E}" destId="{28FEDAA1-5201-4F72-8EB7-7402DB7587CD}" srcOrd="0" destOrd="0" presId="urn:microsoft.com/office/officeart/2018/2/layout/IconVerticalSolidList"/>
    <dgm:cxn modelId="{EAFB64D2-9F31-4B7B-9E91-2440F457B368}" type="presParOf" srcId="{880D3DA7-AAF2-4A8D-9B8F-5F3E807A146E}" destId="{83C65C17-8437-4E27-89CA-56CE563B9430}" srcOrd="1" destOrd="0" presId="urn:microsoft.com/office/officeart/2018/2/layout/IconVerticalSolidList"/>
    <dgm:cxn modelId="{C0AE0CB7-618E-4BB3-A1A1-F099C6F33452}" type="presParOf" srcId="{880D3DA7-AAF2-4A8D-9B8F-5F3E807A146E}" destId="{BAA32EAF-C446-4E40-A3DE-EAAB872D9C6A}" srcOrd="2" destOrd="0" presId="urn:microsoft.com/office/officeart/2018/2/layout/IconVerticalSolidList"/>
    <dgm:cxn modelId="{8FE2E38D-34B0-494A-B5FE-E0C12B00D321}" type="presParOf" srcId="{880D3DA7-AAF2-4A8D-9B8F-5F3E807A146E}" destId="{780D7CE3-24D0-4486-8B12-D4CE45E189C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F985EF-5155-4684-B3BF-9B2536E0DAE0}">
      <dsp:nvSpPr>
        <dsp:cNvPr id="0" name=""/>
        <dsp:cNvSpPr/>
      </dsp:nvSpPr>
      <dsp:spPr>
        <a:xfrm>
          <a:off x="0" y="558"/>
          <a:ext cx="6096000" cy="13059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5BF154-0138-49C9-B20A-C8008C898AD8}">
      <dsp:nvSpPr>
        <dsp:cNvPr id="0" name=""/>
        <dsp:cNvSpPr/>
      </dsp:nvSpPr>
      <dsp:spPr>
        <a:xfrm>
          <a:off x="395054" y="294400"/>
          <a:ext cx="718281" cy="7182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771240-FE3C-4B7C-A833-793665B839B8}">
      <dsp:nvSpPr>
        <dsp:cNvPr id="0" name=""/>
        <dsp:cNvSpPr/>
      </dsp:nvSpPr>
      <dsp:spPr>
        <a:xfrm>
          <a:off x="1508391" y="558"/>
          <a:ext cx="4587608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opgaver kapitel 08.docx</a:t>
          </a:r>
          <a:endParaRPr lang="en-US" sz="2500" kern="1200"/>
        </a:p>
      </dsp:txBody>
      <dsp:txXfrm>
        <a:off x="1508391" y="558"/>
        <a:ext cx="4587608" cy="1305966"/>
      </dsp:txXfrm>
    </dsp:sp>
    <dsp:sp modelId="{CEF801B6-C98D-40A1-8A1F-BFC1BF435EE5}">
      <dsp:nvSpPr>
        <dsp:cNvPr id="0" name=""/>
        <dsp:cNvSpPr/>
      </dsp:nvSpPr>
      <dsp:spPr>
        <a:xfrm>
          <a:off x="0" y="1633016"/>
          <a:ext cx="6096000" cy="13059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75AD7D-9EF1-46CD-AB1B-7836B54D04CD}">
      <dsp:nvSpPr>
        <dsp:cNvPr id="0" name=""/>
        <dsp:cNvSpPr/>
      </dsp:nvSpPr>
      <dsp:spPr>
        <a:xfrm>
          <a:off x="395054" y="1926859"/>
          <a:ext cx="718281" cy="7182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6DBD49-E4ED-44B8-BF15-2A90C6F1DBFC}">
      <dsp:nvSpPr>
        <dsp:cNvPr id="0" name=""/>
        <dsp:cNvSpPr/>
      </dsp:nvSpPr>
      <dsp:spPr>
        <a:xfrm>
          <a:off x="1508391" y="1633016"/>
          <a:ext cx="4587608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Opgaver: 1-2</a:t>
          </a:r>
          <a:endParaRPr lang="en-US" sz="2500" kern="1200" dirty="0"/>
        </a:p>
      </dsp:txBody>
      <dsp:txXfrm>
        <a:off x="1508391" y="1633016"/>
        <a:ext cx="4587608" cy="1305966"/>
      </dsp:txXfrm>
    </dsp:sp>
    <dsp:sp modelId="{03B9DA45-5692-4243-8FF8-E0574D120AFA}">
      <dsp:nvSpPr>
        <dsp:cNvPr id="0" name=""/>
        <dsp:cNvSpPr/>
      </dsp:nvSpPr>
      <dsp:spPr>
        <a:xfrm>
          <a:off x="0" y="3265475"/>
          <a:ext cx="6096000" cy="13059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714415-C94A-42A8-9D43-7AAF3B40CB6C}">
      <dsp:nvSpPr>
        <dsp:cNvPr id="0" name=""/>
        <dsp:cNvSpPr/>
      </dsp:nvSpPr>
      <dsp:spPr>
        <a:xfrm>
          <a:off x="395054" y="3559317"/>
          <a:ext cx="718281" cy="7182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C160ED-8D7A-41BA-9E62-D4E6C600C38B}">
      <dsp:nvSpPr>
        <dsp:cNvPr id="0" name=""/>
        <dsp:cNvSpPr/>
      </dsp:nvSpPr>
      <dsp:spPr>
        <a:xfrm>
          <a:off x="1508391" y="3265475"/>
          <a:ext cx="4587608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10 min.</a:t>
          </a:r>
          <a:endParaRPr lang="en-US" sz="2500" kern="1200" dirty="0"/>
        </a:p>
      </dsp:txBody>
      <dsp:txXfrm>
        <a:off x="1508391" y="3265475"/>
        <a:ext cx="4587608" cy="13059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FB3EB5-3D69-472A-89DB-B53EF26209E6}">
      <dsp:nvSpPr>
        <dsp:cNvPr id="0" name=""/>
        <dsp:cNvSpPr/>
      </dsp:nvSpPr>
      <dsp:spPr>
        <a:xfrm>
          <a:off x="817687" y="1135719"/>
          <a:ext cx="1235250" cy="12352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609E7E-F598-4CB3-A254-46F0A194F565}">
      <dsp:nvSpPr>
        <dsp:cNvPr id="0" name=""/>
        <dsp:cNvSpPr/>
      </dsp:nvSpPr>
      <dsp:spPr>
        <a:xfrm>
          <a:off x="62812" y="2716280"/>
          <a:ext cx="274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044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600" kern="1200"/>
            <a:t>Opgaver: 3</a:t>
          </a:r>
          <a:endParaRPr lang="en-US" sz="4600" kern="1200"/>
        </a:p>
      </dsp:txBody>
      <dsp:txXfrm>
        <a:off x="62812" y="2716280"/>
        <a:ext cx="2745000" cy="720000"/>
      </dsp:txXfrm>
    </dsp:sp>
    <dsp:sp modelId="{BFD22B6F-5F52-4FC3-BDD9-2A6F4925C69C}">
      <dsp:nvSpPr>
        <dsp:cNvPr id="0" name=""/>
        <dsp:cNvSpPr/>
      </dsp:nvSpPr>
      <dsp:spPr>
        <a:xfrm>
          <a:off x="4043062" y="1135719"/>
          <a:ext cx="1235250" cy="12352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5F157C-BF27-4353-A785-362604F9F559}">
      <dsp:nvSpPr>
        <dsp:cNvPr id="0" name=""/>
        <dsp:cNvSpPr/>
      </dsp:nvSpPr>
      <dsp:spPr>
        <a:xfrm>
          <a:off x="3288187" y="2716280"/>
          <a:ext cx="274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044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600" kern="1200"/>
            <a:t>10 min.</a:t>
          </a:r>
          <a:endParaRPr lang="en-US" sz="4600" kern="1200"/>
        </a:p>
      </dsp:txBody>
      <dsp:txXfrm>
        <a:off x="3288187" y="2716280"/>
        <a:ext cx="2745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269D31-A427-421C-B744-9AEADFD86F15}">
      <dsp:nvSpPr>
        <dsp:cNvPr id="0" name=""/>
        <dsp:cNvSpPr/>
      </dsp:nvSpPr>
      <dsp:spPr>
        <a:xfrm>
          <a:off x="0" y="742949"/>
          <a:ext cx="6096000" cy="137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E558E0-778C-4979-B2D6-6D82D3D83137}">
      <dsp:nvSpPr>
        <dsp:cNvPr id="0" name=""/>
        <dsp:cNvSpPr/>
      </dsp:nvSpPr>
      <dsp:spPr>
        <a:xfrm>
          <a:off x="414909" y="1051559"/>
          <a:ext cx="754380" cy="7543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8F5E15-25AD-4046-8FA5-CBF90D32FA3D}">
      <dsp:nvSpPr>
        <dsp:cNvPr id="0" name=""/>
        <dsp:cNvSpPr/>
      </dsp:nvSpPr>
      <dsp:spPr>
        <a:xfrm>
          <a:off x="1584198" y="742949"/>
          <a:ext cx="4511802" cy="1371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161" tIns="145161" rIns="145161" bIns="14516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Opgaver: 4</a:t>
          </a:r>
          <a:endParaRPr lang="en-US" sz="2500" kern="1200" dirty="0"/>
        </a:p>
      </dsp:txBody>
      <dsp:txXfrm>
        <a:off x="1584198" y="742949"/>
        <a:ext cx="4511802" cy="1371600"/>
      </dsp:txXfrm>
    </dsp:sp>
    <dsp:sp modelId="{E0BCE96B-4198-4E6C-A89A-739ED4184318}">
      <dsp:nvSpPr>
        <dsp:cNvPr id="0" name=""/>
        <dsp:cNvSpPr/>
      </dsp:nvSpPr>
      <dsp:spPr>
        <a:xfrm>
          <a:off x="0" y="2457450"/>
          <a:ext cx="6096000" cy="137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816FF8-713E-4BB4-98AE-3739C25EB7A8}">
      <dsp:nvSpPr>
        <dsp:cNvPr id="0" name=""/>
        <dsp:cNvSpPr/>
      </dsp:nvSpPr>
      <dsp:spPr>
        <a:xfrm>
          <a:off x="414909" y="2766060"/>
          <a:ext cx="754380" cy="7543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E8BE6E-AD86-4659-9C6F-30ED33CABC28}">
      <dsp:nvSpPr>
        <dsp:cNvPr id="0" name=""/>
        <dsp:cNvSpPr/>
      </dsp:nvSpPr>
      <dsp:spPr>
        <a:xfrm>
          <a:off x="1584198" y="2457450"/>
          <a:ext cx="4511802" cy="1371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161" tIns="145161" rIns="145161" bIns="14516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15 min.</a:t>
          </a:r>
          <a:endParaRPr lang="en-US" sz="2500" kern="1200" dirty="0"/>
        </a:p>
      </dsp:txBody>
      <dsp:txXfrm>
        <a:off x="1584198" y="2457450"/>
        <a:ext cx="4511802" cy="13716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2049BC-34E5-4B02-B7F9-5BDF1A8E2DD2}">
      <dsp:nvSpPr>
        <dsp:cNvPr id="0" name=""/>
        <dsp:cNvSpPr/>
      </dsp:nvSpPr>
      <dsp:spPr>
        <a:xfrm>
          <a:off x="0" y="742949"/>
          <a:ext cx="6096000" cy="137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D0B8A8-2E13-4377-81F4-98762AC6522E}">
      <dsp:nvSpPr>
        <dsp:cNvPr id="0" name=""/>
        <dsp:cNvSpPr/>
      </dsp:nvSpPr>
      <dsp:spPr>
        <a:xfrm>
          <a:off x="414909" y="1051559"/>
          <a:ext cx="754380" cy="7543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905EE4-202F-47DE-929A-11F96FCC2C22}">
      <dsp:nvSpPr>
        <dsp:cNvPr id="0" name=""/>
        <dsp:cNvSpPr/>
      </dsp:nvSpPr>
      <dsp:spPr>
        <a:xfrm>
          <a:off x="1584198" y="742949"/>
          <a:ext cx="4511802" cy="1371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161" tIns="145161" rIns="145161" bIns="14516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Opgaver: 5</a:t>
          </a:r>
          <a:endParaRPr lang="en-US" sz="2500" kern="1200" dirty="0"/>
        </a:p>
      </dsp:txBody>
      <dsp:txXfrm>
        <a:off x="1584198" y="742949"/>
        <a:ext cx="4511802" cy="1371600"/>
      </dsp:txXfrm>
    </dsp:sp>
    <dsp:sp modelId="{FC4E5875-5E04-46C8-B00E-239BA6793CA1}">
      <dsp:nvSpPr>
        <dsp:cNvPr id="0" name=""/>
        <dsp:cNvSpPr/>
      </dsp:nvSpPr>
      <dsp:spPr>
        <a:xfrm>
          <a:off x="0" y="2457450"/>
          <a:ext cx="6096000" cy="137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8F9C04-1BFB-47D1-9750-A6687C8F8C70}">
      <dsp:nvSpPr>
        <dsp:cNvPr id="0" name=""/>
        <dsp:cNvSpPr/>
      </dsp:nvSpPr>
      <dsp:spPr>
        <a:xfrm>
          <a:off x="414909" y="2766060"/>
          <a:ext cx="754380" cy="7543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972705-4BDF-4476-9250-84B6C24E0FFB}">
      <dsp:nvSpPr>
        <dsp:cNvPr id="0" name=""/>
        <dsp:cNvSpPr/>
      </dsp:nvSpPr>
      <dsp:spPr>
        <a:xfrm>
          <a:off x="1584198" y="2457450"/>
          <a:ext cx="4511802" cy="1371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161" tIns="145161" rIns="145161" bIns="14516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10 min.</a:t>
          </a:r>
          <a:endParaRPr lang="en-US" sz="2500" kern="1200" dirty="0"/>
        </a:p>
      </dsp:txBody>
      <dsp:txXfrm>
        <a:off x="1584198" y="2457450"/>
        <a:ext cx="4511802" cy="13716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B85486-DDE7-4EB9-99CC-B63515CC4B02}">
      <dsp:nvSpPr>
        <dsp:cNvPr id="0" name=""/>
        <dsp:cNvSpPr/>
      </dsp:nvSpPr>
      <dsp:spPr>
        <a:xfrm>
          <a:off x="0" y="742949"/>
          <a:ext cx="6096000" cy="137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4FC1B1-D3E9-4BA7-97D6-095EE4442D0F}">
      <dsp:nvSpPr>
        <dsp:cNvPr id="0" name=""/>
        <dsp:cNvSpPr/>
      </dsp:nvSpPr>
      <dsp:spPr>
        <a:xfrm>
          <a:off x="414909" y="1051559"/>
          <a:ext cx="754380" cy="7543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6D41C1-F5ED-41F2-9BEB-CA81F2D7FD0C}">
      <dsp:nvSpPr>
        <dsp:cNvPr id="0" name=""/>
        <dsp:cNvSpPr/>
      </dsp:nvSpPr>
      <dsp:spPr>
        <a:xfrm>
          <a:off x="1584198" y="742949"/>
          <a:ext cx="4511802" cy="1371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161" tIns="145161" rIns="145161" bIns="14516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Opgaver: 6-8</a:t>
          </a:r>
          <a:endParaRPr lang="en-US" sz="2500" kern="1200" dirty="0"/>
        </a:p>
      </dsp:txBody>
      <dsp:txXfrm>
        <a:off x="1584198" y="742949"/>
        <a:ext cx="4511802" cy="1371600"/>
      </dsp:txXfrm>
    </dsp:sp>
    <dsp:sp modelId="{28FEDAA1-5201-4F72-8EB7-7402DB7587CD}">
      <dsp:nvSpPr>
        <dsp:cNvPr id="0" name=""/>
        <dsp:cNvSpPr/>
      </dsp:nvSpPr>
      <dsp:spPr>
        <a:xfrm>
          <a:off x="0" y="2457450"/>
          <a:ext cx="6096000" cy="137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C65C17-8437-4E27-89CA-56CE563B9430}">
      <dsp:nvSpPr>
        <dsp:cNvPr id="0" name=""/>
        <dsp:cNvSpPr/>
      </dsp:nvSpPr>
      <dsp:spPr>
        <a:xfrm>
          <a:off x="414909" y="2766060"/>
          <a:ext cx="754380" cy="7543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0D7CE3-24D0-4486-8B12-D4CE45E189C3}">
      <dsp:nvSpPr>
        <dsp:cNvPr id="0" name=""/>
        <dsp:cNvSpPr/>
      </dsp:nvSpPr>
      <dsp:spPr>
        <a:xfrm>
          <a:off x="1584198" y="2457450"/>
          <a:ext cx="4511802" cy="1371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161" tIns="145161" rIns="145161" bIns="14516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30 min.</a:t>
          </a:r>
          <a:endParaRPr lang="en-US" sz="2500" kern="1200"/>
        </a:p>
      </dsp:txBody>
      <dsp:txXfrm>
        <a:off x="1584198" y="2457450"/>
        <a:ext cx="4511802" cy="1371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5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5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0D3273-2015-44C4-AE07-A57C5AC86D93}" type="datetimeFigureOut">
              <a:rPr lang="da-DK" smtClean="0"/>
              <a:t>29-09-2026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DEC859-A39C-43ED-A5B2-E97950A83ED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08804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1755E3D6-8883-4605-AE1A-BB8B7C8AC5C1}" type="datetime1">
              <a:rPr lang="da-DK" smtClean="0"/>
              <a:t>29-09-2026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F6ABD672-43D0-411A-B752-6F98DF33ECF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67963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E514D-5BA3-4C54-876C-250B583FDA70}" type="datetime1">
              <a:rPr lang="da-DK" smtClean="0"/>
              <a:t>29-09-2026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D672-43D0-411A-B752-6F98DF33ECF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29260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A5A5-B70E-46ED-9C57-023E14121B0C}" type="datetime1">
              <a:rPr lang="da-DK" smtClean="0"/>
              <a:t>29-09-2026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D672-43D0-411A-B752-6F98DF33ECF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48016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451E-C639-482D-BEBF-C97B4678361F}" type="datetime1">
              <a:rPr lang="da-DK" smtClean="0"/>
              <a:t>29-09-2026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D672-43D0-411A-B752-6F98DF33ECF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93928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4E776-374B-4A16-B3D8-75E34E76DB6B}" type="datetime1">
              <a:rPr lang="da-DK" smtClean="0"/>
              <a:t>29-09-2026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D672-43D0-411A-B752-6F98DF33ECF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28424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A01D3-DD9A-4C85-9A51-2DDD1149B12C}" type="datetime1">
              <a:rPr lang="da-DK" smtClean="0"/>
              <a:t>29-09-2026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D672-43D0-411A-B752-6F98DF33ECF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62787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6C3B0-6033-4EFB-9C05-DF9DD7DBF0FD}" type="datetime1">
              <a:rPr lang="da-DK" smtClean="0"/>
              <a:t>29-09-2026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D672-43D0-411A-B752-6F98DF33ECF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15776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82756-576B-447F-A550-FEF41AA114F8}" type="datetime1">
              <a:rPr lang="da-DK" smtClean="0"/>
              <a:t>29-09-2026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F6ABD672-43D0-411A-B752-6F98DF33ECF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00712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8E29E67C-85C7-482F-8987-B24BEA915CFC}" type="datetime1">
              <a:rPr lang="da-DK" smtClean="0"/>
              <a:t>29-09-2026</a:t>
            </a:fld>
            <a:endParaRPr lang="da-DK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da-DK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F6ABD672-43D0-411A-B752-6F98DF33ECF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894141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BB80-A738-4058-B281-C1D0C82F9144}" type="datetime1">
              <a:rPr lang="da-DK" smtClean="0"/>
              <a:t>29-09-2026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D672-43D0-411A-B752-6F98DF33ECF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91366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72E3A-80FB-4119-A9A9-07AA11500065}" type="datetime1">
              <a:rPr lang="da-DK" smtClean="0"/>
              <a:t>29-09-2026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D672-43D0-411A-B752-6F98DF33ECF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87721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33B345CB-293A-4DD2-9730-4B1D3326BF8F}" type="datetime1">
              <a:rPr lang="da-DK" smtClean="0"/>
              <a:t>29-09-2026</a:t>
            </a:fld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F6ABD672-43D0-411A-B752-6F98DF33ECF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995469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369642FE-7800-47C1-8C95-52D4745A9DBB}" type="datetime1">
              <a:rPr lang="da-DK" smtClean="0"/>
              <a:t>29-09-2026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F6ABD672-43D0-411A-B752-6F98DF33ECF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39483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A84F40B-21BE-FDBE-315E-E67A6A99AC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45671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/>
              <a:t>Masse, mol, molarmasse og stofmængde </a:t>
            </a:r>
            <a:br>
              <a:rPr lang="en-US" b="1"/>
            </a:b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984137B-3AC2-F2BC-92F0-9FCD1E33B8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5277684"/>
            <a:ext cx="4620584" cy="77549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/>
              <a:t>Kemi C for HF – kap. 8</a:t>
            </a:r>
          </a:p>
        </p:txBody>
      </p:sp>
      <p:pic>
        <p:nvPicPr>
          <p:cNvPr id="14" name="Picture 13" descr="3D-firkant og rektangel">
            <a:extLst>
              <a:ext uri="{FF2B5EF4-FFF2-40B4-BE49-F238E27FC236}">
                <a16:creationId xmlns:a16="http://schemas.microsoft.com/office/drawing/2014/main" id="{07BB7BC4-A957-DB4F-7A04-61B46BC74E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89" r="29719" b="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710D821C-794A-A2E2-B05B-FD5D9A4EE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D672-43D0-411A-B752-6F98DF33ECF5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15026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74294398-1E71-EEC6-5458-EFBF6E2E8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20126"/>
            <a:ext cx="4786684" cy="883747"/>
          </a:xfrm>
        </p:spPr>
        <p:txBody>
          <a:bodyPr/>
          <a:lstStyle/>
          <a:p>
            <a:r>
              <a:rPr lang="da-DK" dirty="0">
                <a:solidFill>
                  <a:schemeClr val="tx1"/>
                </a:solidFill>
              </a:rPr>
              <a:t>Mængdeberegning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CBCDF9D0-C6CE-1DE0-0D8D-234EB473A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415143"/>
            <a:ext cx="6096000" cy="4572000"/>
          </a:xfrm>
        </p:spPr>
        <p:txBody>
          <a:bodyPr/>
          <a:lstStyle/>
          <a:p>
            <a:r>
              <a:rPr lang="da-DK" dirty="0"/>
              <a:t>Til højre er der en opskrift på pandekager</a:t>
            </a:r>
          </a:p>
          <a:p>
            <a:endParaRPr lang="da-DK" dirty="0"/>
          </a:p>
          <a:p>
            <a:r>
              <a:rPr lang="da-DK" dirty="0"/>
              <a:t>Bemærk at nogle ingredienser er angivet i masse (fx 150 g mel), andre i volumen (4 </a:t>
            </a:r>
            <a:r>
              <a:rPr lang="da-DK" dirty="0" err="1"/>
              <a:t>dL</a:t>
            </a:r>
            <a:r>
              <a:rPr lang="da-DK" dirty="0"/>
              <a:t> mælk), og andre i antal (3 æg)</a:t>
            </a:r>
          </a:p>
          <a:p>
            <a:endParaRPr lang="da-DK" dirty="0"/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9F6C5640-7A97-855B-91BC-DAF6BF035A7A}"/>
              </a:ext>
            </a:extLst>
          </p:cNvPr>
          <p:cNvSpPr txBox="1"/>
          <p:nvPr/>
        </p:nvSpPr>
        <p:spPr>
          <a:xfrm>
            <a:off x="7826829" y="870857"/>
            <a:ext cx="360317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Pandekager (8-12 stk.)</a:t>
            </a:r>
          </a:p>
          <a:p>
            <a:endParaRPr lang="da-DK" dirty="0"/>
          </a:p>
          <a:p>
            <a:r>
              <a:rPr lang="da-DK" dirty="0"/>
              <a:t>150 g mel</a:t>
            </a:r>
          </a:p>
          <a:p>
            <a:r>
              <a:rPr lang="da-DK" dirty="0"/>
              <a:t>1 </a:t>
            </a:r>
            <a:r>
              <a:rPr lang="da-DK" dirty="0" err="1"/>
              <a:t>spsk</a:t>
            </a:r>
            <a:r>
              <a:rPr lang="da-DK" dirty="0"/>
              <a:t> vaniljesukker</a:t>
            </a:r>
          </a:p>
          <a:p>
            <a:r>
              <a:rPr lang="da-DK" dirty="0"/>
              <a:t>1,5 tsk stødt </a:t>
            </a:r>
            <a:r>
              <a:rPr lang="da-DK" dirty="0" err="1"/>
              <a:t>kardekomme</a:t>
            </a:r>
            <a:endParaRPr lang="da-DK" dirty="0"/>
          </a:p>
          <a:p>
            <a:r>
              <a:rPr lang="da-DK" dirty="0"/>
              <a:t>0,5 tsk salt</a:t>
            </a:r>
          </a:p>
          <a:p>
            <a:r>
              <a:rPr lang="da-DK" dirty="0"/>
              <a:t>Skal fra en citron</a:t>
            </a:r>
          </a:p>
          <a:p>
            <a:r>
              <a:rPr lang="da-DK" dirty="0"/>
              <a:t>4 </a:t>
            </a:r>
            <a:r>
              <a:rPr lang="da-DK" dirty="0" err="1"/>
              <a:t>dL</a:t>
            </a:r>
            <a:r>
              <a:rPr lang="da-DK" dirty="0"/>
              <a:t> mælk</a:t>
            </a:r>
          </a:p>
          <a:p>
            <a:r>
              <a:rPr lang="da-DK" dirty="0"/>
              <a:t>50 g smør</a:t>
            </a:r>
          </a:p>
          <a:p>
            <a:r>
              <a:rPr lang="da-DK" dirty="0"/>
              <a:t>3 æg</a:t>
            </a:r>
          </a:p>
        </p:txBody>
      </p:sp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2134BBAD-DED7-1D54-9D5D-85AC98E3E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D672-43D0-411A-B752-6F98DF33ECF5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06815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28BA54-0C90-511D-3D0B-84FE8F563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0B682BC-3E91-F32C-368C-341DD8E74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I kemi kan vi også både bruge masse, volumen og antal</a:t>
            </a:r>
          </a:p>
          <a:p>
            <a:r>
              <a:rPr lang="da-DK" dirty="0"/>
              <a:t>Vi skal dog sætte det lidt mere i system</a:t>
            </a:r>
          </a:p>
          <a:p>
            <a:r>
              <a:rPr lang="da-DK" dirty="0"/>
              <a:t>Atomer, ioner og molekyler er meget små, derfor er det upraktisk at bruge antal direkte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652DA719-4EBE-3279-6EA2-DF436326825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250B55FA-2E73-5ED0-F9A4-B75A11713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D672-43D0-411A-B752-6F98DF33ECF5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48154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51D7E3-4AC1-8FD9-283F-D615EF2CD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Mol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41A4599-E5EA-C0D6-D01C-6DA74E0CC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886" y="1789306"/>
            <a:ext cx="6096000" cy="4572000"/>
          </a:xfrm>
        </p:spPr>
        <p:txBody>
          <a:bodyPr/>
          <a:lstStyle/>
          <a:p>
            <a:r>
              <a:rPr lang="da-DK" dirty="0"/>
              <a:t>Vi vil første introducere begrebet et mol</a:t>
            </a:r>
          </a:p>
          <a:p>
            <a:r>
              <a:rPr lang="da-DK" dirty="0"/>
              <a:t>Et mol er bare et (meget) stort tal</a:t>
            </a:r>
          </a:p>
          <a:p>
            <a:r>
              <a:rPr lang="da-DK" dirty="0"/>
              <a:t>1 mol = 6,02</a:t>
            </a:r>
            <a:r>
              <a:rPr lang="da-DK" dirty="0">
                <a:latin typeface="Aptos Narrow" panose="020B0004020202020204" pitchFamily="34" charset="0"/>
              </a:rPr>
              <a:t>∙10</a:t>
            </a:r>
            <a:r>
              <a:rPr lang="da-DK" baseline="30000" dirty="0">
                <a:latin typeface="Aptos Narrow" panose="020B0004020202020204" pitchFamily="34" charset="0"/>
              </a:rPr>
              <a:t>23</a:t>
            </a:r>
          </a:p>
          <a:p>
            <a:r>
              <a:rPr lang="da-DK" dirty="0">
                <a:latin typeface="Aptos Narrow" panose="020B0004020202020204" pitchFamily="34" charset="0"/>
              </a:rPr>
              <a:t>1 mol = 602.000.000.000.000.000.000.000</a:t>
            </a:r>
          </a:p>
          <a:p>
            <a:r>
              <a:rPr lang="da-DK" dirty="0">
                <a:latin typeface="Aptos Narrow" panose="020B0004020202020204" pitchFamily="34" charset="0"/>
              </a:rPr>
              <a:t>1 mol bruges når vi tæller atomer og molekyler</a:t>
            </a:r>
            <a:endParaRPr lang="da-DK" dirty="0"/>
          </a:p>
          <a:p>
            <a:endParaRPr lang="da-DK" dirty="0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9ED43FC5-F114-2E37-F5E3-732867DAD81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da-DK" dirty="0"/>
              <a:t>At tælle atomer og molekyler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10C95F92-3A25-004E-A227-885561EDB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D672-43D0-411A-B752-6F98DF33ECF5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03655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2EA16-64FF-8FF6-6328-F452CCA89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AFC410-5F81-2C19-DBF9-324F2114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Mol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B2034BB-0D0D-9AB7-65E4-7EF35A360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886" y="1789306"/>
            <a:ext cx="6096000" cy="4572000"/>
          </a:xfrm>
        </p:spPr>
        <p:txBody>
          <a:bodyPr/>
          <a:lstStyle/>
          <a:p>
            <a:r>
              <a:rPr lang="da-DK" dirty="0"/>
              <a:t>1 mol = 6,02</a:t>
            </a:r>
            <a:r>
              <a:rPr lang="da-DK" dirty="0">
                <a:latin typeface="Aptos Narrow" panose="020B0004020202020204" pitchFamily="34" charset="0"/>
              </a:rPr>
              <a:t>∙10</a:t>
            </a:r>
            <a:r>
              <a:rPr lang="da-DK" baseline="30000" dirty="0">
                <a:latin typeface="Aptos Narrow" panose="020B0004020202020204" pitchFamily="34" charset="0"/>
              </a:rPr>
              <a:t>23</a:t>
            </a:r>
          </a:p>
          <a:p>
            <a:endParaRPr lang="da-DK" baseline="30000" dirty="0">
              <a:latin typeface="Aptos Narrow" panose="020B0004020202020204" pitchFamily="34" charset="0"/>
            </a:endParaRPr>
          </a:p>
          <a:p>
            <a:r>
              <a:rPr lang="da-DK" dirty="0"/>
              <a:t> Sammenlign med:</a:t>
            </a:r>
          </a:p>
          <a:p>
            <a:r>
              <a:rPr lang="da-DK" dirty="0"/>
              <a:t>1 dusin = 12</a:t>
            </a:r>
          </a:p>
          <a:p>
            <a:r>
              <a:rPr lang="da-DK" dirty="0"/>
              <a:t>1 snes = 20</a:t>
            </a:r>
          </a:p>
          <a:p>
            <a:r>
              <a:rPr lang="da-DK" dirty="0"/>
              <a:t>1 gros = 12 dusin = 144</a:t>
            </a:r>
          </a:p>
          <a:p>
            <a:r>
              <a:rPr lang="da-DK" dirty="0"/>
              <a:t>1 skok = 3 snese = 60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E1C874B9-8F35-DFDA-D3E8-E6E8DD4C64A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da-DK" dirty="0"/>
              <a:t>At tælle atomer og molekyler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C4DCEDB7-AB6F-495A-B1E1-0C5F67384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D672-43D0-411A-B752-6F98DF33ECF5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16101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23386F-8245-9C9C-370D-42F44D49C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Opgaver</a:t>
            </a:r>
          </a:p>
        </p:txBody>
      </p:sp>
      <p:graphicFrame>
        <p:nvGraphicFramePr>
          <p:cNvPr id="6" name="Pladsholder til indhold 2">
            <a:extLst>
              <a:ext uri="{FF2B5EF4-FFF2-40B4-BE49-F238E27FC236}">
                <a16:creationId xmlns:a16="http://schemas.microsoft.com/office/drawing/2014/main" id="{910AA7D8-94E7-02FD-9458-D9B0BF484B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6014799"/>
              </p:ext>
            </p:extLst>
          </p:nvPr>
        </p:nvGraphicFramePr>
        <p:xfrm>
          <a:off x="762000" y="762000"/>
          <a:ext cx="60960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80CDB4A6-5713-1691-B143-22F3779CA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27A56B69-FC6C-44FD-D5E0-33798AA94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D672-43D0-411A-B752-6F98DF33ECF5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84290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ECE517-BEE5-5779-12E6-6015F0C40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Masse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26E482E-4C2A-06E7-C5B7-8B70FB73F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Masse angiver hvor meget noget vejer</a:t>
            </a:r>
          </a:p>
          <a:p>
            <a:r>
              <a:rPr lang="da-DK" dirty="0"/>
              <a:t>Masse forkortes m</a:t>
            </a:r>
          </a:p>
          <a:p>
            <a:r>
              <a:rPr lang="da-DK" dirty="0"/>
              <a:t>Masse måles i g (gram)</a:t>
            </a:r>
          </a:p>
          <a:p>
            <a:r>
              <a:rPr lang="da-DK" dirty="0"/>
              <a:t>Fx m = 5,67 g</a:t>
            </a:r>
          </a:p>
          <a:p>
            <a:r>
              <a:rPr lang="da-DK" dirty="0"/>
              <a:t>Man kan angive hvad man vejer:</a:t>
            </a:r>
          </a:p>
          <a:p>
            <a:r>
              <a:rPr lang="da-DK" dirty="0"/>
              <a:t>m(NaCl) = </a:t>
            </a:r>
            <a:r>
              <a:rPr lang="da-DK" dirty="0" err="1"/>
              <a:t>m</a:t>
            </a:r>
            <a:r>
              <a:rPr lang="da-DK" baseline="-25000" dirty="0" err="1"/>
              <a:t>NaCl</a:t>
            </a:r>
            <a:r>
              <a:rPr lang="da-DK" dirty="0"/>
              <a:t> = 4,75 g</a:t>
            </a:r>
          </a:p>
          <a:p>
            <a:r>
              <a:rPr lang="da-DK" dirty="0"/>
              <a:t>Masse måles på en vægt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23FC3B2E-85A7-E972-6AAA-42A7CD1FD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da-DK" dirty="0"/>
              <a:t>Hvad noget vejer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07EB8E31-673B-ECAB-5BAF-545E1ADCF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37" y="3544966"/>
            <a:ext cx="2933020" cy="2933020"/>
          </a:xfrm>
          <a:prstGeom prst="rect">
            <a:avLst/>
          </a:prstGeom>
        </p:spPr>
      </p:pic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1624A7A4-14A4-799B-6441-3C2933898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D672-43D0-411A-B752-6F98DF33ECF5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50054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D24705-E2BF-25D2-1BBE-AA3E80943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Opgaver</a:t>
            </a:r>
          </a:p>
        </p:txBody>
      </p:sp>
      <p:graphicFrame>
        <p:nvGraphicFramePr>
          <p:cNvPr id="6" name="Pladsholder til indhold 2">
            <a:extLst>
              <a:ext uri="{FF2B5EF4-FFF2-40B4-BE49-F238E27FC236}">
                <a16:creationId xmlns:a16="http://schemas.microsoft.com/office/drawing/2014/main" id="{1988F592-B70D-B247-A7FF-693244D7369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2000" y="762000"/>
          <a:ext cx="60960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7E0F2339-7FC2-CEE5-72DC-CC7FFBA3AF8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30DBF420-713D-8216-E25B-954D4F309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D672-43D0-411A-B752-6F98DF33ECF5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27655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DE5AA1-FA09-65B6-CD98-59ED44814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Molarmasse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C74E00E-740B-374B-5324-4F5A68DF0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Molarmasse er hvad ét mol af et stof vejer</a:t>
            </a:r>
          </a:p>
          <a:p>
            <a:r>
              <a:rPr lang="da-DK" dirty="0"/>
              <a:t>Det forkortes M</a:t>
            </a:r>
          </a:p>
          <a:p>
            <a:r>
              <a:rPr lang="da-DK" dirty="0"/>
              <a:t>Enheden er g/mol (gram pr. mol)</a:t>
            </a:r>
          </a:p>
          <a:p>
            <a:r>
              <a:rPr lang="da-DK" dirty="0"/>
              <a:t>Molarmassen af grundstofferne kan aflæses i det periodiske system</a:t>
            </a:r>
          </a:p>
          <a:p>
            <a:endParaRPr lang="da-DK" dirty="0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9E3D57C6-A572-F2DF-831A-0D3A91D72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da-DK" dirty="0"/>
              <a:t>Hvad ét mol stof vejer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0AA74016-378E-5960-31B6-CA3C15C85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D672-43D0-411A-B752-6F98DF33ECF5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87121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9C52B-DBE1-46F1-200B-D98312BE8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9C6434-30BC-D9F7-E98A-E68BA613F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Molarmasse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22493F0-C352-C652-493B-832481FCD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Eksempelvis kan vi aflæse at molarmassen for natrium (Na) er 22,99 g/mol</a:t>
            </a:r>
          </a:p>
          <a:p>
            <a:r>
              <a:rPr lang="da-DK" dirty="0"/>
              <a:t>Dvs. ét mol natrium-atomer vejer 22,99 g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627F6BC7-F55A-21A2-43E2-118D80B08B3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da-DK" dirty="0"/>
              <a:t>Hvad ét mol stof vejer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AF28C1BC-1048-4DB2-13BA-9C7432A2A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5712" y="3429000"/>
            <a:ext cx="2928353" cy="2886718"/>
          </a:xfrm>
          <a:prstGeom prst="rect">
            <a:avLst/>
          </a:prstGeom>
        </p:spPr>
      </p:pic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21117962-C5E1-34D8-D7DC-4F6BFA2C2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D672-43D0-411A-B752-6F98DF33ECF5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62249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30B45E-293C-FF53-AD62-A6025EBDD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Molarmasse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E79944A-3706-AA28-65EC-3DEBE2BB3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Hvis vi skal finde molarmassen for en kemisk forbindelse, gør vi det på følgende vis</a:t>
            </a:r>
          </a:p>
          <a:p>
            <a:r>
              <a:rPr lang="da-DK" dirty="0"/>
              <a:t>Vi bruger CH</a:t>
            </a:r>
            <a:r>
              <a:rPr lang="da-DK" baseline="-25000" dirty="0"/>
              <a:t>4</a:t>
            </a:r>
            <a:r>
              <a:rPr lang="da-DK" dirty="0"/>
              <a:t> som eksempel</a:t>
            </a:r>
          </a:p>
          <a:p>
            <a:r>
              <a:rPr lang="da-DK" dirty="0"/>
              <a:t>M(CH</a:t>
            </a:r>
            <a:r>
              <a:rPr lang="da-DK" baseline="-25000" dirty="0"/>
              <a:t>4</a:t>
            </a:r>
            <a:r>
              <a:rPr lang="da-DK" dirty="0"/>
              <a:t>) = M(C)+4</a:t>
            </a:r>
            <a:r>
              <a:rPr lang="da-DK" dirty="0">
                <a:latin typeface="Aptos Narrow" panose="020B0004020202020204" pitchFamily="34" charset="0"/>
              </a:rPr>
              <a:t>∙</a:t>
            </a:r>
            <a:r>
              <a:rPr lang="da-DK" dirty="0"/>
              <a:t>M(H) </a:t>
            </a:r>
          </a:p>
          <a:p>
            <a:pPr marL="4572" lvl="1" indent="0">
              <a:buNone/>
            </a:pPr>
            <a:r>
              <a:rPr lang="da-DK" dirty="0"/>
              <a:t>= 12,01 g/mol+4</a:t>
            </a:r>
            <a:r>
              <a:rPr lang="da-DK" dirty="0">
                <a:latin typeface="Aptos Narrow" panose="020B0004020202020204" pitchFamily="34" charset="0"/>
              </a:rPr>
              <a:t>∙</a:t>
            </a:r>
            <a:r>
              <a:rPr lang="da-DK" dirty="0"/>
              <a:t>1,01 g/mol </a:t>
            </a:r>
          </a:p>
          <a:p>
            <a:pPr marL="4572" lvl="1" indent="0">
              <a:buNone/>
            </a:pPr>
            <a:r>
              <a:rPr lang="da-DK" dirty="0"/>
              <a:t>= 16,05 g/mol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E99AEFEF-4DEA-8887-7AAA-5A6364C3348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da-DK" dirty="0"/>
              <a:t>Hvad ét mol stof vejer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0EB1CFA5-F95F-531C-135F-C586DB7C9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D672-43D0-411A-B752-6F98DF33ECF5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85354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A27141-BBA8-C2B9-6F9A-20118C8F9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Opgaver</a:t>
            </a:r>
          </a:p>
        </p:txBody>
      </p:sp>
      <p:graphicFrame>
        <p:nvGraphicFramePr>
          <p:cNvPr id="6" name="Pladsholder til indhold 2">
            <a:extLst>
              <a:ext uri="{FF2B5EF4-FFF2-40B4-BE49-F238E27FC236}">
                <a16:creationId xmlns:a16="http://schemas.microsoft.com/office/drawing/2014/main" id="{175FA5A3-79BD-A65B-5D15-12D36341E7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9057958"/>
              </p:ext>
            </p:extLst>
          </p:nvPr>
        </p:nvGraphicFramePr>
        <p:xfrm>
          <a:off x="762000" y="762000"/>
          <a:ext cx="60960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86877ACD-A83D-130D-F8B9-B33D6525A95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395E70DF-1001-79E6-994E-A2C222B68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D672-43D0-411A-B752-6F98DF33ECF5}" type="slidenum">
              <a:rPr lang="da-DK" smtClean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11948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110DB-F799-1994-E785-D38B8CCAD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E9D827-5AA8-CAC0-9A5B-DC2345B0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Stofmængde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EADA8D0-EE40-F840-9728-67D3902A9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5638800"/>
          </a:xfrm>
        </p:spPr>
        <p:txBody>
          <a:bodyPr>
            <a:normAutofit/>
          </a:bodyPr>
          <a:lstStyle/>
          <a:p>
            <a:r>
              <a:rPr lang="da-DK" dirty="0"/>
              <a:t>Stofmængde er et tal for hvor mange atomer/ioner/molekyler man har</a:t>
            </a:r>
          </a:p>
          <a:p>
            <a:r>
              <a:rPr lang="da-DK" dirty="0"/>
              <a:t>I stedet for at tælle antallet direkte (fx 4,5</a:t>
            </a:r>
            <a:r>
              <a:rPr lang="da-DK" dirty="0">
                <a:latin typeface="Aptos Narrow" panose="020B0004020202020204" pitchFamily="34" charset="0"/>
              </a:rPr>
              <a:t>∙10</a:t>
            </a:r>
            <a:r>
              <a:rPr lang="da-DK" baseline="30000" dirty="0">
                <a:latin typeface="Aptos Narrow" panose="020B0004020202020204" pitchFamily="34" charset="0"/>
              </a:rPr>
              <a:t>23</a:t>
            </a:r>
            <a:r>
              <a:rPr lang="da-DK" dirty="0">
                <a:latin typeface="Aptos Narrow" panose="020B0004020202020204" pitchFamily="34" charset="0"/>
              </a:rPr>
              <a:t> atomer), angiver man hvor mange mol atomer/ioner/molekyler man har</a:t>
            </a:r>
          </a:p>
          <a:p>
            <a:r>
              <a:rPr lang="da-DK" dirty="0">
                <a:latin typeface="Aptos Narrow" panose="020B0004020202020204" pitchFamily="34" charset="0"/>
              </a:rPr>
              <a:t>Stofmængde forkortes n</a:t>
            </a:r>
          </a:p>
          <a:p>
            <a:r>
              <a:rPr lang="da-DK" dirty="0">
                <a:latin typeface="Aptos Narrow" panose="020B0004020202020204" pitchFamily="34" charset="0"/>
              </a:rPr>
              <a:t>Enheden er mol</a:t>
            </a:r>
          </a:p>
          <a:p>
            <a:r>
              <a:rPr lang="da-DK" dirty="0">
                <a:latin typeface="Aptos Narrow" panose="020B0004020202020204" pitchFamily="34" charset="0"/>
              </a:rPr>
              <a:t>Fx n = 5,38 mol</a:t>
            </a:r>
            <a:endParaRPr lang="da-DK" dirty="0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D114C3D3-4054-AAE0-1ED4-2F39002BB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da-DK" dirty="0"/>
              <a:t>Hvor mange atomer eller molekyler man har</a:t>
            </a:r>
          </a:p>
          <a:p>
            <a:endParaRPr lang="da-DK" dirty="0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198CAF8D-7C81-CF1C-961C-CCEE2311E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D672-43D0-411A-B752-6F98DF33ECF5}" type="slidenum">
              <a:rPr lang="da-DK" smtClean="0"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16232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EFE6C-3402-96AA-2743-D8E61CE88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347701-C400-B01B-8FF9-6904227A0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Stofmængde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79D5BC2-1B85-9833-BB0F-BC31F5823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5638800"/>
          </a:xfrm>
        </p:spPr>
        <p:txBody>
          <a:bodyPr>
            <a:normAutofit/>
          </a:bodyPr>
          <a:lstStyle/>
          <a:p>
            <a:r>
              <a:rPr lang="da-DK" dirty="0"/>
              <a:t>1 mol er 6,02</a:t>
            </a:r>
            <a:r>
              <a:rPr lang="da-DK" dirty="0">
                <a:latin typeface="Aptos Narrow" panose="020B0004020202020204" pitchFamily="34" charset="0"/>
              </a:rPr>
              <a:t>∙10</a:t>
            </a:r>
            <a:r>
              <a:rPr lang="da-DK" baseline="30000" dirty="0">
                <a:latin typeface="Aptos Narrow" panose="020B0004020202020204" pitchFamily="34" charset="0"/>
              </a:rPr>
              <a:t>23</a:t>
            </a:r>
          </a:p>
          <a:p>
            <a:r>
              <a:rPr lang="da-DK" dirty="0"/>
              <a:t>2 mol er 12,04</a:t>
            </a:r>
            <a:r>
              <a:rPr lang="da-DK" dirty="0">
                <a:latin typeface="Aptos Narrow" panose="020B0004020202020204" pitchFamily="34" charset="0"/>
              </a:rPr>
              <a:t>∙10</a:t>
            </a:r>
            <a:r>
              <a:rPr lang="da-DK" baseline="30000" dirty="0">
                <a:latin typeface="Aptos Narrow" panose="020B0004020202020204" pitchFamily="34" charset="0"/>
              </a:rPr>
              <a:t>23</a:t>
            </a:r>
          </a:p>
          <a:p>
            <a:r>
              <a:rPr lang="da-DK" dirty="0"/>
              <a:t>3 mol er 18,06</a:t>
            </a:r>
            <a:r>
              <a:rPr lang="da-DK" dirty="0">
                <a:latin typeface="Aptos Narrow" panose="020B0004020202020204" pitchFamily="34" charset="0"/>
              </a:rPr>
              <a:t>∙10</a:t>
            </a:r>
            <a:r>
              <a:rPr lang="da-DK" baseline="30000" dirty="0">
                <a:latin typeface="Aptos Narrow" panose="020B0004020202020204" pitchFamily="34" charset="0"/>
              </a:rPr>
              <a:t>23</a:t>
            </a:r>
          </a:p>
          <a:p>
            <a:r>
              <a:rPr lang="da-DK" dirty="0"/>
              <a:t>4 mol er 24,08</a:t>
            </a:r>
            <a:r>
              <a:rPr lang="da-DK" dirty="0">
                <a:latin typeface="Aptos Narrow" panose="020B0004020202020204" pitchFamily="34" charset="0"/>
              </a:rPr>
              <a:t>∙10</a:t>
            </a:r>
            <a:r>
              <a:rPr lang="da-DK" baseline="30000" dirty="0">
                <a:latin typeface="Aptos Narrow" panose="020B0004020202020204" pitchFamily="34" charset="0"/>
              </a:rPr>
              <a:t>23</a:t>
            </a:r>
          </a:p>
          <a:p>
            <a:r>
              <a:rPr lang="da-DK" dirty="0">
                <a:latin typeface="Aptos Narrow" panose="020B0004020202020204" pitchFamily="34" charset="0"/>
              </a:rPr>
              <a:t> Osv.</a:t>
            </a:r>
          </a:p>
          <a:p>
            <a:endParaRPr lang="da-DK" dirty="0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71D05034-FE26-1BA9-5B9C-CF8EB9BDF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da-DK" dirty="0"/>
              <a:t>Hvor mange atomer eller molekyler man har</a:t>
            </a:r>
          </a:p>
          <a:p>
            <a:endParaRPr lang="da-DK" dirty="0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815939E5-8A51-2FA8-DC2D-4DCF1FD5A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D672-43D0-411A-B752-6F98DF33ECF5}" type="slidenum">
              <a:rPr lang="da-DK" smtClean="0"/>
              <a:t>14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59172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AE0EF2-F263-94F1-F83B-DF6CDFC4B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Opgaver</a:t>
            </a:r>
          </a:p>
        </p:txBody>
      </p:sp>
      <p:graphicFrame>
        <p:nvGraphicFramePr>
          <p:cNvPr id="6" name="Pladsholder til indhold 2">
            <a:extLst>
              <a:ext uri="{FF2B5EF4-FFF2-40B4-BE49-F238E27FC236}">
                <a16:creationId xmlns:a16="http://schemas.microsoft.com/office/drawing/2014/main" id="{90C01F7B-EF78-7A37-DF36-B4B83330C4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2310661"/>
              </p:ext>
            </p:extLst>
          </p:nvPr>
        </p:nvGraphicFramePr>
        <p:xfrm>
          <a:off x="762000" y="762000"/>
          <a:ext cx="60960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891CB681-910A-D585-3D2E-B781F75E179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9E6B8612-4AAF-1DF8-4CAC-49488D3FA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D672-43D0-411A-B752-6F98DF33ECF5}" type="slidenum">
              <a:rPr lang="da-DK" smtClean="0"/>
              <a:t>15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87344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704D0F-AC60-7734-1787-E87EFD9D6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Sammenhænge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2AEB4B7-8787-53E1-6896-3B22BD400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m: masse (hvad noget vejer)</a:t>
            </a:r>
          </a:p>
          <a:p>
            <a:r>
              <a:rPr lang="da-DK" dirty="0"/>
              <a:t>M: molarmasse (hvad ét mol vejer)</a:t>
            </a:r>
          </a:p>
          <a:p>
            <a:r>
              <a:rPr lang="da-DK" dirty="0"/>
              <a:t>n: stofmængde (hvor mange mol)</a:t>
            </a:r>
          </a:p>
          <a:p>
            <a:endParaRPr lang="da-DK" dirty="0"/>
          </a:p>
          <a:p>
            <a:r>
              <a:rPr lang="da-DK" dirty="0"/>
              <a:t>Den grundlæggende sammenhæng:</a:t>
            </a:r>
          </a:p>
          <a:p>
            <a:r>
              <a:rPr lang="da-DK" dirty="0">
                <a:solidFill>
                  <a:srgbClr val="FF0000"/>
                </a:solidFill>
              </a:rPr>
              <a:t>m = </a:t>
            </a:r>
            <a:r>
              <a:rPr lang="da-DK" dirty="0" err="1">
                <a:solidFill>
                  <a:srgbClr val="FF0000"/>
                </a:solidFill>
              </a:rPr>
              <a:t>n</a:t>
            </a:r>
            <a:r>
              <a:rPr lang="da-DK" dirty="0" err="1">
                <a:solidFill>
                  <a:srgbClr val="FF0000"/>
                </a:solidFill>
                <a:latin typeface="Aptos Narrow" panose="020B0004020202020204" pitchFamily="34" charset="0"/>
              </a:rPr>
              <a:t>∙</a:t>
            </a:r>
            <a:r>
              <a:rPr lang="da-DK" dirty="0" err="1">
                <a:solidFill>
                  <a:srgbClr val="FF0000"/>
                </a:solidFill>
              </a:rPr>
              <a:t>M</a:t>
            </a:r>
            <a:endParaRPr lang="da-DK" dirty="0">
              <a:solidFill>
                <a:srgbClr val="FF0000"/>
              </a:solidFill>
            </a:endParaRPr>
          </a:p>
          <a:p>
            <a:endParaRPr lang="da-DK" dirty="0">
              <a:solidFill>
                <a:srgbClr val="FF0000"/>
              </a:solidFill>
            </a:endParaRP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DBD7DA90-CAA0-FC52-1939-4E84379AD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9FD7AD77-9FC4-9A1E-E1F2-89906011C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D672-43D0-411A-B752-6F98DF33ECF5}" type="slidenum">
              <a:rPr lang="da-DK" smtClean="0"/>
              <a:t>16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83226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34D1E1-4428-AE95-26F1-A45A7DF20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Sammenhænge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555537A5-4298-7627-A0FE-65F6C0718E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Formlen kan omformes på to måde:</a:t>
                </a:r>
              </a:p>
              <a:p>
                <a:endParaRPr lang="da-DK" dirty="0"/>
              </a:p>
              <a:p>
                <a:r>
                  <a:rPr lang="da-DK" dirty="0"/>
                  <a:t>[1]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da-DK" dirty="0"/>
              </a:p>
              <a:p>
                <a:r>
                  <a:rPr lang="da-DK" dirty="0"/>
                  <a:t>[2]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endParaRPr lang="da-DK" dirty="0"/>
              </a:p>
              <a:p>
                <a:r>
                  <a:rPr lang="da-DK" dirty="0"/>
                  <a:t>[3]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555537A5-4298-7627-A0FE-65F6C0718E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320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2752A1E8-19A9-883C-84F3-8F9418C51BC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000D3C38-E029-A474-9C51-772DA4966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D672-43D0-411A-B752-6F98DF33ECF5}" type="slidenum">
              <a:rPr lang="da-DK" smtClean="0"/>
              <a:t>17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777496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AFD544-EE27-C889-6190-2F361D1C7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Sammenhænge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44B461B-D05E-132E-93A6-575CBD419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99" y="762000"/>
            <a:ext cx="6651171" cy="4572000"/>
          </a:xfrm>
        </p:spPr>
        <p:txBody>
          <a:bodyPr/>
          <a:lstStyle/>
          <a:p>
            <a:r>
              <a:rPr lang="da-DK" b="1" dirty="0"/>
              <a:t>Eksempel 1</a:t>
            </a:r>
          </a:p>
          <a:p>
            <a:endParaRPr lang="da-DK" dirty="0"/>
          </a:p>
          <a:p>
            <a:r>
              <a:rPr lang="da-DK" dirty="0"/>
              <a:t>Hvad vejer 2,3 mol af en stof med molarmassen 100 g/mol?</a:t>
            </a:r>
          </a:p>
          <a:p>
            <a:r>
              <a:rPr lang="da-DK" dirty="0"/>
              <a:t>Vi bruger formel 1:</a:t>
            </a:r>
          </a:p>
          <a:p>
            <a:r>
              <a:rPr lang="da-DK" dirty="0"/>
              <a:t>M = </a:t>
            </a:r>
            <a:r>
              <a:rPr lang="da-DK" dirty="0" err="1"/>
              <a:t>n</a:t>
            </a:r>
            <a:r>
              <a:rPr lang="da-DK" dirty="0" err="1">
                <a:latin typeface="Aptos Narrow" panose="020B0004020202020204" pitchFamily="34" charset="0"/>
              </a:rPr>
              <a:t>∙</a:t>
            </a:r>
            <a:r>
              <a:rPr lang="da-DK" dirty="0" err="1"/>
              <a:t>M</a:t>
            </a:r>
            <a:r>
              <a:rPr lang="da-DK" dirty="0"/>
              <a:t> = 2,3 mol</a:t>
            </a:r>
            <a:r>
              <a:rPr lang="da-DK" dirty="0">
                <a:latin typeface="Aptos Narrow" panose="020B0004020202020204" pitchFamily="34" charset="0"/>
              </a:rPr>
              <a:t>∙</a:t>
            </a:r>
            <a:r>
              <a:rPr lang="da-DK" dirty="0"/>
              <a:t>100 g/mol = 230 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Pladsholder til tekst 3">
                <a:extLst>
                  <a:ext uri="{FF2B5EF4-FFF2-40B4-BE49-F238E27FC236}">
                    <a16:creationId xmlns:a16="http://schemas.microsoft.com/office/drawing/2014/main" id="{721F49C7-DD12-284D-647E-8DE3ED755656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/>
              <a:lstStyle/>
              <a:p>
                <a:r>
                  <a:rPr lang="da-DK" dirty="0"/>
                  <a:t>[1] </a:t>
                </a:r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da-DK" dirty="0"/>
              </a:p>
              <a:p>
                <a:r>
                  <a:rPr lang="da-DK" dirty="0"/>
                  <a:t>[2] </a:t>
                </a:r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endParaRPr lang="da-DK" dirty="0"/>
              </a:p>
              <a:p>
                <a:r>
                  <a:rPr lang="da-DK" dirty="0"/>
                  <a:t>[3] </a:t>
                </a:r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4" name="Pladsholder til tekst 3">
                <a:extLst>
                  <a:ext uri="{FF2B5EF4-FFF2-40B4-BE49-F238E27FC236}">
                    <a16:creationId xmlns:a16="http://schemas.microsoft.com/office/drawing/2014/main" id="{721F49C7-DD12-284D-647E-8DE3ED7556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2"/>
                <a:stretch>
                  <a:fillRect l="-1616" t="-97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2463BEBF-67D1-1DE9-000B-F29822DF9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D672-43D0-411A-B752-6F98DF33ECF5}" type="slidenum">
              <a:rPr lang="da-DK" smtClean="0"/>
              <a:t>18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6420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079A1-974C-63AF-AE4F-41E4D21D8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978D0D-566F-6DC3-7E09-827BD701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Sammenhænge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241D4D17-8901-7033-D6FF-CB20A05826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1999" y="762000"/>
                <a:ext cx="6651171" cy="4572000"/>
              </a:xfrm>
            </p:spPr>
            <p:txBody>
              <a:bodyPr/>
              <a:lstStyle/>
              <a:p>
                <a:r>
                  <a:rPr lang="da-DK" b="1" dirty="0"/>
                  <a:t>Eksempel 2</a:t>
                </a:r>
              </a:p>
              <a:p>
                <a:endParaRPr lang="da-DK" dirty="0"/>
              </a:p>
              <a:p>
                <a:r>
                  <a:rPr lang="da-DK" dirty="0"/>
                  <a:t>Hvad er stofmængden i 20,0 g af et stof med molarmassen 130 g/mol?</a:t>
                </a:r>
              </a:p>
              <a:p>
                <a:r>
                  <a:rPr lang="da-DK" dirty="0"/>
                  <a:t>Vi bruger formel 2:</a:t>
                </a:r>
              </a:p>
              <a:p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20,0 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130 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𝑚𝑜𝑙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=0,154 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𝑚𝑜𝑙</m:t>
                    </m:r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241D4D17-8901-7033-D6FF-CB20A05826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1999" y="762000"/>
                <a:ext cx="6651171" cy="4572000"/>
              </a:xfrm>
              <a:blipFill>
                <a:blip r:embed="rId2"/>
                <a:stretch>
                  <a:fillRect l="-917" t="-320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ladsholder til tekst 3">
                <a:extLst>
                  <a:ext uri="{FF2B5EF4-FFF2-40B4-BE49-F238E27FC236}">
                    <a16:creationId xmlns:a16="http://schemas.microsoft.com/office/drawing/2014/main" id="{B4370126-C28C-12B3-DDBE-ABB876F2C158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/>
              <a:lstStyle/>
              <a:p>
                <a:r>
                  <a:rPr lang="da-DK" dirty="0"/>
                  <a:t>[1] </a:t>
                </a:r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da-DK" dirty="0"/>
              </a:p>
              <a:p>
                <a:r>
                  <a:rPr lang="da-DK" dirty="0"/>
                  <a:t>[2] </a:t>
                </a:r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endParaRPr lang="da-DK" dirty="0"/>
              </a:p>
              <a:p>
                <a:r>
                  <a:rPr lang="da-DK" dirty="0"/>
                  <a:t>[3] </a:t>
                </a:r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4" name="Pladsholder til tekst 3">
                <a:extLst>
                  <a:ext uri="{FF2B5EF4-FFF2-40B4-BE49-F238E27FC236}">
                    <a16:creationId xmlns:a16="http://schemas.microsoft.com/office/drawing/2014/main" id="{B4370126-C28C-12B3-DDBE-ABB876F2C1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3"/>
                <a:stretch>
                  <a:fillRect l="-1616" t="-97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A2713A6F-A673-7706-181C-8C1E31F03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D672-43D0-411A-B752-6F98DF33ECF5}" type="slidenum">
              <a:rPr lang="da-DK" smtClean="0"/>
              <a:t>19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421010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572AD-36F5-C6A3-DE90-ADFB2EF10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295001-2DDA-FFB1-6D64-9A430B5AC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Sammenhænge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AA5AD6F9-18AD-1914-9DDF-7ABD11EF7B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1999" y="762000"/>
                <a:ext cx="6651171" cy="4572000"/>
              </a:xfrm>
            </p:spPr>
            <p:txBody>
              <a:bodyPr/>
              <a:lstStyle/>
              <a:p>
                <a:r>
                  <a:rPr lang="da-DK" b="1" dirty="0"/>
                  <a:t>Eksempel 3</a:t>
                </a:r>
              </a:p>
              <a:p>
                <a:endParaRPr lang="da-DK" dirty="0"/>
              </a:p>
              <a:p>
                <a:r>
                  <a:rPr lang="da-DK" dirty="0"/>
                  <a:t>Hvad er molarmassen når 0,30 mol af et stof vejer 24,9 g?</a:t>
                </a:r>
              </a:p>
              <a:p>
                <a:r>
                  <a:rPr lang="da-DK" dirty="0"/>
                  <a:t>Vi bruger formel 3:</a:t>
                </a:r>
              </a:p>
              <a:p>
                <a:r>
                  <a:rPr lang="da-DK" b="0" dirty="0"/>
                  <a:t>M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24,9 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0,30 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𝑚𝑜𝑙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=83,00 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𝑚𝑜𝑙</m:t>
                    </m:r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AA5AD6F9-18AD-1914-9DDF-7ABD11EF7B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1999" y="762000"/>
                <a:ext cx="6651171" cy="4572000"/>
              </a:xfrm>
              <a:blipFill>
                <a:blip r:embed="rId2"/>
                <a:stretch>
                  <a:fillRect l="-917" t="-320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ladsholder til tekst 3">
                <a:extLst>
                  <a:ext uri="{FF2B5EF4-FFF2-40B4-BE49-F238E27FC236}">
                    <a16:creationId xmlns:a16="http://schemas.microsoft.com/office/drawing/2014/main" id="{12CB35F5-F2C9-064D-1384-937B20144EF5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/>
              <a:lstStyle/>
              <a:p>
                <a:r>
                  <a:rPr lang="da-DK" dirty="0"/>
                  <a:t>[1] </a:t>
                </a:r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da-DK" dirty="0"/>
              </a:p>
              <a:p>
                <a:r>
                  <a:rPr lang="da-DK" dirty="0"/>
                  <a:t>[2] </a:t>
                </a:r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endParaRPr lang="da-DK" dirty="0"/>
              </a:p>
              <a:p>
                <a:r>
                  <a:rPr lang="da-DK" dirty="0"/>
                  <a:t>[3] </a:t>
                </a:r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4" name="Pladsholder til tekst 3">
                <a:extLst>
                  <a:ext uri="{FF2B5EF4-FFF2-40B4-BE49-F238E27FC236}">
                    <a16:creationId xmlns:a16="http://schemas.microsoft.com/office/drawing/2014/main" id="{12CB35F5-F2C9-064D-1384-937B20144E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3"/>
                <a:stretch>
                  <a:fillRect l="-1616" t="-97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14BB56DC-37DA-CDAB-7E14-9B843F594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D672-43D0-411A-B752-6F98DF33ECF5}" type="slidenum">
              <a:rPr lang="da-DK" smtClean="0"/>
              <a:t>20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416386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F32BCD-AC6F-D9B6-CDB1-7C35B135E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Opgaver</a:t>
            </a:r>
          </a:p>
        </p:txBody>
      </p:sp>
      <p:graphicFrame>
        <p:nvGraphicFramePr>
          <p:cNvPr id="6" name="Pladsholder til indhold 2">
            <a:extLst>
              <a:ext uri="{FF2B5EF4-FFF2-40B4-BE49-F238E27FC236}">
                <a16:creationId xmlns:a16="http://schemas.microsoft.com/office/drawing/2014/main" id="{F2AE56CC-9061-53F4-BF3B-5AEA5E7CA1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6895371"/>
              </p:ext>
            </p:extLst>
          </p:nvPr>
        </p:nvGraphicFramePr>
        <p:xfrm>
          <a:off x="762000" y="762000"/>
          <a:ext cx="60960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78A4CA77-40A4-1ADE-4A34-3799CF7DC89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D981AD56-9993-7C00-276A-C8E7E9434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D672-43D0-411A-B752-6F98DF33ECF5}" type="slidenum">
              <a:rPr lang="da-DK" smtClean="0"/>
              <a:t>21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87536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AF2563-ECD8-09DE-7C85-385E7C054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Oversigt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6DF69E78-233D-2560-2A00-55EE38A288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Masse (m) (måles i g)</a:t>
                </a:r>
              </a:p>
              <a:p>
                <a:r>
                  <a:rPr lang="da-DK" dirty="0"/>
                  <a:t>Molarmasse (M) (måles i g/mol)</a:t>
                </a:r>
              </a:p>
              <a:p>
                <a:r>
                  <a:rPr lang="da-DK" dirty="0"/>
                  <a:t>Stofmængde (n) (måles i mol)</a:t>
                </a:r>
              </a:p>
              <a:p>
                <a:r>
                  <a:rPr lang="da-DK" dirty="0"/>
                  <a:t>Sammenhænge:</a:t>
                </a:r>
              </a:p>
              <a:p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⟺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da-DK" dirty="0"/>
              </a:p>
            </p:txBody>
          </p:sp>
        </mc:Choice>
        <mc:Fallback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6DF69E78-233D-2560-2A00-55EE38A288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320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604A846D-85A4-9AC6-C7A1-4561C833C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9F92C237-5755-D364-EEE6-42CE2D56C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BD672-43D0-411A-B752-6F98DF33ECF5}" type="slidenum">
              <a:rPr lang="da-DK" smtClean="0"/>
              <a:t>22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35167298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">
  <a:themeElements>
    <a:clrScheme name="Metropol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</TotalTime>
  <Words>801</Words>
  <Application>Microsoft Office PowerPoint</Application>
  <PresentationFormat>Widescreen</PresentationFormat>
  <Paragraphs>159</Paragraphs>
  <Slides>22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22</vt:i4>
      </vt:variant>
    </vt:vector>
  </HeadingPairs>
  <TitlesOfParts>
    <vt:vector size="28" baseType="lpstr">
      <vt:lpstr>Aptos</vt:lpstr>
      <vt:lpstr>Aptos Narrow</vt:lpstr>
      <vt:lpstr>Arial</vt:lpstr>
      <vt:lpstr>Calibri Light</vt:lpstr>
      <vt:lpstr>Cambria Math</vt:lpstr>
      <vt:lpstr>Metropol</vt:lpstr>
      <vt:lpstr>Masse, mol, molarmasse og stofmængde  </vt:lpstr>
      <vt:lpstr>Mængdeberegning</vt:lpstr>
      <vt:lpstr>PowerPoint-præsentation</vt:lpstr>
      <vt:lpstr>Mol</vt:lpstr>
      <vt:lpstr>Mol</vt:lpstr>
      <vt:lpstr>Opgaver</vt:lpstr>
      <vt:lpstr>Masse</vt:lpstr>
      <vt:lpstr>Opgaver</vt:lpstr>
      <vt:lpstr>Molarmasse</vt:lpstr>
      <vt:lpstr>Molarmasse</vt:lpstr>
      <vt:lpstr>Molarmasse</vt:lpstr>
      <vt:lpstr>Opgaver</vt:lpstr>
      <vt:lpstr>Stofmængde</vt:lpstr>
      <vt:lpstr>Stofmængde</vt:lpstr>
      <vt:lpstr>Opgaver</vt:lpstr>
      <vt:lpstr>Sammenhænge</vt:lpstr>
      <vt:lpstr>Sammenhænge</vt:lpstr>
      <vt:lpstr>Sammenhænge</vt:lpstr>
      <vt:lpstr>Sammenhænge</vt:lpstr>
      <vt:lpstr>Sammenhænge</vt:lpstr>
      <vt:lpstr>Opgaver</vt:lpstr>
      <vt:lpstr>Oversigt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Henry Valdemar Vest</dc:creator>
  <cp:lastModifiedBy>Henry Valdemar Vest</cp:lastModifiedBy>
  <cp:revision>1</cp:revision>
  <dcterms:created xsi:type="dcterms:W3CDTF">2026-09-28T07:28:16Z</dcterms:created>
  <dcterms:modified xsi:type="dcterms:W3CDTF">2026-09-29T05:54:54Z</dcterms:modified>
</cp:coreProperties>
</file>